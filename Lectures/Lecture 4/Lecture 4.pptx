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058" r:id="rId1"/>
  </p:sldMasterIdLst>
  <p:notesMasterIdLst>
    <p:notesMasterId r:id="rId34"/>
  </p:notesMasterIdLst>
  <p:handoutMasterIdLst>
    <p:handoutMasterId r:id="rId35"/>
  </p:handoutMasterIdLst>
  <p:sldIdLst>
    <p:sldId id="1285" r:id="rId2"/>
    <p:sldId id="1240" r:id="rId3"/>
    <p:sldId id="1283" r:id="rId4"/>
    <p:sldId id="1284" r:id="rId5"/>
    <p:sldId id="1239" r:id="rId6"/>
    <p:sldId id="1256" r:id="rId7"/>
    <p:sldId id="1279" r:id="rId8"/>
    <p:sldId id="1278" r:id="rId9"/>
    <p:sldId id="1241" r:id="rId10"/>
    <p:sldId id="1242" r:id="rId11"/>
    <p:sldId id="1258" r:id="rId12"/>
    <p:sldId id="1247" r:id="rId13"/>
    <p:sldId id="1260" r:id="rId14"/>
    <p:sldId id="1261" r:id="rId15"/>
    <p:sldId id="1263" r:id="rId16"/>
    <p:sldId id="1264" r:id="rId17"/>
    <p:sldId id="1265" r:id="rId18"/>
    <p:sldId id="1266" r:id="rId19"/>
    <p:sldId id="1274" r:id="rId20"/>
    <p:sldId id="1267" r:id="rId21"/>
    <p:sldId id="1275" r:id="rId22"/>
    <p:sldId id="1268" r:id="rId23"/>
    <p:sldId id="1276" r:id="rId24"/>
    <p:sldId id="1269" r:id="rId25"/>
    <p:sldId id="1277" r:id="rId26"/>
    <p:sldId id="1273" r:id="rId27"/>
    <p:sldId id="1272" r:id="rId28"/>
    <p:sldId id="1271" r:id="rId29"/>
    <p:sldId id="1270" r:id="rId30"/>
    <p:sldId id="1280" r:id="rId31"/>
    <p:sldId id="1281" r:id="rId32"/>
    <p:sldId id="1189" r:id="rId33"/>
  </p:sldIdLst>
  <p:sldSz cx="14400213" cy="8099425"/>
  <p:notesSz cx="6805613" cy="99441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CE6C5517-CE65-F64B-9655-E648FB18B790}">
          <p14:sldIdLst>
            <p14:sldId id="1285"/>
            <p14:sldId id="1240"/>
            <p14:sldId id="1283"/>
            <p14:sldId id="1284"/>
            <p14:sldId id="1239"/>
            <p14:sldId id="1256"/>
            <p14:sldId id="1279"/>
            <p14:sldId id="1278"/>
            <p14:sldId id="1241"/>
            <p14:sldId id="1242"/>
            <p14:sldId id="1258"/>
            <p14:sldId id="1247"/>
            <p14:sldId id="1260"/>
            <p14:sldId id="1261"/>
            <p14:sldId id="1263"/>
            <p14:sldId id="1264"/>
            <p14:sldId id="1265"/>
            <p14:sldId id="1266"/>
            <p14:sldId id="1274"/>
            <p14:sldId id="1267"/>
            <p14:sldId id="1275"/>
            <p14:sldId id="1268"/>
            <p14:sldId id="1276"/>
            <p14:sldId id="1269"/>
            <p14:sldId id="1277"/>
            <p14:sldId id="1273"/>
            <p14:sldId id="1272"/>
            <p14:sldId id="1271"/>
            <p14:sldId id="1270"/>
            <p14:sldId id="1280"/>
            <p14:sldId id="1281"/>
          </p14:sldIdLst>
        </p14:section>
        <p14:section name="Раздел без заголовка" id="{F452653A-D155-8A4F-8C13-1AAD1EE26001}">
          <p14:sldIdLst>
            <p14:sldId id="11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28" userDrawn="1">
          <p15:clr>
            <a:srgbClr val="A4A3A4"/>
          </p15:clr>
        </p15:guide>
        <p15:guide id="2" pos="4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7CC8"/>
    <a:srgbClr val="00416A"/>
    <a:srgbClr val="00727D"/>
    <a:srgbClr val="C1CBE5"/>
    <a:srgbClr val="001E60"/>
    <a:srgbClr val="1671C9"/>
    <a:srgbClr val="3599F5"/>
    <a:srgbClr val="E15A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66" autoAdjust="0"/>
    <p:restoredTop sz="91427"/>
  </p:normalViewPr>
  <p:slideViewPr>
    <p:cSldViewPr snapToGrid="0" snapToObjects="1">
      <p:cViewPr varScale="1">
        <p:scale>
          <a:sx n="85" d="100"/>
          <a:sy n="85" d="100"/>
        </p:scale>
        <p:origin x="216" y="408"/>
      </p:cViewPr>
      <p:guideLst>
        <p:guide orient="horz" pos="2528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-3870" y="-108"/>
      </p:cViewPr>
      <p:guideLst>
        <p:guide orient="horz" pos="3132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31060D-E0A6-4CF9-B844-9A9CCB32A7FC}" type="datetimeFigureOut">
              <a:rPr lang="ru-RU" smtClean="0"/>
              <a:pPr/>
              <a:t>20.10.2026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8BC8F-1BAB-4C4A-8F7F-27A2219B81E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29C9A-4521-A24A-9146-7CEFD4F4C662}" type="datetimeFigureOut">
              <a:rPr lang="ru-RU" smtClean="0"/>
              <a:pPr/>
              <a:t>20.10.2026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35F63-065A-1B43-A75F-2BB04F53E8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13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9906" rtl="0" eaLnBrk="1" latinLnBrk="0" hangingPunct="1">
      <a:defRPr sz="1417" kern="1200">
        <a:solidFill>
          <a:schemeClr val="tx1"/>
        </a:solidFill>
        <a:latin typeface="+mn-lt"/>
        <a:ea typeface="+mn-ea"/>
        <a:cs typeface="+mn-cs"/>
      </a:defRPr>
    </a:lvl1pPr>
    <a:lvl2pPr marL="539953" algn="l" defTabSz="1079906" rtl="0" eaLnBrk="1" latinLnBrk="0" hangingPunct="1">
      <a:defRPr sz="1417" kern="1200">
        <a:solidFill>
          <a:schemeClr val="tx1"/>
        </a:solidFill>
        <a:latin typeface="+mn-lt"/>
        <a:ea typeface="+mn-ea"/>
        <a:cs typeface="+mn-cs"/>
      </a:defRPr>
    </a:lvl2pPr>
    <a:lvl3pPr marL="1079906" algn="l" defTabSz="1079906" rtl="0" eaLnBrk="1" latinLnBrk="0" hangingPunct="1">
      <a:defRPr sz="1417" kern="1200">
        <a:solidFill>
          <a:schemeClr val="tx1"/>
        </a:solidFill>
        <a:latin typeface="+mn-lt"/>
        <a:ea typeface="+mn-ea"/>
        <a:cs typeface="+mn-cs"/>
      </a:defRPr>
    </a:lvl3pPr>
    <a:lvl4pPr marL="1619860" algn="l" defTabSz="1079906" rtl="0" eaLnBrk="1" latinLnBrk="0" hangingPunct="1">
      <a:defRPr sz="1417" kern="1200">
        <a:solidFill>
          <a:schemeClr val="tx1"/>
        </a:solidFill>
        <a:latin typeface="+mn-lt"/>
        <a:ea typeface="+mn-ea"/>
        <a:cs typeface="+mn-cs"/>
      </a:defRPr>
    </a:lvl4pPr>
    <a:lvl5pPr marL="2159813" algn="l" defTabSz="1079906" rtl="0" eaLnBrk="1" latinLnBrk="0" hangingPunct="1">
      <a:defRPr sz="1417" kern="1200">
        <a:solidFill>
          <a:schemeClr val="tx1"/>
        </a:solidFill>
        <a:latin typeface="+mn-lt"/>
        <a:ea typeface="+mn-ea"/>
        <a:cs typeface="+mn-cs"/>
      </a:defRPr>
    </a:lvl5pPr>
    <a:lvl6pPr marL="2699766" algn="l" defTabSz="1079906" rtl="0" eaLnBrk="1" latinLnBrk="0" hangingPunct="1">
      <a:defRPr sz="1417" kern="1200">
        <a:solidFill>
          <a:schemeClr val="tx1"/>
        </a:solidFill>
        <a:latin typeface="+mn-lt"/>
        <a:ea typeface="+mn-ea"/>
        <a:cs typeface="+mn-cs"/>
      </a:defRPr>
    </a:lvl6pPr>
    <a:lvl7pPr marL="3239719" algn="l" defTabSz="1079906" rtl="0" eaLnBrk="1" latinLnBrk="0" hangingPunct="1">
      <a:defRPr sz="1417" kern="1200">
        <a:solidFill>
          <a:schemeClr val="tx1"/>
        </a:solidFill>
        <a:latin typeface="+mn-lt"/>
        <a:ea typeface="+mn-ea"/>
        <a:cs typeface="+mn-cs"/>
      </a:defRPr>
    </a:lvl7pPr>
    <a:lvl8pPr marL="3779672" algn="l" defTabSz="1079906" rtl="0" eaLnBrk="1" latinLnBrk="0" hangingPunct="1">
      <a:defRPr sz="1417" kern="1200">
        <a:solidFill>
          <a:schemeClr val="tx1"/>
        </a:solidFill>
        <a:latin typeface="+mn-lt"/>
        <a:ea typeface="+mn-ea"/>
        <a:cs typeface="+mn-cs"/>
      </a:defRPr>
    </a:lvl8pPr>
    <a:lvl9pPr marL="4319626" algn="l" defTabSz="1079906" rtl="0" eaLnBrk="1" latinLnBrk="0" hangingPunct="1">
      <a:defRPr sz="14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dirty="0">
              <a:cs typeface="Arial" pitchFamily="34" charset="0"/>
            </a:endParaRPr>
          </a:p>
        </p:txBody>
      </p:sp>
      <p:sp>
        <p:nvSpPr>
          <p:cNvPr id="2048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C74DB61-5021-4B34-8833-B5F014C1FDF9}" type="slidenum">
              <a:rPr lang="ru-RU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992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03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655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905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471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933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776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268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730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937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6450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801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6065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913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396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819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6453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7005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1468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5482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0466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0927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3406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8680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5914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6729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0806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5954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2424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03999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7999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835F63-065A-1B43-A75F-2BB04F53E814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125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343BFB-7945-4167-8FAE-F6919AB8F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0027" y="1325531"/>
            <a:ext cx="10800160" cy="2819800"/>
          </a:xfrm>
        </p:spPr>
        <p:txBody>
          <a:bodyPr anchor="b"/>
          <a:lstStyle>
            <a:lvl1pPr algn="ctr">
              <a:defRPr sz="7086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7BE626-9B39-4052-8C30-F3717FF3A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0027" y="4254073"/>
            <a:ext cx="10800160" cy="1955486"/>
          </a:xfrm>
        </p:spPr>
        <p:txBody>
          <a:bodyPr/>
          <a:lstStyle>
            <a:lvl1pPr marL="0" indent="0" algn="ctr">
              <a:buNone/>
              <a:defRPr sz="2834"/>
            </a:lvl1pPr>
            <a:lvl2pPr marL="539953" indent="0" algn="ctr">
              <a:buNone/>
              <a:defRPr sz="2362"/>
            </a:lvl2pPr>
            <a:lvl3pPr marL="1079906" indent="0" algn="ctr">
              <a:buNone/>
              <a:defRPr sz="2126"/>
            </a:lvl3pPr>
            <a:lvl4pPr marL="1619860" indent="0" algn="ctr">
              <a:buNone/>
              <a:defRPr sz="1890"/>
            </a:lvl4pPr>
            <a:lvl5pPr marL="2159813" indent="0" algn="ctr">
              <a:buNone/>
              <a:defRPr sz="1890"/>
            </a:lvl5pPr>
            <a:lvl6pPr marL="2699766" indent="0" algn="ctr">
              <a:buNone/>
              <a:defRPr sz="1890"/>
            </a:lvl6pPr>
            <a:lvl7pPr marL="3239719" indent="0" algn="ctr">
              <a:buNone/>
              <a:defRPr sz="1890"/>
            </a:lvl7pPr>
            <a:lvl8pPr marL="3779672" indent="0" algn="ctr">
              <a:buNone/>
              <a:defRPr sz="1890"/>
            </a:lvl8pPr>
            <a:lvl9pPr marL="4319626" indent="0" algn="ctr">
              <a:buNone/>
              <a:defRPr sz="189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5EAFED-DC62-4AA5-A123-33977EF58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3D2692-203A-4856-A0C9-4404E8EF7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32|34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D6BAA0-5F03-4338-8E5E-7CAFD86E7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7E698-47B6-4F40-B513-368D186D6B0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553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3C31A2-D0F8-4E98-AAB7-8C63AD67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244914-34F0-431C-B8F3-91D2B711B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0CA23F-AEDC-4B42-B9C5-6114C28F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A5D9DA-1B5F-46C2-AF0F-BD71636D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32|34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EF7399-69D7-43D4-A095-68C99EAD9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9DFD5-04EB-4710-9084-194886414A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098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74B0E6-8446-4A30-968D-5F3C88811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514" y="2019233"/>
            <a:ext cx="12420184" cy="3369135"/>
          </a:xfrm>
        </p:spPr>
        <p:txBody>
          <a:bodyPr anchor="b"/>
          <a:lstStyle>
            <a:lvl1pPr>
              <a:defRPr sz="7086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118C04-0A1D-44C6-984A-836CF68BE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2514" y="5420241"/>
            <a:ext cx="12420184" cy="1771749"/>
          </a:xfrm>
        </p:spPr>
        <p:txBody>
          <a:bodyPr/>
          <a:lstStyle>
            <a:lvl1pPr marL="0" indent="0">
              <a:buNone/>
              <a:defRPr sz="2834">
                <a:solidFill>
                  <a:schemeClr val="tx1">
                    <a:tint val="75000"/>
                  </a:schemeClr>
                </a:solidFill>
              </a:defRPr>
            </a:lvl1pPr>
            <a:lvl2pPr marL="539953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06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86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813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76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719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67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62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91058E-E6FD-45BE-A4BF-4DD84E80E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D42F9F-A192-406D-B8DB-453357352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32|34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0DF8B4-1039-48AA-9F8D-066BB9D1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9DFD5-04EB-4710-9084-194886414A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0116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E644D8-42D5-49FA-98E5-029249457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C0FA4E-38CD-4EF6-9524-C7F153BDF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014" y="2156097"/>
            <a:ext cx="6120091" cy="51390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5F8356-E6D1-4BC1-86A4-90FF548B5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90108" y="2156097"/>
            <a:ext cx="6120091" cy="51390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9C33FF-A8C3-41C7-91CC-0923543E0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361142-170A-41A3-8638-6606F4EAD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32|34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C239E1-AF1B-46FC-8A0B-67D99768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9DFD5-04EB-4710-9084-194886414A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012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D56958-EF37-4AE2-9A40-FDE7D19A7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890" y="431220"/>
            <a:ext cx="12420184" cy="1565514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F1445C-BFD7-4B2F-8803-55091414D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1891" y="1985485"/>
            <a:ext cx="6091965" cy="973055"/>
          </a:xfrm>
        </p:spPr>
        <p:txBody>
          <a:bodyPr anchor="b"/>
          <a:lstStyle>
            <a:lvl1pPr marL="0" indent="0">
              <a:buNone/>
              <a:defRPr sz="2834" b="1"/>
            </a:lvl1pPr>
            <a:lvl2pPr marL="539953" indent="0">
              <a:buNone/>
              <a:defRPr sz="2362" b="1"/>
            </a:lvl2pPr>
            <a:lvl3pPr marL="1079906" indent="0">
              <a:buNone/>
              <a:defRPr sz="2126" b="1"/>
            </a:lvl3pPr>
            <a:lvl4pPr marL="1619860" indent="0">
              <a:buNone/>
              <a:defRPr sz="1890" b="1"/>
            </a:lvl4pPr>
            <a:lvl5pPr marL="2159813" indent="0">
              <a:buNone/>
              <a:defRPr sz="1890" b="1"/>
            </a:lvl5pPr>
            <a:lvl6pPr marL="2699766" indent="0">
              <a:buNone/>
              <a:defRPr sz="1890" b="1"/>
            </a:lvl6pPr>
            <a:lvl7pPr marL="3239719" indent="0">
              <a:buNone/>
              <a:defRPr sz="1890" b="1"/>
            </a:lvl7pPr>
            <a:lvl8pPr marL="3779672" indent="0">
              <a:buNone/>
              <a:defRPr sz="1890" b="1"/>
            </a:lvl8pPr>
            <a:lvl9pPr marL="4319626" indent="0">
              <a:buNone/>
              <a:defRPr sz="189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A98A1A1-B22B-4572-AC63-83A8A0941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1891" y="2958540"/>
            <a:ext cx="6091965" cy="435156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0EC5F50-A30E-4B18-B98A-C5DC50684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90108" y="1985485"/>
            <a:ext cx="6121966" cy="973055"/>
          </a:xfrm>
        </p:spPr>
        <p:txBody>
          <a:bodyPr anchor="b"/>
          <a:lstStyle>
            <a:lvl1pPr marL="0" indent="0">
              <a:buNone/>
              <a:defRPr sz="2834" b="1"/>
            </a:lvl1pPr>
            <a:lvl2pPr marL="539953" indent="0">
              <a:buNone/>
              <a:defRPr sz="2362" b="1"/>
            </a:lvl2pPr>
            <a:lvl3pPr marL="1079906" indent="0">
              <a:buNone/>
              <a:defRPr sz="2126" b="1"/>
            </a:lvl3pPr>
            <a:lvl4pPr marL="1619860" indent="0">
              <a:buNone/>
              <a:defRPr sz="1890" b="1"/>
            </a:lvl4pPr>
            <a:lvl5pPr marL="2159813" indent="0">
              <a:buNone/>
              <a:defRPr sz="1890" b="1"/>
            </a:lvl5pPr>
            <a:lvl6pPr marL="2699766" indent="0">
              <a:buNone/>
              <a:defRPr sz="1890" b="1"/>
            </a:lvl6pPr>
            <a:lvl7pPr marL="3239719" indent="0">
              <a:buNone/>
              <a:defRPr sz="1890" b="1"/>
            </a:lvl7pPr>
            <a:lvl8pPr marL="3779672" indent="0">
              <a:buNone/>
              <a:defRPr sz="1890" b="1"/>
            </a:lvl8pPr>
            <a:lvl9pPr marL="4319626" indent="0">
              <a:buNone/>
              <a:defRPr sz="189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6F82FE-8B2A-4E7B-B5D0-C54989F8A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90108" y="2958540"/>
            <a:ext cx="6121966" cy="435156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856C096-A84C-4E9B-B52D-EC1F75A9C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774DB45-BE78-4A83-86EB-6001B8A4B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32|34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B1C1341-0EBB-4A16-94DC-3A068E47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9DFD5-04EB-4710-9084-194886414A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752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F94618-1902-4068-B7C5-C3FB9D1A3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E2A929-2E7A-4AC9-9638-76C9031E8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1659EC9-E0A5-403A-BDF3-1CAE26211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32|34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EA648FE-C3DE-41A8-A689-EB0DF1E42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9DFD5-04EB-4710-9084-194886414A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52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C220D1E-29F5-4A6F-87FF-2449C189F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A251ED1-A69E-4D64-82AD-1BB9B46FE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32|34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01E9D1-752A-4BBE-9CDD-81621A25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9DFD5-04EB-4710-9084-194886414A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973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EA758-377E-4F6E-8B1C-5D73667EA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891" y="539962"/>
            <a:ext cx="4644443" cy="1889866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E4E695-A379-41CB-9F60-0313EC1EF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1966" y="1166168"/>
            <a:ext cx="7290108" cy="5755841"/>
          </a:xfrm>
        </p:spPr>
        <p:txBody>
          <a:bodyPr/>
          <a:lstStyle>
            <a:lvl1pPr>
              <a:defRPr sz="3779"/>
            </a:lvl1pPr>
            <a:lvl2pPr>
              <a:defRPr sz="3307"/>
            </a:lvl2pPr>
            <a:lvl3pPr>
              <a:defRPr sz="2834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529969-7A43-4F9E-A31C-72C635726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1891" y="2429828"/>
            <a:ext cx="4644443" cy="4501556"/>
          </a:xfrm>
        </p:spPr>
        <p:txBody>
          <a:bodyPr/>
          <a:lstStyle>
            <a:lvl1pPr marL="0" indent="0">
              <a:buNone/>
              <a:defRPr sz="1890"/>
            </a:lvl1pPr>
            <a:lvl2pPr marL="539953" indent="0">
              <a:buNone/>
              <a:defRPr sz="1653"/>
            </a:lvl2pPr>
            <a:lvl3pPr marL="1079906" indent="0">
              <a:buNone/>
              <a:defRPr sz="1417"/>
            </a:lvl3pPr>
            <a:lvl4pPr marL="1619860" indent="0">
              <a:buNone/>
              <a:defRPr sz="1181"/>
            </a:lvl4pPr>
            <a:lvl5pPr marL="2159813" indent="0">
              <a:buNone/>
              <a:defRPr sz="1181"/>
            </a:lvl5pPr>
            <a:lvl6pPr marL="2699766" indent="0">
              <a:buNone/>
              <a:defRPr sz="1181"/>
            </a:lvl6pPr>
            <a:lvl7pPr marL="3239719" indent="0">
              <a:buNone/>
              <a:defRPr sz="1181"/>
            </a:lvl7pPr>
            <a:lvl8pPr marL="3779672" indent="0">
              <a:buNone/>
              <a:defRPr sz="1181"/>
            </a:lvl8pPr>
            <a:lvl9pPr marL="4319626" indent="0">
              <a:buNone/>
              <a:defRPr sz="118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3630E7-5515-48F9-A16A-C644862F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82061-B24D-40B2-B91A-2EDBF85A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32|34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3C58C0-7886-407E-8D54-5CE947EF5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9DFD5-04EB-4710-9084-194886414A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567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CC8E0D-56E0-4AED-9272-D08C083D0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891" y="539962"/>
            <a:ext cx="4644443" cy="1889866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B03C0D8-E929-4C97-8E7A-332079412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21966" y="1166168"/>
            <a:ext cx="7290108" cy="5755841"/>
          </a:xfrm>
        </p:spPr>
        <p:txBody>
          <a:bodyPr/>
          <a:lstStyle>
            <a:lvl1pPr marL="0" indent="0">
              <a:buNone/>
              <a:defRPr sz="3779"/>
            </a:lvl1pPr>
            <a:lvl2pPr marL="539953" indent="0">
              <a:buNone/>
              <a:defRPr sz="3307"/>
            </a:lvl2pPr>
            <a:lvl3pPr marL="1079906" indent="0">
              <a:buNone/>
              <a:defRPr sz="2834"/>
            </a:lvl3pPr>
            <a:lvl4pPr marL="1619860" indent="0">
              <a:buNone/>
              <a:defRPr sz="2362"/>
            </a:lvl4pPr>
            <a:lvl5pPr marL="2159813" indent="0">
              <a:buNone/>
              <a:defRPr sz="2362"/>
            </a:lvl5pPr>
            <a:lvl6pPr marL="2699766" indent="0">
              <a:buNone/>
              <a:defRPr sz="2362"/>
            </a:lvl6pPr>
            <a:lvl7pPr marL="3239719" indent="0">
              <a:buNone/>
              <a:defRPr sz="2362"/>
            </a:lvl7pPr>
            <a:lvl8pPr marL="3779672" indent="0">
              <a:buNone/>
              <a:defRPr sz="2362"/>
            </a:lvl8pPr>
            <a:lvl9pPr marL="4319626" indent="0">
              <a:buNone/>
              <a:defRPr sz="2362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4AF836-2E86-46C2-8BF1-4603830E5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1891" y="2429828"/>
            <a:ext cx="4644443" cy="4501556"/>
          </a:xfrm>
        </p:spPr>
        <p:txBody>
          <a:bodyPr/>
          <a:lstStyle>
            <a:lvl1pPr marL="0" indent="0">
              <a:buNone/>
              <a:defRPr sz="1890"/>
            </a:lvl1pPr>
            <a:lvl2pPr marL="539953" indent="0">
              <a:buNone/>
              <a:defRPr sz="1653"/>
            </a:lvl2pPr>
            <a:lvl3pPr marL="1079906" indent="0">
              <a:buNone/>
              <a:defRPr sz="1417"/>
            </a:lvl3pPr>
            <a:lvl4pPr marL="1619860" indent="0">
              <a:buNone/>
              <a:defRPr sz="1181"/>
            </a:lvl4pPr>
            <a:lvl5pPr marL="2159813" indent="0">
              <a:buNone/>
              <a:defRPr sz="1181"/>
            </a:lvl5pPr>
            <a:lvl6pPr marL="2699766" indent="0">
              <a:buNone/>
              <a:defRPr sz="1181"/>
            </a:lvl6pPr>
            <a:lvl7pPr marL="3239719" indent="0">
              <a:buNone/>
              <a:defRPr sz="1181"/>
            </a:lvl7pPr>
            <a:lvl8pPr marL="3779672" indent="0">
              <a:buNone/>
              <a:defRPr sz="1181"/>
            </a:lvl8pPr>
            <a:lvl9pPr marL="4319626" indent="0">
              <a:buNone/>
              <a:defRPr sz="118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BBEBEE-8ECD-4CE6-A33C-1B92E73DD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DD1AED-9E55-40F7-94EE-9A374F3CA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32|34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973A51-1FC8-41E5-9C91-46F49FC70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9DFD5-04EB-4710-9084-194886414A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43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AB7D4D-8B51-464C-83E2-E35471F39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5703D1-1A5D-435A-B2A9-DF813E955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AE8C7B-F9EE-4221-9974-1E706876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6D3F4A-6E96-4AE7-904E-82F0EF083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32|34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65864B-7F4E-49D7-8500-CFCFF1C9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9DFD5-04EB-4710-9084-194886414A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40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51A6EA-F8BF-4E3B-94B2-8373BE54E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305152" y="431220"/>
            <a:ext cx="3105046" cy="686388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6BBAEC-CA4D-4E53-8B93-EB98E62DB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90015" y="431220"/>
            <a:ext cx="9135135" cy="68638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C3EE04-E1BC-4911-82B3-F2124D9C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EE85FF-21B9-4A08-8B7F-3D27E93E1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32|34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D4B3BE-E1D7-4755-963D-37869592B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9DFD5-04EB-4710-9084-194886414A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85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458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5 (базовая тем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810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6 (базовая тем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219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7 (базовая тем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789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9 (базовая тем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559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1 (градиентная тем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0870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3 (градиентная тем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293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4 (градиентная тем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0637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5 (градиентная тем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87178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6 (градиентная тем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32062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8 (градиентная тем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94514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9 (градиентная тем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05908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1 (оранжевая тем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4480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2 (оранжевая тем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228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60610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82349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0906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36399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5262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6192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69679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0488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44705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1609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1185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023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773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4826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15826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9223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8113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555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795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9742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84051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3740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1760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>
            <a:extLst>
              <a:ext uri="{FF2B5EF4-FFF2-40B4-BE49-F238E27FC236}">
                <a16:creationId xmlns:a16="http://schemas.microsoft.com/office/drawing/2014/main" id="{E0EBDC4F-2E30-1147-88B4-E7FF0D85F37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332637" y="1121571"/>
            <a:ext cx="11734938" cy="6156049"/>
            <a:chOff x="762" y="1755"/>
            <a:chExt cx="4362" cy="2567"/>
          </a:xfrm>
          <a:solidFill>
            <a:schemeClr val="bg1">
              <a:lumMod val="95000"/>
            </a:schemeClr>
          </a:solidFill>
        </p:grpSpPr>
        <p:sp>
          <p:nvSpPr>
            <p:cNvPr id="4" name="Freeform 9">
              <a:extLst>
                <a:ext uri="{FF2B5EF4-FFF2-40B4-BE49-F238E27FC236}">
                  <a16:creationId xmlns:a16="http://schemas.microsoft.com/office/drawing/2014/main" id="{3184C66B-ABDE-8A49-811E-E22611182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" y="2907"/>
              <a:ext cx="31" cy="31"/>
            </a:xfrm>
            <a:custGeom>
              <a:avLst/>
              <a:gdLst>
                <a:gd name="T0" fmla="*/ 3 w 15"/>
                <a:gd name="T1" fmla="*/ 1 h 15"/>
                <a:gd name="T2" fmla="*/ 6 w 15"/>
                <a:gd name="T3" fmla="*/ 6 h 15"/>
                <a:gd name="T4" fmla="*/ 9 w 15"/>
                <a:gd name="T5" fmla="*/ 0 h 15"/>
                <a:gd name="T6" fmla="*/ 15 w 15"/>
                <a:gd name="T7" fmla="*/ 7 h 15"/>
                <a:gd name="T8" fmla="*/ 8 w 15"/>
                <a:gd name="T9" fmla="*/ 15 h 15"/>
                <a:gd name="T10" fmla="*/ 0 w 15"/>
                <a:gd name="T11" fmla="*/ 7 h 15"/>
                <a:gd name="T12" fmla="*/ 3 w 15"/>
                <a:gd name="T13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" h="15">
                  <a:moveTo>
                    <a:pt x="3" y="1"/>
                  </a:moveTo>
                  <a:cubicBezTo>
                    <a:pt x="5" y="3"/>
                    <a:pt x="5" y="5"/>
                    <a:pt x="6" y="6"/>
                  </a:cubicBezTo>
                  <a:cubicBezTo>
                    <a:pt x="6" y="7"/>
                    <a:pt x="11" y="4"/>
                    <a:pt x="9" y="0"/>
                  </a:cubicBezTo>
                  <a:cubicBezTo>
                    <a:pt x="12" y="0"/>
                    <a:pt x="15" y="4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4" y="15"/>
                    <a:pt x="0" y="11"/>
                    <a:pt x="0" y="7"/>
                  </a:cubicBezTo>
                  <a:cubicBezTo>
                    <a:pt x="0" y="5"/>
                    <a:pt x="2" y="3"/>
                    <a:pt x="3" y="1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0B52BF1A-0683-6146-AAEB-363ECA020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4" y="2453"/>
              <a:ext cx="421" cy="565"/>
            </a:xfrm>
            <a:custGeom>
              <a:avLst/>
              <a:gdLst>
                <a:gd name="T0" fmla="*/ 193 w 202"/>
                <a:gd name="T1" fmla="*/ 56 h 271"/>
                <a:gd name="T2" fmla="*/ 200 w 202"/>
                <a:gd name="T3" fmla="*/ 95 h 271"/>
                <a:gd name="T4" fmla="*/ 181 w 202"/>
                <a:gd name="T5" fmla="*/ 88 h 271"/>
                <a:gd name="T6" fmla="*/ 164 w 202"/>
                <a:gd name="T7" fmla="*/ 88 h 271"/>
                <a:gd name="T8" fmla="*/ 155 w 202"/>
                <a:gd name="T9" fmla="*/ 104 h 271"/>
                <a:gd name="T10" fmla="*/ 154 w 202"/>
                <a:gd name="T11" fmla="*/ 124 h 271"/>
                <a:gd name="T12" fmla="*/ 164 w 202"/>
                <a:gd name="T13" fmla="*/ 144 h 271"/>
                <a:gd name="T14" fmla="*/ 167 w 202"/>
                <a:gd name="T15" fmla="*/ 169 h 271"/>
                <a:gd name="T16" fmla="*/ 176 w 202"/>
                <a:gd name="T17" fmla="*/ 184 h 271"/>
                <a:gd name="T18" fmla="*/ 193 w 202"/>
                <a:gd name="T19" fmla="*/ 181 h 271"/>
                <a:gd name="T20" fmla="*/ 187 w 202"/>
                <a:gd name="T21" fmla="*/ 198 h 271"/>
                <a:gd name="T22" fmla="*/ 178 w 202"/>
                <a:gd name="T23" fmla="*/ 213 h 271"/>
                <a:gd name="T24" fmla="*/ 163 w 202"/>
                <a:gd name="T25" fmla="*/ 231 h 271"/>
                <a:gd name="T26" fmla="*/ 161 w 202"/>
                <a:gd name="T27" fmla="*/ 217 h 271"/>
                <a:gd name="T28" fmla="*/ 147 w 202"/>
                <a:gd name="T29" fmla="*/ 227 h 271"/>
                <a:gd name="T30" fmla="*/ 127 w 202"/>
                <a:gd name="T31" fmla="*/ 241 h 271"/>
                <a:gd name="T32" fmla="*/ 130 w 202"/>
                <a:gd name="T33" fmla="*/ 255 h 271"/>
                <a:gd name="T34" fmla="*/ 113 w 202"/>
                <a:gd name="T35" fmla="*/ 269 h 271"/>
                <a:gd name="T36" fmla="*/ 103 w 202"/>
                <a:gd name="T37" fmla="*/ 260 h 271"/>
                <a:gd name="T38" fmla="*/ 89 w 202"/>
                <a:gd name="T39" fmla="*/ 260 h 271"/>
                <a:gd name="T40" fmla="*/ 74 w 202"/>
                <a:gd name="T41" fmla="*/ 266 h 271"/>
                <a:gd name="T42" fmla="*/ 75 w 202"/>
                <a:gd name="T43" fmla="*/ 253 h 271"/>
                <a:gd name="T44" fmla="*/ 75 w 202"/>
                <a:gd name="T45" fmla="*/ 245 h 271"/>
                <a:gd name="T46" fmla="*/ 59 w 202"/>
                <a:gd name="T47" fmla="*/ 230 h 271"/>
                <a:gd name="T48" fmla="*/ 36 w 202"/>
                <a:gd name="T49" fmla="*/ 238 h 271"/>
                <a:gd name="T50" fmla="*/ 30 w 202"/>
                <a:gd name="T51" fmla="*/ 227 h 271"/>
                <a:gd name="T52" fmla="*/ 10 w 202"/>
                <a:gd name="T53" fmla="*/ 208 h 271"/>
                <a:gd name="T54" fmla="*/ 4 w 202"/>
                <a:gd name="T55" fmla="*/ 189 h 271"/>
                <a:gd name="T56" fmla="*/ 7 w 202"/>
                <a:gd name="T57" fmla="*/ 176 h 271"/>
                <a:gd name="T58" fmla="*/ 18 w 202"/>
                <a:gd name="T59" fmla="*/ 171 h 271"/>
                <a:gd name="T60" fmla="*/ 9 w 202"/>
                <a:gd name="T61" fmla="*/ 159 h 271"/>
                <a:gd name="T62" fmla="*/ 22 w 202"/>
                <a:gd name="T63" fmla="*/ 149 h 271"/>
                <a:gd name="T64" fmla="*/ 30 w 202"/>
                <a:gd name="T65" fmla="*/ 142 h 271"/>
                <a:gd name="T66" fmla="*/ 39 w 202"/>
                <a:gd name="T67" fmla="*/ 131 h 271"/>
                <a:gd name="T68" fmla="*/ 48 w 202"/>
                <a:gd name="T69" fmla="*/ 119 h 271"/>
                <a:gd name="T70" fmla="*/ 34 w 202"/>
                <a:gd name="T71" fmla="*/ 101 h 271"/>
                <a:gd name="T72" fmla="*/ 25 w 202"/>
                <a:gd name="T73" fmla="*/ 79 h 271"/>
                <a:gd name="T74" fmla="*/ 25 w 202"/>
                <a:gd name="T75" fmla="*/ 69 h 271"/>
                <a:gd name="T76" fmla="*/ 29 w 202"/>
                <a:gd name="T77" fmla="*/ 61 h 271"/>
                <a:gd name="T78" fmla="*/ 38 w 202"/>
                <a:gd name="T79" fmla="*/ 51 h 271"/>
                <a:gd name="T80" fmla="*/ 50 w 202"/>
                <a:gd name="T81" fmla="*/ 43 h 271"/>
                <a:gd name="T82" fmla="*/ 50 w 202"/>
                <a:gd name="T83" fmla="*/ 26 h 271"/>
                <a:gd name="T84" fmla="*/ 55 w 202"/>
                <a:gd name="T85" fmla="*/ 17 h 271"/>
                <a:gd name="T86" fmla="*/ 72 w 202"/>
                <a:gd name="T87" fmla="*/ 27 h 271"/>
                <a:gd name="T88" fmla="*/ 94 w 202"/>
                <a:gd name="T89" fmla="*/ 24 h 271"/>
                <a:gd name="T90" fmla="*/ 109 w 202"/>
                <a:gd name="T91" fmla="*/ 14 h 271"/>
                <a:gd name="T92" fmla="*/ 131 w 202"/>
                <a:gd name="T93" fmla="*/ 2 h 271"/>
                <a:gd name="T94" fmla="*/ 139 w 202"/>
                <a:gd name="T95" fmla="*/ 16 h 271"/>
                <a:gd name="T96" fmla="*/ 147 w 202"/>
                <a:gd name="T97" fmla="*/ 20 h 271"/>
                <a:gd name="T98" fmla="*/ 157 w 202"/>
                <a:gd name="T99" fmla="*/ 32 h 271"/>
                <a:gd name="T100" fmla="*/ 174 w 202"/>
                <a:gd name="T101" fmla="*/ 35 h 271"/>
                <a:gd name="T102" fmla="*/ 179 w 202"/>
                <a:gd name="T103" fmla="*/ 52 h 271"/>
                <a:gd name="T104" fmla="*/ 187 w 202"/>
                <a:gd name="T105" fmla="*/ 54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2" h="271">
                  <a:moveTo>
                    <a:pt x="193" y="55"/>
                  </a:moveTo>
                  <a:cubicBezTo>
                    <a:pt x="193" y="55"/>
                    <a:pt x="193" y="55"/>
                    <a:pt x="193" y="56"/>
                  </a:cubicBezTo>
                  <a:cubicBezTo>
                    <a:pt x="194" y="58"/>
                    <a:pt x="199" y="80"/>
                    <a:pt x="200" y="84"/>
                  </a:cubicBezTo>
                  <a:cubicBezTo>
                    <a:pt x="201" y="89"/>
                    <a:pt x="202" y="94"/>
                    <a:pt x="200" y="95"/>
                  </a:cubicBezTo>
                  <a:cubicBezTo>
                    <a:pt x="199" y="95"/>
                    <a:pt x="195" y="89"/>
                    <a:pt x="192" y="90"/>
                  </a:cubicBezTo>
                  <a:cubicBezTo>
                    <a:pt x="189" y="92"/>
                    <a:pt x="184" y="91"/>
                    <a:pt x="181" y="88"/>
                  </a:cubicBezTo>
                  <a:cubicBezTo>
                    <a:pt x="178" y="86"/>
                    <a:pt x="175" y="76"/>
                    <a:pt x="171" y="78"/>
                  </a:cubicBezTo>
                  <a:cubicBezTo>
                    <a:pt x="168" y="81"/>
                    <a:pt x="166" y="88"/>
                    <a:pt x="164" y="88"/>
                  </a:cubicBezTo>
                  <a:cubicBezTo>
                    <a:pt x="162" y="88"/>
                    <a:pt x="160" y="90"/>
                    <a:pt x="158" y="93"/>
                  </a:cubicBezTo>
                  <a:cubicBezTo>
                    <a:pt x="156" y="95"/>
                    <a:pt x="158" y="101"/>
                    <a:pt x="155" y="104"/>
                  </a:cubicBezTo>
                  <a:cubicBezTo>
                    <a:pt x="152" y="107"/>
                    <a:pt x="151" y="109"/>
                    <a:pt x="151" y="114"/>
                  </a:cubicBezTo>
                  <a:cubicBezTo>
                    <a:pt x="152" y="118"/>
                    <a:pt x="149" y="119"/>
                    <a:pt x="154" y="124"/>
                  </a:cubicBezTo>
                  <a:cubicBezTo>
                    <a:pt x="160" y="128"/>
                    <a:pt x="159" y="129"/>
                    <a:pt x="160" y="133"/>
                  </a:cubicBezTo>
                  <a:cubicBezTo>
                    <a:pt x="160" y="137"/>
                    <a:pt x="161" y="140"/>
                    <a:pt x="164" y="144"/>
                  </a:cubicBezTo>
                  <a:cubicBezTo>
                    <a:pt x="166" y="149"/>
                    <a:pt x="163" y="151"/>
                    <a:pt x="163" y="155"/>
                  </a:cubicBezTo>
                  <a:cubicBezTo>
                    <a:pt x="162" y="159"/>
                    <a:pt x="164" y="164"/>
                    <a:pt x="167" y="169"/>
                  </a:cubicBezTo>
                  <a:cubicBezTo>
                    <a:pt x="170" y="173"/>
                    <a:pt x="171" y="175"/>
                    <a:pt x="171" y="178"/>
                  </a:cubicBezTo>
                  <a:cubicBezTo>
                    <a:pt x="171" y="182"/>
                    <a:pt x="175" y="184"/>
                    <a:pt x="176" y="184"/>
                  </a:cubicBezTo>
                  <a:cubicBezTo>
                    <a:pt x="178" y="184"/>
                    <a:pt x="181" y="181"/>
                    <a:pt x="182" y="178"/>
                  </a:cubicBezTo>
                  <a:cubicBezTo>
                    <a:pt x="182" y="174"/>
                    <a:pt x="191" y="175"/>
                    <a:pt x="193" y="181"/>
                  </a:cubicBezTo>
                  <a:cubicBezTo>
                    <a:pt x="194" y="186"/>
                    <a:pt x="189" y="186"/>
                    <a:pt x="187" y="189"/>
                  </a:cubicBezTo>
                  <a:cubicBezTo>
                    <a:pt x="186" y="193"/>
                    <a:pt x="191" y="197"/>
                    <a:pt x="187" y="198"/>
                  </a:cubicBezTo>
                  <a:cubicBezTo>
                    <a:pt x="183" y="199"/>
                    <a:pt x="180" y="200"/>
                    <a:pt x="179" y="203"/>
                  </a:cubicBezTo>
                  <a:cubicBezTo>
                    <a:pt x="178" y="206"/>
                    <a:pt x="178" y="209"/>
                    <a:pt x="178" y="213"/>
                  </a:cubicBezTo>
                  <a:cubicBezTo>
                    <a:pt x="177" y="216"/>
                    <a:pt x="173" y="214"/>
                    <a:pt x="172" y="218"/>
                  </a:cubicBezTo>
                  <a:cubicBezTo>
                    <a:pt x="171" y="223"/>
                    <a:pt x="168" y="231"/>
                    <a:pt x="163" y="231"/>
                  </a:cubicBezTo>
                  <a:cubicBezTo>
                    <a:pt x="158" y="230"/>
                    <a:pt x="155" y="228"/>
                    <a:pt x="158" y="224"/>
                  </a:cubicBezTo>
                  <a:cubicBezTo>
                    <a:pt x="161" y="221"/>
                    <a:pt x="165" y="217"/>
                    <a:pt x="161" y="217"/>
                  </a:cubicBezTo>
                  <a:cubicBezTo>
                    <a:pt x="158" y="217"/>
                    <a:pt x="155" y="216"/>
                    <a:pt x="150" y="219"/>
                  </a:cubicBezTo>
                  <a:cubicBezTo>
                    <a:pt x="145" y="222"/>
                    <a:pt x="152" y="227"/>
                    <a:pt x="147" y="227"/>
                  </a:cubicBezTo>
                  <a:cubicBezTo>
                    <a:pt x="142" y="227"/>
                    <a:pt x="133" y="229"/>
                    <a:pt x="130" y="232"/>
                  </a:cubicBezTo>
                  <a:cubicBezTo>
                    <a:pt x="127" y="235"/>
                    <a:pt x="126" y="236"/>
                    <a:pt x="127" y="241"/>
                  </a:cubicBezTo>
                  <a:cubicBezTo>
                    <a:pt x="128" y="246"/>
                    <a:pt x="131" y="245"/>
                    <a:pt x="129" y="247"/>
                  </a:cubicBezTo>
                  <a:cubicBezTo>
                    <a:pt x="127" y="249"/>
                    <a:pt x="136" y="251"/>
                    <a:pt x="130" y="255"/>
                  </a:cubicBezTo>
                  <a:cubicBezTo>
                    <a:pt x="125" y="259"/>
                    <a:pt x="121" y="255"/>
                    <a:pt x="120" y="260"/>
                  </a:cubicBezTo>
                  <a:cubicBezTo>
                    <a:pt x="119" y="265"/>
                    <a:pt x="117" y="266"/>
                    <a:pt x="113" y="269"/>
                  </a:cubicBezTo>
                  <a:cubicBezTo>
                    <a:pt x="111" y="270"/>
                    <a:pt x="110" y="271"/>
                    <a:pt x="108" y="271"/>
                  </a:cubicBezTo>
                  <a:cubicBezTo>
                    <a:pt x="103" y="260"/>
                    <a:pt x="103" y="260"/>
                    <a:pt x="103" y="260"/>
                  </a:cubicBezTo>
                  <a:cubicBezTo>
                    <a:pt x="98" y="264"/>
                    <a:pt x="98" y="264"/>
                    <a:pt x="98" y="264"/>
                  </a:cubicBezTo>
                  <a:cubicBezTo>
                    <a:pt x="89" y="260"/>
                    <a:pt x="89" y="260"/>
                    <a:pt x="89" y="260"/>
                  </a:cubicBezTo>
                  <a:cubicBezTo>
                    <a:pt x="81" y="268"/>
                    <a:pt x="81" y="268"/>
                    <a:pt x="81" y="268"/>
                  </a:cubicBezTo>
                  <a:cubicBezTo>
                    <a:pt x="74" y="266"/>
                    <a:pt x="74" y="266"/>
                    <a:pt x="74" y="266"/>
                  </a:cubicBezTo>
                  <a:cubicBezTo>
                    <a:pt x="72" y="259"/>
                    <a:pt x="72" y="259"/>
                    <a:pt x="72" y="259"/>
                  </a:cubicBezTo>
                  <a:cubicBezTo>
                    <a:pt x="75" y="253"/>
                    <a:pt x="75" y="253"/>
                    <a:pt x="75" y="253"/>
                  </a:cubicBezTo>
                  <a:cubicBezTo>
                    <a:pt x="80" y="251"/>
                    <a:pt x="80" y="251"/>
                    <a:pt x="80" y="251"/>
                  </a:cubicBezTo>
                  <a:cubicBezTo>
                    <a:pt x="75" y="245"/>
                    <a:pt x="75" y="245"/>
                    <a:pt x="75" y="245"/>
                  </a:cubicBezTo>
                  <a:cubicBezTo>
                    <a:pt x="75" y="240"/>
                    <a:pt x="75" y="240"/>
                    <a:pt x="75" y="240"/>
                  </a:cubicBezTo>
                  <a:cubicBezTo>
                    <a:pt x="59" y="230"/>
                    <a:pt x="59" y="230"/>
                    <a:pt x="59" y="230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36" y="238"/>
                    <a:pt x="36" y="238"/>
                    <a:pt x="36" y="238"/>
                  </a:cubicBezTo>
                  <a:cubicBezTo>
                    <a:pt x="32" y="238"/>
                    <a:pt x="32" y="238"/>
                    <a:pt x="32" y="238"/>
                  </a:cubicBezTo>
                  <a:cubicBezTo>
                    <a:pt x="30" y="227"/>
                    <a:pt x="30" y="227"/>
                    <a:pt x="30" y="227"/>
                  </a:cubicBezTo>
                  <a:cubicBezTo>
                    <a:pt x="21" y="220"/>
                    <a:pt x="21" y="220"/>
                    <a:pt x="21" y="220"/>
                  </a:cubicBezTo>
                  <a:cubicBezTo>
                    <a:pt x="10" y="208"/>
                    <a:pt x="10" y="208"/>
                    <a:pt x="10" y="208"/>
                  </a:cubicBezTo>
                  <a:cubicBezTo>
                    <a:pt x="5" y="197"/>
                    <a:pt x="5" y="197"/>
                    <a:pt x="5" y="197"/>
                  </a:cubicBezTo>
                  <a:cubicBezTo>
                    <a:pt x="4" y="189"/>
                    <a:pt x="4" y="189"/>
                    <a:pt x="4" y="189"/>
                  </a:cubicBezTo>
                  <a:cubicBezTo>
                    <a:pt x="0" y="183"/>
                    <a:pt x="0" y="183"/>
                    <a:pt x="0" y="183"/>
                  </a:cubicBezTo>
                  <a:cubicBezTo>
                    <a:pt x="7" y="176"/>
                    <a:pt x="7" y="176"/>
                    <a:pt x="7" y="176"/>
                  </a:cubicBezTo>
                  <a:cubicBezTo>
                    <a:pt x="15" y="172"/>
                    <a:pt x="15" y="172"/>
                    <a:pt x="15" y="172"/>
                  </a:cubicBezTo>
                  <a:cubicBezTo>
                    <a:pt x="18" y="171"/>
                    <a:pt x="18" y="171"/>
                    <a:pt x="18" y="171"/>
                  </a:cubicBezTo>
                  <a:cubicBezTo>
                    <a:pt x="22" y="165"/>
                    <a:pt x="22" y="165"/>
                    <a:pt x="22" y="165"/>
                  </a:cubicBezTo>
                  <a:cubicBezTo>
                    <a:pt x="9" y="159"/>
                    <a:pt x="9" y="159"/>
                    <a:pt x="9" y="159"/>
                  </a:cubicBezTo>
                  <a:cubicBezTo>
                    <a:pt x="15" y="154"/>
                    <a:pt x="15" y="154"/>
                    <a:pt x="15" y="154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23" y="141"/>
                    <a:pt x="23" y="141"/>
                    <a:pt x="23" y="141"/>
                  </a:cubicBezTo>
                  <a:cubicBezTo>
                    <a:pt x="30" y="142"/>
                    <a:pt x="30" y="142"/>
                    <a:pt x="30" y="142"/>
                  </a:cubicBezTo>
                  <a:cubicBezTo>
                    <a:pt x="37" y="142"/>
                    <a:pt x="37" y="142"/>
                    <a:pt x="37" y="142"/>
                  </a:cubicBezTo>
                  <a:cubicBezTo>
                    <a:pt x="39" y="131"/>
                    <a:pt x="39" y="131"/>
                    <a:pt x="39" y="131"/>
                  </a:cubicBezTo>
                  <a:cubicBezTo>
                    <a:pt x="42" y="122"/>
                    <a:pt x="42" y="122"/>
                    <a:pt x="42" y="122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46" y="111"/>
                    <a:pt x="46" y="111"/>
                    <a:pt x="46" y="111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35" y="88"/>
                    <a:pt x="35" y="88"/>
                    <a:pt x="35" y="88"/>
                  </a:cubicBezTo>
                  <a:cubicBezTo>
                    <a:pt x="25" y="79"/>
                    <a:pt x="25" y="79"/>
                    <a:pt x="25" y="79"/>
                  </a:cubicBezTo>
                  <a:cubicBezTo>
                    <a:pt x="33" y="73"/>
                    <a:pt x="33" y="73"/>
                    <a:pt x="33" y="73"/>
                  </a:cubicBezTo>
                  <a:cubicBezTo>
                    <a:pt x="25" y="69"/>
                    <a:pt x="25" y="69"/>
                    <a:pt x="25" y="69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0" y="26"/>
                    <a:pt x="50" y="26"/>
                    <a:pt x="50" y="26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72" y="27"/>
                    <a:pt x="72" y="27"/>
                    <a:pt x="72" y="27"/>
                  </a:cubicBezTo>
                  <a:cubicBezTo>
                    <a:pt x="76" y="22"/>
                    <a:pt x="76" y="22"/>
                    <a:pt x="76" y="22"/>
                  </a:cubicBezTo>
                  <a:cubicBezTo>
                    <a:pt x="94" y="24"/>
                    <a:pt x="94" y="24"/>
                    <a:pt x="94" y="24"/>
                  </a:cubicBezTo>
                  <a:cubicBezTo>
                    <a:pt x="98" y="12"/>
                    <a:pt x="98" y="12"/>
                    <a:pt x="98" y="12"/>
                  </a:cubicBezTo>
                  <a:cubicBezTo>
                    <a:pt x="109" y="14"/>
                    <a:pt x="109" y="14"/>
                    <a:pt x="109" y="14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31" y="2"/>
                    <a:pt x="131" y="2"/>
                    <a:pt x="131" y="2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39" y="16"/>
                    <a:pt x="139" y="16"/>
                    <a:pt x="139" y="16"/>
                  </a:cubicBezTo>
                  <a:cubicBezTo>
                    <a:pt x="140" y="20"/>
                    <a:pt x="140" y="20"/>
                    <a:pt x="140" y="20"/>
                  </a:cubicBezTo>
                  <a:cubicBezTo>
                    <a:pt x="147" y="20"/>
                    <a:pt x="147" y="20"/>
                    <a:pt x="147" y="20"/>
                  </a:cubicBezTo>
                  <a:cubicBezTo>
                    <a:pt x="154" y="27"/>
                    <a:pt x="154" y="27"/>
                    <a:pt x="154" y="27"/>
                  </a:cubicBezTo>
                  <a:cubicBezTo>
                    <a:pt x="157" y="32"/>
                    <a:pt x="157" y="32"/>
                    <a:pt x="157" y="32"/>
                  </a:cubicBezTo>
                  <a:cubicBezTo>
                    <a:pt x="166" y="37"/>
                    <a:pt x="166" y="37"/>
                    <a:pt x="166" y="37"/>
                  </a:cubicBezTo>
                  <a:cubicBezTo>
                    <a:pt x="174" y="35"/>
                    <a:pt x="174" y="35"/>
                    <a:pt x="174" y="35"/>
                  </a:cubicBezTo>
                  <a:cubicBezTo>
                    <a:pt x="177" y="41"/>
                    <a:pt x="177" y="41"/>
                    <a:pt x="177" y="41"/>
                  </a:cubicBezTo>
                  <a:cubicBezTo>
                    <a:pt x="179" y="52"/>
                    <a:pt x="179" y="52"/>
                    <a:pt x="179" y="52"/>
                  </a:cubicBezTo>
                  <a:cubicBezTo>
                    <a:pt x="187" y="50"/>
                    <a:pt x="187" y="50"/>
                    <a:pt x="187" y="50"/>
                  </a:cubicBezTo>
                  <a:cubicBezTo>
                    <a:pt x="187" y="54"/>
                    <a:pt x="187" y="54"/>
                    <a:pt x="187" y="54"/>
                  </a:cubicBezTo>
                  <a:lnTo>
                    <a:pt x="193" y="55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C6544A8B-3D1A-5849-BC0B-5528793B2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4" y="3326"/>
              <a:ext cx="375" cy="409"/>
            </a:xfrm>
            <a:custGeom>
              <a:avLst/>
              <a:gdLst>
                <a:gd name="T0" fmla="*/ 1 w 180"/>
                <a:gd name="T1" fmla="*/ 5 h 196"/>
                <a:gd name="T2" fmla="*/ 7 w 180"/>
                <a:gd name="T3" fmla="*/ 13 h 196"/>
                <a:gd name="T4" fmla="*/ 15 w 180"/>
                <a:gd name="T5" fmla="*/ 20 h 196"/>
                <a:gd name="T6" fmla="*/ 16 w 180"/>
                <a:gd name="T7" fmla="*/ 27 h 196"/>
                <a:gd name="T8" fmla="*/ 11 w 180"/>
                <a:gd name="T9" fmla="*/ 37 h 196"/>
                <a:gd name="T10" fmla="*/ 22 w 180"/>
                <a:gd name="T11" fmla="*/ 47 h 196"/>
                <a:gd name="T12" fmla="*/ 38 w 180"/>
                <a:gd name="T13" fmla="*/ 68 h 196"/>
                <a:gd name="T14" fmla="*/ 58 w 180"/>
                <a:gd name="T15" fmla="*/ 74 h 196"/>
                <a:gd name="T16" fmla="*/ 66 w 180"/>
                <a:gd name="T17" fmla="*/ 89 h 196"/>
                <a:gd name="T18" fmla="*/ 83 w 180"/>
                <a:gd name="T19" fmla="*/ 104 h 196"/>
                <a:gd name="T20" fmla="*/ 103 w 180"/>
                <a:gd name="T21" fmla="*/ 133 h 196"/>
                <a:gd name="T22" fmla="*/ 116 w 180"/>
                <a:gd name="T23" fmla="*/ 141 h 196"/>
                <a:gd name="T24" fmla="*/ 127 w 180"/>
                <a:gd name="T25" fmla="*/ 156 h 196"/>
                <a:gd name="T26" fmla="*/ 136 w 180"/>
                <a:gd name="T27" fmla="*/ 166 h 196"/>
                <a:gd name="T28" fmla="*/ 143 w 180"/>
                <a:gd name="T29" fmla="*/ 179 h 196"/>
                <a:gd name="T30" fmla="*/ 159 w 180"/>
                <a:gd name="T31" fmla="*/ 193 h 196"/>
                <a:gd name="T32" fmla="*/ 162 w 180"/>
                <a:gd name="T33" fmla="*/ 186 h 196"/>
                <a:gd name="T34" fmla="*/ 155 w 180"/>
                <a:gd name="T35" fmla="*/ 172 h 196"/>
                <a:gd name="T36" fmla="*/ 161 w 180"/>
                <a:gd name="T37" fmla="*/ 167 h 196"/>
                <a:gd name="T38" fmla="*/ 166 w 180"/>
                <a:gd name="T39" fmla="*/ 163 h 196"/>
                <a:gd name="T40" fmla="*/ 178 w 180"/>
                <a:gd name="T41" fmla="*/ 168 h 196"/>
                <a:gd name="T42" fmla="*/ 170 w 180"/>
                <a:gd name="T43" fmla="*/ 156 h 196"/>
                <a:gd name="T44" fmla="*/ 162 w 180"/>
                <a:gd name="T45" fmla="*/ 158 h 196"/>
                <a:gd name="T46" fmla="*/ 153 w 180"/>
                <a:gd name="T47" fmla="*/ 152 h 196"/>
                <a:gd name="T48" fmla="*/ 138 w 180"/>
                <a:gd name="T49" fmla="*/ 150 h 196"/>
                <a:gd name="T50" fmla="*/ 124 w 180"/>
                <a:gd name="T51" fmla="*/ 133 h 196"/>
                <a:gd name="T52" fmla="*/ 114 w 180"/>
                <a:gd name="T53" fmla="*/ 114 h 196"/>
                <a:gd name="T54" fmla="*/ 114 w 180"/>
                <a:gd name="T55" fmla="*/ 100 h 196"/>
                <a:gd name="T56" fmla="*/ 128 w 180"/>
                <a:gd name="T57" fmla="*/ 94 h 196"/>
                <a:gd name="T58" fmla="*/ 137 w 180"/>
                <a:gd name="T59" fmla="*/ 95 h 196"/>
                <a:gd name="T60" fmla="*/ 120 w 180"/>
                <a:gd name="T61" fmla="*/ 88 h 196"/>
                <a:gd name="T62" fmla="*/ 74 w 180"/>
                <a:gd name="T63" fmla="*/ 58 h 196"/>
                <a:gd name="T64" fmla="*/ 61 w 180"/>
                <a:gd name="T65" fmla="*/ 50 h 196"/>
                <a:gd name="T66" fmla="*/ 51 w 180"/>
                <a:gd name="T67" fmla="*/ 42 h 196"/>
                <a:gd name="T68" fmla="*/ 43 w 180"/>
                <a:gd name="T69" fmla="*/ 30 h 196"/>
                <a:gd name="T70" fmla="*/ 25 w 180"/>
                <a:gd name="T71" fmla="*/ 16 h 196"/>
                <a:gd name="T72" fmla="*/ 12 w 180"/>
                <a:gd name="T73" fmla="*/ 7 h 196"/>
                <a:gd name="T74" fmla="*/ 5 w 180"/>
                <a:gd name="T75" fmla="*/ 0 h 196"/>
                <a:gd name="T76" fmla="*/ 1 w 180"/>
                <a:gd name="T77" fmla="*/ 5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0" h="196">
                  <a:moveTo>
                    <a:pt x="1" y="5"/>
                  </a:moveTo>
                  <a:cubicBezTo>
                    <a:pt x="0" y="7"/>
                    <a:pt x="3" y="13"/>
                    <a:pt x="7" y="13"/>
                  </a:cubicBezTo>
                  <a:cubicBezTo>
                    <a:pt x="10" y="13"/>
                    <a:pt x="12" y="15"/>
                    <a:pt x="15" y="20"/>
                  </a:cubicBezTo>
                  <a:cubicBezTo>
                    <a:pt x="18" y="24"/>
                    <a:pt x="20" y="27"/>
                    <a:pt x="16" y="27"/>
                  </a:cubicBezTo>
                  <a:cubicBezTo>
                    <a:pt x="12" y="27"/>
                    <a:pt x="9" y="33"/>
                    <a:pt x="11" y="37"/>
                  </a:cubicBezTo>
                  <a:cubicBezTo>
                    <a:pt x="13" y="41"/>
                    <a:pt x="20" y="44"/>
                    <a:pt x="22" y="47"/>
                  </a:cubicBezTo>
                  <a:cubicBezTo>
                    <a:pt x="25" y="50"/>
                    <a:pt x="33" y="64"/>
                    <a:pt x="38" y="68"/>
                  </a:cubicBezTo>
                  <a:cubicBezTo>
                    <a:pt x="42" y="72"/>
                    <a:pt x="51" y="70"/>
                    <a:pt x="58" y="74"/>
                  </a:cubicBezTo>
                  <a:cubicBezTo>
                    <a:pt x="64" y="77"/>
                    <a:pt x="65" y="84"/>
                    <a:pt x="66" y="89"/>
                  </a:cubicBezTo>
                  <a:cubicBezTo>
                    <a:pt x="67" y="95"/>
                    <a:pt x="79" y="99"/>
                    <a:pt x="83" y="104"/>
                  </a:cubicBezTo>
                  <a:cubicBezTo>
                    <a:pt x="87" y="108"/>
                    <a:pt x="101" y="128"/>
                    <a:pt x="103" y="133"/>
                  </a:cubicBezTo>
                  <a:cubicBezTo>
                    <a:pt x="105" y="139"/>
                    <a:pt x="112" y="138"/>
                    <a:pt x="116" y="141"/>
                  </a:cubicBezTo>
                  <a:cubicBezTo>
                    <a:pt x="121" y="143"/>
                    <a:pt x="126" y="153"/>
                    <a:pt x="127" y="156"/>
                  </a:cubicBezTo>
                  <a:cubicBezTo>
                    <a:pt x="128" y="160"/>
                    <a:pt x="132" y="162"/>
                    <a:pt x="136" y="166"/>
                  </a:cubicBezTo>
                  <a:cubicBezTo>
                    <a:pt x="141" y="170"/>
                    <a:pt x="142" y="172"/>
                    <a:pt x="143" y="179"/>
                  </a:cubicBezTo>
                  <a:cubicBezTo>
                    <a:pt x="143" y="187"/>
                    <a:pt x="155" y="190"/>
                    <a:pt x="159" y="193"/>
                  </a:cubicBezTo>
                  <a:cubicBezTo>
                    <a:pt x="162" y="196"/>
                    <a:pt x="165" y="189"/>
                    <a:pt x="162" y="186"/>
                  </a:cubicBezTo>
                  <a:cubicBezTo>
                    <a:pt x="160" y="183"/>
                    <a:pt x="155" y="175"/>
                    <a:pt x="155" y="172"/>
                  </a:cubicBezTo>
                  <a:cubicBezTo>
                    <a:pt x="155" y="168"/>
                    <a:pt x="158" y="167"/>
                    <a:pt x="161" y="167"/>
                  </a:cubicBezTo>
                  <a:cubicBezTo>
                    <a:pt x="163" y="166"/>
                    <a:pt x="161" y="162"/>
                    <a:pt x="166" y="163"/>
                  </a:cubicBezTo>
                  <a:cubicBezTo>
                    <a:pt x="172" y="164"/>
                    <a:pt x="177" y="172"/>
                    <a:pt x="178" y="168"/>
                  </a:cubicBezTo>
                  <a:cubicBezTo>
                    <a:pt x="180" y="164"/>
                    <a:pt x="172" y="159"/>
                    <a:pt x="170" y="156"/>
                  </a:cubicBezTo>
                  <a:cubicBezTo>
                    <a:pt x="167" y="153"/>
                    <a:pt x="165" y="160"/>
                    <a:pt x="162" y="158"/>
                  </a:cubicBezTo>
                  <a:cubicBezTo>
                    <a:pt x="159" y="156"/>
                    <a:pt x="155" y="154"/>
                    <a:pt x="153" y="152"/>
                  </a:cubicBezTo>
                  <a:cubicBezTo>
                    <a:pt x="151" y="150"/>
                    <a:pt x="142" y="153"/>
                    <a:pt x="138" y="150"/>
                  </a:cubicBezTo>
                  <a:cubicBezTo>
                    <a:pt x="134" y="147"/>
                    <a:pt x="128" y="139"/>
                    <a:pt x="124" y="133"/>
                  </a:cubicBezTo>
                  <a:cubicBezTo>
                    <a:pt x="119" y="127"/>
                    <a:pt x="117" y="119"/>
                    <a:pt x="114" y="114"/>
                  </a:cubicBezTo>
                  <a:cubicBezTo>
                    <a:pt x="112" y="109"/>
                    <a:pt x="111" y="103"/>
                    <a:pt x="114" y="100"/>
                  </a:cubicBezTo>
                  <a:cubicBezTo>
                    <a:pt x="117" y="97"/>
                    <a:pt x="121" y="91"/>
                    <a:pt x="128" y="94"/>
                  </a:cubicBezTo>
                  <a:cubicBezTo>
                    <a:pt x="136" y="97"/>
                    <a:pt x="139" y="96"/>
                    <a:pt x="137" y="95"/>
                  </a:cubicBezTo>
                  <a:cubicBezTo>
                    <a:pt x="136" y="93"/>
                    <a:pt x="125" y="91"/>
                    <a:pt x="120" y="88"/>
                  </a:cubicBezTo>
                  <a:cubicBezTo>
                    <a:pt x="116" y="85"/>
                    <a:pt x="78" y="62"/>
                    <a:pt x="74" y="58"/>
                  </a:cubicBezTo>
                  <a:cubicBezTo>
                    <a:pt x="70" y="54"/>
                    <a:pt x="64" y="53"/>
                    <a:pt x="61" y="50"/>
                  </a:cubicBezTo>
                  <a:cubicBezTo>
                    <a:pt x="57" y="47"/>
                    <a:pt x="55" y="48"/>
                    <a:pt x="51" y="42"/>
                  </a:cubicBezTo>
                  <a:cubicBezTo>
                    <a:pt x="47" y="36"/>
                    <a:pt x="46" y="34"/>
                    <a:pt x="43" y="30"/>
                  </a:cubicBezTo>
                  <a:cubicBezTo>
                    <a:pt x="39" y="26"/>
                    <a:pt x="29" y="19"/>
                    <a:pt x="25" y="16"/>
                  </a:cubicBezTo>
                  <a:cubicBezTo>
                    <a:pt x="20" y="13"/>
                    <a:pt x="16" y="12"/>
                    <a:pt x="12" y="7"/>
                  </a:cubicBezTo>
                  <a:cubicBezTo>
                    <a:pt x="8" y="2"/>
                    <a:pt x="8" y="0"/>
                    <a:pt x="5" y="0"/>
                  </a:cubicBezTo>
                  <a:cubicBezTo>
                    <a:pt x="1" y="1"/>
                    <a:pt x="1" y="5"/>
                    <a:pt x="1" y="5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3C6B29E3-471F-8440-8671-46003530B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3782"/>
              <a:ext cx="163" cy="148"/>
            </a:xfrm>
            <a:custGeom>
              <a:avLst/>
              <a:gdLst>
                <a:gd name="T0" fmla="*/ 77 w 78"/>
                <a:gd name="T1" fmla="*/ 27 h 71"/>
                <a:gd name="T2" fmla="*/ 73 w 78"/>
                <a:gd name="T3" fmla="*/ 20 h 71"/>
                <a:gd name="T4" fmla="*/ 65 w 78"/>
                <a:gd name="T5" fmla="*/ 15 h 71"/>
                <a:gd name="T6" fmla="*/ 55 w 78"/>
                <a:gd name="T7" fmla="*/ 29 h 71"/>
                <a:gd name="T8" fmla="*/ 50 w 78"/>
                <a:gd name="T9" fmla="*/ 37 h 71"/>
                <a:gd name="T10" fmla="*/ 45 w 78"/>
                <a:gd name="T11" fmla="*/ 48 h 71"/>
                <a:gd name="T12" fmla="*/ 41 w 78"/>
                <a:gd name="T13" fmla="*/ 57 h 71"/>
                <a:gd name="T14" fmla="*/ 23 w 78"/>
                <a:gd name="T15" fmla="*/ 69 h 71"/>
                <a:gd name="T16" fmla="*/ 12 w 78"/>
                <a:gd name="T17" fmla="*/ 66 h 71"/>
                <a:gd name="T18" fmla="*/ 8 w 78"/>
                <a:gd name="T19" fmla="*/ 59 h 71"/>
                <a:gd name="T20" fmla="*/ 0 w 78"/>
                <a:gd name="T21" fmla="*/ 53 h 71"/>
                <a:gd name="T22" fmla="*/ 0 w 78"/>
                <a:gd name="T23" fmla="*/ 53 h 71"/>
                <a:gd name="T24" fmla="*/ 0 w 78"/>
                <a:gd name="T25" fmla="*/ 46 h 71"/>
                <a:gd name="T26" fmla="*/ 0 w 78"/>
                <a:gd name="T27" fmla="*/ 37 h 71"/>
                <a:gd name="T28" fmla="*/ 3 w 78"/>
                <a:gd name="T29" fmla="*/ 34 h 71"/>
                <a:gd name="T30" fmla="*/ 9 w 78"/>
                <a:gd name="T31" fmla="*/ 33 h 71"/>
                <a:gd name="T32" fmla="*/ 15 w 78"/>
                <a:gd name="T33" fmla="*/ 27 h 71"/>
                <a:gd name="T34" fmla="*/ 15 w 78"/>
                <a:gd name="T35" fmla="*/ 17 h 71"/>
                <a:gd name="T36" fmla="*/ 26 w 78"/>
                <a:gd name="T37" fmla="*/ 18 h 71"/>
                <a:gd name="T38" fmla="*/ 32 w 78"/>
                <a:gd name="T39" fmla="*/ 15 h 71"/>
                <a:gd name="T40" fmla="*/ 41 w 78"/>
                <a:gd name="T41" fmla="*/ 20 h 71"/>
                <a:gd name="T42" fmla="*/ 47 w 78"/>
                <a:gd name="T43" fmla="*/ 16 h 71"/>
                <a:gd name="T44" fmla="*/ 52 w 78"/>
                <a:gd name="T45" fmla="*/ 15 h 71"/>
                <a:gd name="T46" fmla="*/ 57 w 78"/>
                <a:gd name="T47" fmla="*/ 8 h 71"/>
                <a:gd name="T48" fmla="*/ 69 w 78"/>
                <a:gd name="T49" fmla="*/ 6 h 71"/>
                <a:gd name="T50" fmla="*/ 75 w 78"/>
                <a:gd name="T51" fmla="*/ 0 h 71"/>
                <a:gd name="T52" fmla="*/ 78 w 78"/>
                <a:gd name="T53" fmla="*/ 1 h 71"/>
                <a:gd name="T54" fmla="*/ 77 w 78"/>
                <a:gd name="T55" fmla="*/ 27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8" h="71">
                  <a:moveTo>
                    <a:pt x="77" y="27"/>
                  </a:moveTo>
                  <a:cubicBezTo>
                    <a:pt x="74" y="25"/>
                    <a:pt x="73" y="21"/>
                    <a:pt x="73" y="20"/>
                  </a:cubicBezTo>
                  <a:cubicBezTo>
                    <a:pt x="72" y="18"/>
                    <a:pt x="68" y="11"/>
                    <a:pt x="65" y="15"/>
                  </a:cubicBezTo>
                  <a:cubicBezTo>
                    <a:pt x="63" y="19"/>
                    <a:pt x="55" y="24"/>
                    <a:pt x="55" y="29"/>
                  </a:cubicBezTo>
                  <a:cubicBezTo>
                    <a:pt x="55" y="33"/>
                    <a:pt x="53" y="33"/>
                    <a:pt x="50" y="37"/>
                  </a:cubicBezTo>
                  <a:cubicBezTo>
                    <a:pt x="46" y="40"/>
                    <a:pt x="44" y="44"/>
                    <a:pt x="45" y="48"/>
                  </a:cubicBezTo>
                  <a:cubicBezTo>
                    <a:pt x="45" y="51"/>
                    <a:pt x="44" y="54"/>
                    <a:pt x="41" y="57"/>
                  </a:cubicBezTo>
                  <a:cubicBezTo>
                    <a:pt x="37" y="59"/>
                    <a:pt x="26" y="67"/>
                    <a:pt x="23" y="69"/>
                  </a:cubicBezTo>
                  <a:cubicBezTo>
                    <a:pt x="19" y="71"/>
                    <a:pt x="15" y="69"/>
                    <a:pt x="12" y="66"/>
                  </a:cubicBezTo>
                  <a:cubicBezTo>
                    <a:pt x="9" y="63"/>
                    <a:pt x="11" y="59"/>
                    <a:pt x="8" y="59"/>
                  </a:cubicBezTo>
                  <a:cubicBezTo>
                    <a:pt x="4" y="58"/>
                    <a:pt x="1" y="56"/>
                    <a:pt x="0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37"/>
                    <a:pt x="0" y="37"/>
                  </a:cubicBezTo>
                  <a:cubicBezTo>
                    <a:pt x="0" y="36"/>
                    <a:pt x="3" y="34"/>
                    <a:pt x="3" y="34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41" y="20"/>
                    <a:pt x="41" y="20"/>
                    <a:pt x="41" y="20"/>
                  </a:cubicBezTo>
                  <a:cubicBezTo>
                    <a:pt x="47" y="16"/>
                    <a:pt x="47" y="16"/>
                    <a:pt x="47" y="16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69" y="6"/>
                    <a:pt x="69" y="6"/>
                    <a:pt x="69" y="6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8" y="1"/>
                    <a:pt x="78" y="1"/>
                    <a:pt x="78" y="1"/>
                  </a:cubicBezTo>
                  <a:lnTo>
                    <a:pt x="77" y="27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8" name="Freeform 13">
              <a:extLst>
                <a:ext uri="{FF2B5EF4-FFF2-40B4-BE49-F238E27FC236}">
                  <a16:creationId xmlns:a16="http://schemas.microsoft.com/office/drawing/2014/main" id="{9EFD946B-809E-A443-B266-42E18F2C8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3505"/>
              <a:ext cx="600" cy="396"/>
            </a:xfrm>
            <a:custGeom>
              <a:avLst/>
              <a:gdLst>
                <a:gd name="T0" fmla="*/ 283 w 288"/>
                <a:gd name="T1" fmla="*/ 184 h 190"/>
                <a:gd name="T2" fmla="*/ 259 w 288"/>
                <a:gd name="T3" fmla="*/ 180 h 190"/>
                <a:gd name="T4" fmla="*/ 235 w 288"/>
                <a:gd name="T5" fmla="*/ 182 h 190"/>
                <a:gd name="T6" fmla="*/ 210 w 288"/>
                <a:gd name="T7" fmla="*/ 181 h 190"/>
                <a:gd name="T8" fmla="*/ 194 w 288"/>
                <a:gd name="T9" fmla="*/ 166 h 190"/>
                <a:gd name="T10" fmla="*/ 166 w 288"/>
                <a:gd name="T11" fmla="*/ 142 h 190"/>
                <a:gd name="T12" fmla="*/ 139 w 288"/>
                <a:gd name="T13" fmla="*/ 124 h 190"/>
                <a:gd name="T14" fmla="*/ 102 w 288"/>
                <a:gd name="T15" fmla="*/ 125 h 190"/>
                <a:gd name="T16" fmla="*/ 76 w 288"/>
                <a:gd name="T17" fmla="*/ 142 h 190"/>
                <a:gd name="T18" fmla="*/ 64 w 288"/>
                <a:gd name="T19" fmla="*/ 131 h 190"/>
                <a:gd name="T20" fmla="*/ 64 w 288"/>
                <a:gd name="T21" fmla="*/ 119 h 190"/>
                <a:gd name="T22" fmla="*/ 54 w 288"/>
                <a:gd name="T23" fmla="*/ 111 h 190"/>
                <a:gd name="T24" fmla="*/ 49 w 288"/>
                <a:gd name="T25" fmla="*/ 92 h 190"/>
                <a:gd name="T26" fmla="*/ 41 w 288"/>
                <a:gd name="T27" fmla="*/ 93 h 190"/>
                <a:gd name="T28" fmla="*/ 35 w 288"/>
                <a:gd name="T29" fmla="*/ 86 h 190"/>
                <a:gd name="T30" fmla="*/ 23 w 288"/>
                <a:gd name="T31" fmla="*/ 89 h 190"/>
                <a:gd name="T32" fmla="*/ 14 w 288"/>
                <a:gd name="T33" fmla="*/ 87 h 190"/>
                <a:gd name="T34" fmla="*/ 16 w 288"/>
                <a:gd name="T35" fmla="*/ 77 h 190"/>
                <a:gd name="T36" fmla="*/ 5 w 288"/>
                <a:gd name="T37" fmla="*/ 76 h 190"/>
                <a:gd name="T38" fmla="*/ 0 w 288"/>
                <a:gd name="T39" fmla="*/ 69 h 190"/>
                <a:gd name="T40" fmla="*/ 19 w 288"/>
                <a:gd name="T41" fmla="*/ 58 h 190"/>
                <a:gd name="T42" fmla="*/ 29 w 288"/>
                <a:gd name="T43" fmla="*/ 59 h 190"/>
                <a:gd name="T44" fmla="*/ 44 w 288"/>
                <a:gd name="T45" fmla="*/ 60 h 190"/>
                <a:gd name="T46" fmla="*/ 60 w 288"/>
                <a:gd name="T47" fmla="*/ 58 h 190"/>
                <a:gd name="T48" fmla="*/ 71 w 288"/>
                <a:gd name="T49" fmla="*/ 54 h 190"/>
                <a:gd name="T50" fmla="*/ 92 w 288"/>
                <a:gd name="T51" fmla="*/ 58 h 190"/>
                <a:gd name="T52" fmla="*/ 99 w 288"/>
                <a:gd name="T53" fmla="*/ 57 h 190"/>
                <a:gd name="T54" fmla="*/ 109 w 288"/>
                <a:gd name="T55" fmla="*/ 57 h 190"/>
                <a:gd name="T56" fmla="*/ 131 w 288"/>
                <a:gd name="T57" fmla="*/ 45 h 190"/>
                <a:gd name="T58" fmla="*/ 137 w 288"/>
                <a:gd name="T59" fmla="*/ 38 h 190"/>
                <a:gd name="T60" fmla="*/ 153 w 288"/>
                <a:gd name="T61" fmla="*/ 33 h 190"/>
                <a:gd name="T62" fmla="*/ 172 w 288"/>
                <a:gd name="T63" fmla="*/ 13 h 190"/>
                <a:gd name="T64" fmla="*/ 184 w 288"/>
                <a:gd name="T65" fmla="*/ 8 h 190"/>
                <a:gd name="T66" fmla="*/ 197 w 288"/>
                <a:gd name="T67" fmla="*/ 1 h 190"/>
                <a:gd name="T68" fmla="*/ 207 w 288"/>
                <a:gd name="T69" fmla="*/ 2 h 190"/>
                <a:gd name="T70" fmla="*/ 201 w 288"/>
                <a:gd name="T71" fmla="*/ 20 h 190"/>
                <a:gd name="T72" fmla="*/ 197 w 288"/>
                <a:gd name="T73" fmla="*/ 35 h 190"/>
                <a:gd name="T74" fmla="*/ 194 w 288"/>
                <a:gd name="T75" fmla="*/ 52 h 190"/>
                <a:gd name="T76" fmla="*/ 207 w 288"/>
                <a:gd name="T77" fmla="*/ 60 h 190"/>
                <a:gd name="T78" fmla="*/ 226 w 288"/>
                <a:gd name="T79" fmla="*/ 70 h 190"/>
                <a:gd name="T80" fmla="*/ 241 w 288"/>
                <a:gd name="T81" fmla="*/ 54 h 190"/>
                <a:gd name="T82" fmla="*/ 248 w 288"/>
                <a:gd name="T83" fmla="*/ 44 h 190"/>
                <a:gd name="T84" fmla="*/ 256 w 288"/>
                <a:gd name="T85" fmla="*/ 37 h 190"/>
                <a:gd name="T86" fmla="*/ 269 w 288"/>
                <a:gd name="T87" fmla="*/ 29 h 190"/>
                <a:gd name="T88" fmla="*/ 280 w 288"/>
                <a:gd name="T89" fmla="*/ 47 h 190"/>
                <a:gd name="T90" fmla="*/ 269 w 288"/>
                <a:gd name="T91" fmla="*/ 60 h 190"/>
                <a:gd name="T92" fmla="*/ 259 w 288"/>
                <a:gd name="T93" fmla="*/ 63 h 190"/>
                <a:gd name="T94" fmla="*/ 267 w 288"/>
                <a:gd name="T95" fmla="*/ 76 h 190"/>
                <a:gd name="T96" fmla="*/ 261 w 288"/>
                <a:gd name="T97" fmla="*/ 91 h 190"/>
                <a:gd name="T98" fmla="*/ 254 w 288"/>
                <a:gd name="T99" fmla="*/ 102 h 190"/>
                <a:gd name="T100" fmla="*/ 251 w 288"/>
                <a:gd name="T101" fmla="*/ 113 h 190"/>
                <a:gd name="T102" fmla="*/ 252 w 288"/>
                <a:gd name="T103" fmla="*/ 133 h 190"/>
                <a:gd name="T104" fmla="*/ 264 w 288"/>
                <a:gd name="T105" fmla="*/ 143 h 190"/>
                <a:gd name="T106" fmla="*/ 274 w 288"/>
                <a:gd name="T107" fmla="*/ 141 h 190"/>
                <a:gd name="T108" fmla="*/ 279 w 288"/>
                <a:gd name="T109" fmla="*/ 151 h 190"/>
                <a:gd name="T110" fmla="*/ 288 w 288"/>
                <a:gd name="T111" fmla="*/ 158 h 190"/>
                <a:gd name="T112" fmla="*/ 284 w 288"/>
                <a:gd name="T113" fmla="*/ 170 h 190"/>
                <a:gd name="T114" fmla="*/ 284 w 288"/>
                <a:gd name="T115" fmla="*/ 18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88" h="190">
                  <a:moveTo>
                    <a:pt x="284" y="186"/>
                  </a:moveTo>
                  <a:cubicBezTo>
                    <a:pt x="283" y="185"/>
                    <a:pt x="283" y="185"/>
                    <a:pt x="283" y="184"/>
                  </a:cubicBezTo>
                  <a:cubicBezTo>
                    <a:pt x="282" y="180"/>
                    <a:pt x="278" y="179"/>
                    <a:pt x="277" y="182"/>
                  </a:cubicBezTo>
                  <a:cubicBezTo>
                    <a:pt x="275" y="186"/>
                    <a:pt x="264" y="185"/>
                    <a:pt x="259" y="180"/>
                  </a:cubicBezTo>
                  <a:cubicBezTo>
                    <a:pt x="254" y="175"/>
                    <a:pt x="252" y="178"/>
                    <a:pt x="247" y="182"/>
                  </a:cubicBezTo>
                  <a:cubicBezTo>
                    <a:pt x="242" y="186"/>
                    <a:pt x="239" y="178"/>
                    <a:pt x="235" y="182"/>
                  </a:cubicBezTo>
                  <a:cubicBezTo>
                    <a:pt x="231" y="185"/>
                    <a:pt x="226" y="190"/>
                    <a:pt x="222" y="190"/>
                  </a:cubicBezTo>
                  <a:cubicBezTo>
                    <a:pt x="218" y="189"/>
                    <a:pt x="214" y="188"/>
                    <a:pt x="210" y="181"/>
                  </a:cubicBezTo>
                  <a:cubicBezTo>
                    <a:pt x="207" y="174"/>
                    <a:pt x="205" y="180"/>
                    <a:pt x="204" y="177"/>
                  </a:cubicBezTo>
                  <a:cubicBezTo>
                    <a:pt x="203" y="174"/>
                    <a:pt x="196" y="167"/>
                    <a:pt x="194" y="166"/>
                  </a:cubicBezTo>
                  <a:cubicBezTo>
                    <a:pt x="191" y="165"/>
                    <a:pt x="184" y="158"/>
                    <a:pt x="181" y="155"/>
                  </a:cubicBezTo>
                  <a:cubicBezTo>
                    <a:pt x="179" y="152"/>
                    <a:pt x="167" y="145"/>
                    <a:pt x="166" y="142"/>
                  </a:cubicBezTo>
                  <a:cubicBezTo>
                    <a:pt x="165" y="139"/>
                    <a:pt x="155" y="137"/>
                    <a:pt x="153" y="132"/>
                  </a:cubicBezTo>
                  <a:cubicBezTo>
                    <a:pt x="151" y="127"/>
                    <a:pt x="142" y="126"/>
                    <a:pt x="139" y="124"/>
                  </a:cubicBezTo>
                  <a:cubicBezTo>
                    <a:pt x="136" y="121"/>
                    <a:pt x="124" y="124"/>
                    <a:pt x="119" y="127"/>
                  </a:cubicBezTo>
                  <a:cubicBezTo>
                    <a:pt x="114" y="131"/>
                    <a:pt x="107" y="127"/>
                    <a:pt x="102" y="125"/>
                  </a:cubicBezTo>
                  <a:cubicBezTo>
                    <a:pt x="96" y="124"/>
                    <a:pt x="93" y="131"/>
                    <a:pt x="88" y="134"/>
                  </a:cubicBezTo>
                  <a:cubicBezTo>
                    <a:pt x="84" y="137"/>
                    <a:pt x="80" y="139"/>
                    <a:pt x="76" y="142"/>
                  </a:cubicBezTo>
                  <a:cubicBezTo>
                    <a:pt x="71" y="133"/>
                    <a:pt x="71" y="133"/>
                    <a:pt x="71" y="133"/>
                  </a:cubicBezTo>
                  <a:cubicBezTo>
                    <a:pt x="64" y="131"/>
                    <a:pt x="64" y="131"/>
                    <a:pt x="64" y="131"/>
                  </a:cubicBezTo>
                  <a:cubicBezTo>
                    <a:pt x="58" y="122"/>
                    <a:pt x="58" y="122"/>
                    <a:pt x="58" y="122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59" y="112"/>
                    <a:pt x="59" y="112"/>
                    <a:pt x="59" y="112"/>
                  </a:cubicBezTo>
                  <a:cubicBezTo>
                    <a:pt x="54" y="111"/>
                    <a:pt x="54" y="111"/>
                    <a:pt x="54" y="111"/>
                  </a:cubicBezTo>
                  <a:cubicBezTo>
                    <a:pt x="54" y="100"/>
                    <a:pt x="54" y="100"/>
                    <a:pt x="54" y="100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45" y="89"/>
                    <a:pt x="45" y="89"/>
                    <a:pt x="45" y="89"/>
                  </a:cubicBezTo>
                  <a:cubicBezTo>
                    <a:pt x="41" y="93"/>
                    <a:pt x="41" y="93"/>
                    <a:pt x="41" y="93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35" y="86"/>
                    <a:pt x="35" y="86"/>
                    <a:pt x="35" y="86"/>
                  </a:cubicBezTo>
                  <a:cubicBezTo>
                    <a:pt x="30" y="83"/>
                    <a:pt x="30" y="83"/>
                    <a:pt x="30" y="83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9" y="81"/>
                    <a:pt x="19" y="81"/>
                    <a:pt x="19" y="81"/>
                  </a:cubicBezTo>
                  <a:cubicBezTo>
                    <a:pt x="16" y="77"/>
                    <a:pt x="16" y="77"/>
                    <a:pt x="16" y="77"/>
                  </a:cubicBezTo>
                  <a:cubicBezTo>
                    <a:pt x="10" y="78"/>
                    <a:pt x="10" y="78"/>
                    <a:pt x="10" y="78"/>
                  </a:cubicBezTo>
                  <a:cubicBezTo>
                    <a:pt x="5" y="76"/>
                    <a:pt x="5" y="76"/>
                    <a:pt x="5" y="76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9" y="59"/>
                    <a:pt x="29" y="59"/>
                    <a:pt x="29" y="59"/>
                  </a:cubicBezTo>
                  <a:cubicBezTo>
                    <a:pt x="35" y="56"/>
                    <a:pt x="35" y="56"/>
                    <a:pt x="35" y="56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9" y="54"/>
                    <a:pt x="49" y="54"/>
                    <a:pt x="49" y="54"/>
                  </a:cubicBezTo>
                  <a:cubicBezTo>
                    <a:pt x="60" y="58"/>
                    <a:pt x="60" y="58"/>
                    <a:pt x="60" y="58"/>
                  </a:cubicBezTo>
                  <a:cubicBezTo>
                    <a:pt x="63" y="53"/>
                    <a:pt x="63" y="53"/>
                    <a:pt x="63" y="53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82" y="63"/>
                    <a:pt x="82" y="63"/>
                    <a:pt x="82" y="63"/>
                  </a:cubicBezTo>
                  <a:cubicBezTo>
                    <a:pt x="92" y="58"/>
                    <a:pt x="92" y="58"/>
                    <a:pt x="92" y="58"/>
                  </a:cubicBezTo>
                  <a:cubicBezTo>
                    <a:pt x="95" y="54"/>
                    <a:pt x="95" y="54"/>
                    <a:pt x="95" y="54"/>
                  </a:cubicBezTo>
                  <a:cubicBezTo>
                    <a:pt x="99" y="57"/>
                    <a:pt x="99" y="57"/>
                    <a:pt x="99" y="57"/>
                  </a:cubicBezTo>
                  <a:cubicBezTo>
                    <a:pt x="103" y="53"/>
                    <a:pt x="103" y="53"/>
                    <a:pt x="103" y="53"/>
                  </a:cubicBezTo>
                  <a:cubicBezTo>
                    <a:pt x="109" y="57"/>
                    <a:pt x="109" y="57"/>
                    <a:pt x="109" y="57"/>
                  </a:cubicBezTo>
                  <a:cubicBezTo>
                    <a:pt x="121" y="43"/>
                    <a:pt x="121" y="43"/>
                    <a:pt x="121" y="43"/>
                  </a:cubicBezTo>
                  <a:cubicBezTo>
                    <a:pt x="131" y="45"/>
                    <a:pt x="131" y="45"/>
                    <a:pt x="131" y="45"/>
                  </a:cubicBezTo>
                  <a:cubicBezTo>
                    <a:pt x="132" y="40"/>
                    <a:pt x="132" y="40"/>
                    <a:pt x="132" y="40"/>
                  </a:cubicBezTo>
                  <a:cubicBezTo>
                    <a:pt x="137" y="38"/>
                    <a:pt x="137" y="38"/>
                    <a:pt x="137" y="38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53" y="33"/>
                    <a:pt x="153" y="33"/>
                    <a:pt x="153" y="33"/>
                  </a:cubicBezTo>
                  <a:cubicBezTo>
                    <a:pt x="152" y="28"/>
                    <a:pt x="152" y="28"/>
                    <a:pt x="152" y="28"/>
                  </a:cubicBezTo>
                  <a:cubicBezTo>
                    <a:pt x="172" y="13"/>
                    <a:pt x="172" y="13"/>
                    <a:pt x="172" y="13"/>
                  </a:cubicBezTo>
                  <a:cubicBezTo>
                    <a:pt x="178" y="12"/>
                    <a:pt x="178" y="12"/>
                    <a:pt x="178" y="12"/>
                  </a:cubicBezTo>
                  <a:cubicBezTo>
                    <a:pt x="184" y="8"/>
                    <a:pt x="184" y="8"/>
                    <a:pt x="184" y="8"/>
                  </a:cubicBezTo>
                  <a:cubicBezTo>
                    <a:pt x="190" y="6"/>
                    <a:pt x="190" y="6"/>
                    <a:pt x="190" y="6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204" y="0"/>
                    <a:pt x="204" y="0"/>
                    <a:pt x="204" y="0"/>
                  </a:cubicBezTo>
                  <a:cubicBezTo>
                    <a:pt x="207" y="2"/>
                    <a:pt x="207" y="2"/>
                    <a:pt x="207" y="2"/>
                  </a:cubicBezTo>
                  <a:cubicBezTo>
                    <a:pt x="204" y="16"/>
                    <a:pt x="204" y="16"/>
                    <a:pt x="204" y="16"/>
                  </a:cubicBezTo>
                  <a:cubicBezTo>
                    <a:pt x="201" y="20"/>
                    <a:pt x="201" y="20"/>
                    <a:pt x="201" y="20"/>
                  </a:cubicBezTo>
                  <a:cubicBezTo>
                    <a:pt x="202" y="30"/>
                    <a:pt x="202" y="30"/>
                    <a:pt x="202" y="30"/>
                  </a:cubicBezTo>
                  <a:cubicBezTo>
                    <a:pt x="197" y="35"/>
                    <a:pt x="197" y="35"/>
                    <a:pt x="197" y="35"/>
                  </a:cubicBezTo>
                  <a:cubicBezTo>
                    <a:pt x="201" y="42"/>
                    <a:pt x="201" y="42"/>
                    <a:pt x="201" y="42"/>
                  </a:cubicBezTo>
                  <a:cubicBezTo>
                    <a:pt x="194" y="52"/>
                    <a:pt x="194" y="52"/>
                    <a:pt x="194" y="52"/>
                  </a:cubicBezTo>
                  <a:cubicBezTo>
                    <a:pt x="199" y="58"/>
                    <a:pt x="199" y="58"/>
                    <a:pt x="199" y="58"/>
                  </a:cubicBezTo>
                  <a:cubicBezTo>
                    <a:pt x="207" y="60"/>
                    <a:pt x="207" y="60"/>
                    <a:pt x="207" y="60"/>
                  </a:cubicBezTo>
                  <a:cubicBezTo>
                    <a:pt x="217" y="55"/>
                    <a:pt x="217" y="55"/>
                    <a:pt x="217" y="55"/>
                  </a:cubicBezTo>
                  <a:cubicBezTo>
                    <a:pt x="226" y="70"/>
                    <a:pt x="226" y="70"/>
                    <a:pt x="226" y="70"/>
                  </a:cubicBezTo>
                  <a:cubicBezTo>
                    <a:pt x="233" y="65"/>
                    <a:pt x="233" y="65"/>
                    <a:pt x="233" y="65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7" y="53"/>
                    <a:pt x="247" y="53"/>
                    <a:pt x="247" y="53"/>
                  </a:cubicBezTo>
                  <a:cubicBezTo>
                    <a:pt x="248" y="44"/>
                    <a:pt x="248" y="44"/>
                    <a:pt x="248" y="44"/>
                  </a:cubicBezTo>
                  <a:cubicBezTo>
                    <a:pt x="251" y="38"/>
                    <a:pt x="251" y="38"/>
                    <a:pt x="251" y="38"/>
                  </a:cubicBezTo>
                  <a:cubicBezTo>
                    <a:pt x="256" y="37"/>
                    <a:pt x="256" y="37"/>
                    <a:pt x="256" y="37"/>
                  </a:cubicBezTo>
                  <a:cubicBezTo>
                    <a:pt x="261" y="29"/>
                    <a:pt x="261" y="29"/>
                    <a:pt x="261" y="29"/>
                  </a:cubicBezTo>
                  <a:cubicBezTo>
                    <a:pt x="269" y="29"/>
                    <a:pt x="269" y="29"/>
                    <a:pt x="269" y="29"/>
                  </a:cubicBezTo>
                  <a:cubicBezTo>
                    <a:pt x="275" y="38"/>
                    <a:pt x="275" y="38"/>
                    <a:pt x="275" y="38"/>
                  </a:cubicBezTo>
                  <a:cubicBezTo>
                    <a:pt x="280" y="47"/>
                    <a:pt x="280" y="47"/>
                    <a:pt x="280" y="47"/>
                  </a:cubicBezTo>
                  <a:cubicBezTo>
                    <a:pt x="279" y="56"/>
                    <a:pt x="279" y="56"/>
                    <a:pt x="279" y="56"/>
                  </a:cubicBezTo>
                  <a:cubicBezTo>
                    <a:pt x="269" y="60"/>
                    <a:pt x="269" y="60"/>
                    <a:pt x="269" y="60"/>
                  </a:cubicBezTo>
                  <a:cubicBezTo>
                    <a:pt x="262" y="59"/>
                    <a:pt x="262" y="59"/>
                    <a:pt x="262" y="59"/>
                  </a:cubicBezTo>
                  <a:cubicBezTo>
                    <a:pt x="259" y="63"/>
                    <a:pt x="259" y="63"/>
                    <a:pt x="259" y="63"/>
                  </a:cubicBezTo>
                  <a:cubicBezTo>
                    <a:pt x="267" y="71"/>
                    <a:pt x="267" y="71"/>
                    <a:pt x="267" y="71"/>
                  </a:cubicBezTo>
                  <a:cubicBezTo>
                    <a:pt x="267" y="76"/>
                    <a:pt x="267" y="76"/>
                    <a:pt x="267" y="76"/>
                  </a:cubicBezTo>
                  <a:cubicBezTo>
                    <a:pt x="260" y="80"/>
                    <a:pt x="260" y="80"/>
                    <a:pt x="260" y="80"/>
                  </a:cubicBezTo>
                  <a:cubicBezTo>
                    <a:pt x="261" y="91"/>
                    <a:pt x="261" y="91"/>
                    <a:pt x="261" y="91"/>
                  </a:cubicBezTo>
                  <a:cubicBezTo>
                    <a:pt x="254" y="96"/>
                    <a:pt x="254" y="96"/>
                    <a:pt x="254" y="96"/>
                  </a:cubicBezTo>
                  <a:cubicBezTo>
                    <a:pt x="254" y="102"/>
                    <a:pt x="254" y="102"/>
                    <a:pt x="254" y="102"/>
                  </a:cubicBezTo>
                  <a:cubicBezTo>
                    <a:pt x="249" y="107"/>
                    <a:pt x="249" y="107"/>
                    <a:pt x="249" y="107"/>
                  </a:cubicBezTo>
                  <a:cubicBezTo>
                    <a:pt x="251" y="113"/>
                    <a:pt x="251" y="113"/>
                    <a:pt x="251" y="113"/>
                  </a:cubicBezTo>
                  <a:cubicBezTo>
                    <a:pt x="249" y="121"/>
                    <a:pt x="249" y="121"/>
                    <a:pt x="249" y="121"/>
                  </a:cubicBezTo>
                  <a:cubicBezTo>
                    <a:pt x="252" y="133"/>
                    <a:pt x="252" y="133"/>
                    <a:pt x="252" y="133"/>
                  </a:cubicBezTo>
                  <a:cubicBezTo>
                    <a:pt x="260" y="137"/>
                    <a:pt x="260" y="137"/>
                    <a:pt x="260" y="137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9" y="139"/>
                    <a:pt x="269" y="139"/>
                    <a:pt x="269" y="139"/>
                  </a:cubicBezTo>
                  <a:cubicBezTo>
                    <a:pt x="274" y="141"/>
                    <a:pt x="274" y="141"/>
                    <a:pt x="274" y="141"/>
                  </a:cubicBezTo>
                  <a:cubicBezTo>
                    <a:pt x="275" y="146"/>
                    <a:pt x="275" y="146"/>
                    <a:pt x="275" y="146"/>
                  </a:cubicBezTo>
                  <a:cubicBezTo>
                    <a:pt x="279" y="151"/>
                    <a:pt x="279" y="151"/>
                    <a:pt x="279" y="151"/>
                  </a:cubicBezTo>
                  <a:cubicBezTo>
                    <a:pt x="281" y="156"/>
                    <a:pt x="281" y="156"/>
                    <a:pt x="281" y="156"/>
                  </a:cubicBezTo>
                  <a:cubicBezTo>
                    <a:pt x="288" y="158"/>
                    <a:pt x="288" y="158"/>
                    <a:pt x="288" y="158"/>
                  </a:cubicBezTo>
                  <a:cubicBezTo>
                    <a:pt x="287" y="167"/>
                    <a:pt x="287" y="167"/>
                    <a:pt x="287" y="167"/>
                  </a:cubicBezTo>
                  <a:cubicBezTo>
                    <a:pt x="287" y="167"/>
                    <a:pt x="284" y="169"/>
                    <a:pt x="284" y="170"/>
                  </a:cubicBezTo>
                  <a:cubicBezTo>
                    <a:pt x="284" y="170"/>
                    <a:pt x="284" y="179"/>
                    <a:pt x="284" y="179"/>
                  </a:cubicBezTo>
                  <a:lnTo>
                    <a:pt x="284" y="186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9" name="Freeform 14">
              <a:extLst>
                <a:ext uri="{FF2B5EF4-FFF2-40B4-BE49-F238E27FC236}">
                  <a16:creationId xmlns:a16="http://schemas.microsoft.com/office/drawing/2014/main" id="{4CEA9766-6B24-F045-9756-6466638890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5" y="2153"/>
              <a:ext cx="477" cy="690"/>
            </a:xfrm>
            <a:custGeom>
              <a:avLst/>
              <a:gdLst>
                <a:gd name="T0" fmla="*/ 126 w 229"/>
                <a:gd name="T1" fmla="*/ 16 h 331"/>
                <a:gd name="T2" fmla="*/ 140 w 229"/>
                <a:gd name="T3" fmla="*/ 12 h 331"/>
                <a:gd name="T4" fmla="*/ 123 w 229"/>
                <a:gd name="T5" fmla="*/ 3 h 331"/>
                <a:gd name="T6" fmla="*/ 171 w 229"/>
                <a:gd name="T7" fmla="*/ 48 h 331"/>
                <a:gd name="T8" fmla="*/ 173 w 229"/>
                <a:gd name="T9" fmla="*/ 58 h 331"/>
                <a:gd name="T10" fmla="*/ 187 w 229"/>
                <a:gd name="T11" fmla="*/ 52 h 331"/>
                <a:gd name="T12" fmla="*/ 206 w 229"/>
                <a:gd name="T13" fmla="*/ 50 h 331"/>
                <a:gd name="T14" fmla="*/ 227 w 229"/>
                <a:gd name="T15" fmla="*/ 51 h 331"/>
                <a:gd name="T16" fmla="*/ 212 w 229"/>
                <a:gd name="T17" fmla="*/ 46 h 331"/>
                <a:gd name="T18" fmla="*/ 211 w 229"/>
                <a:gd name="T19" fmla="*/ 39 h 331"/>
                <a:gd name="T20" fmla="*/ 201 w 229"/>
                <a:gd name="T21" fmla="*/ 43 h 331"/>
                <a:gd name="T22" fmla="*/ 188 w 229"/>
                <a:gd name="T23" fmla="*/ 50 h 331"/>
                <a:gd name="T24" fmla="*/ 171 w 229"/>
                <a:gd name="T25" fmla="*/ 48 h 331"/>
                <a:gd name="T26" fmla="*/ 171 w 229"/>
                <a:gd name="T27" fmla="*/ 24 h 331"/>
                <a:gd name="T28" fmla="*/ 181 w 229"/>
                <a:gd name="T29" fmla="*/ 22 h 331"/>
                <a:gd name="T30" fmla="*/ 192 w 229"/>
                <a:gd name="T31" fmla="*/ 15 h 331"/>
                <a:gd name="T32" fmla="*/ 194 w 229"/>
                <a:gd name="T33" fmla="*/ 22 h 331"/>
                <a:gd name="T34" fmla="*/ 188 w 229"/>
                <a:gd name="T35" fmla="*/ 35 h 331"/>
                <a:gd name="T36" fmla="*/ 172 w 229"/>
                <a:gd name="T37" fmla="*/ 34 h 331"/>
                <a:gd name="T38" fmla="*/ 125 w 229"/>
                <a:gd name="T39" fmla="*/ 22 h 331"/>
                <a:gd name="T40" fmla="*/ 138 w 229"/>
                <a:gd name="T41" fmla="*/ 21 h 331"/>
                <a:gd name="T42" fmla="*/ 153 w 229"/>
                <a:gd name="T43" fmla="*/ 18 h 331"/>
                <a:gd name="T44" fmla="*/ 143 w 229"/>
                <a:gd name="T45" fmla="*/ 28 h 331"/>
                <a:gd name="T46" fmla="*/ 126 w 229"/>
                <a:gd name="T47" fmla="*/ 31 h 331"/>
                <a:gd name="T48" fmla="*/ 125 w 229"/>
                <a:gd name="T49" fmla="*/ 22 h 331"/>
                <a:gd name="T50" fmla="*/ 21 w 229"/>
                <a:gd name="T51" fmla="*/ 263 h 331"/>
                <a:gd name="T52" fmla="*/ 1 w 229"/>
                <a:gd name="T53" fmla="*/ 272 h 331"/>
                <a:gd name="T54" fmla="*/ 10 w 229"/>
                <a:gd name="T55" fmla="*/ 285 h 331"/>
                <a:gd name="T56" fmla="*/ 3 w 229"/>
                <a:gd name="T57" fmla="*/ 297 h 331"/>
                <a:gd name="T58" fmla="*/ 14 w 229"/>
                <a:gd name="T59" fmla="*/ 290 h 331"/>
                <a:gd name="T60" fmla="*/ 6 w 229"/>
                <a:gd name="T61" fmla="*/ 306 h 331"/>
                <a:gd name="T62" fmla="*/ 21 w 229"/>
                <a:gd name="T63" fmla="*/ 323 h 331"/>
                <a:gd name="T64" fmla="*/ 40 w 229"/>
                <a:gd name="T65" fmla="*/ 323 h 331"/>
                <a:gd name="T66" fmla="*/ 39 w 229"/>
                <a:gd name="T67" fmla="*/ 292 h 331"/>
                <a:gd name="T68" fmla="*/ 55 w 229"/>
                <a:gd name="T69" fmla="*/ 265 h 331"/>
                <a:gd name="T70" fmla="*/ 76 w 229"/>
                <a:gd name="T71" fmla="*/ 253 h 331"/>
                <a:gd name="T72" fmla="*/ 105 w 229"/>
                <a:gd name="T73" fmla="*/ 231 h 331"/>
                <a:gd name="T74" fmla="*/ 134 w 229"/>
                <a:gd name="T75" fmla="*/ 214 h 331"/>
                <a:gd name="T76" fmla="*/ 188 w 229"/>
                <a:gd name="T77" fmla="*/ 204 h 331"/>
                <a:gd name="T78" fmla="*/ 195 w 229"/>
                <a:gd name="T79" fmla="*/ 180 h 331"/>
                <a:gd name="T80" fmla="*/ 158 w 229"/>
                <a:gd name="T81" fmla="*/ 190 h 331"/>
                <a:gd name="T82" fmla="*/ 124 w 229"/>
                <a:gd name="T83" fmla="*/ 188 h 331"/>
                <a:gd name="T84" fmla="*/ 93 w 229"/>
                <a:gd name="T85" fmla="*/ 200 h 331"/>
                <a:gd name="T86" fmla="*/ 79 w 229"/>
                <a:gd name="T87" fmla="*/ 214 h 331"/>
                <a:gd name="T88" fmla="*/ 53 w 229"/>
                <a:gd name="T89" fmla="*/ 227 h 331"/>
                <a:gd name="T90" fmla="*/ 48 w 229"/>
                <a:gd name="T91" fmla="*/ 242 h 331"/>
                <a:gd name="T92" fmla="*/ 30 w 229"/>
                <a:gd name="T93" fmla="*/ 247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" h="331">
                  <a:moveTo>
                    <a:pt x="123" y="10"/>
                  </a:moveTo>
                  <a:cubicBezTo>
                    <a:pt x="124" y="12"/>
                    <a:pt x="122" y="18"/>
                    <a:pt x="126" y="16"/>
                  </a:cubicBezTo>
                  <a:cubicBezTo>
                    <a:pt x="130" y="15"/>
                    <a:pt x="134" y="12"/>
                    <a:pt x="135" y="14"/>
                  </a:cubicBezTo>
                  <a:cubicBezTo>
                    <a:pt x="136" y="16"/>
                    <a:pt x="143" y="16"/>
                    <a:pt x="140" y="12"/>
                  </a:cubicBezTo>
                  <a:cubicBezTo>
                    <a:pt x="138" y="8"/>
                    <a:pt x="132" y="7"/>
                    <a:pt x="129" y="7"/>
                  </a:cubicBezTo>
                  <a:cubicBezTo>
                    <a:pt x="127" y="7"/>
                    <a:pt x="124" y="0"/>
                    <a:pt x="123" y="3"/>
                  </a:cubicBezTo>
                  <a:cubicBezTo>
                    <a:pt x="122" y="6"/>
                    <a:pt x="123" y="10"/>
                    <a:pt x="123" y="10"/>
                  </a:cubicBezTo>
                  <a:close/>
                  <a:moveTo>
                    <a:pt x="171" y="48"/>
                  </a:moveTo>
                  <a:cubicBezTo>
                    <a:pt x="169" y="48"/>
                    <a:pt x="164" y="51"/>
                    <a:pt x="166" y="55"/>
                  </a:cubicBezTo>
                  <a:cubicBezTo>
                    <a:pt x="167" y="58"/>
                    <a:pt x="170" y="59"/>
                    <a:pt x="173" y="58"/>
                  </a:cubicBezTo>
                  <a:cubicBezTo>
                    <a:pt x="176" y="57"/>
                    <a:pt x="179" y="60"/>
                    <a:pt x="180" y="58"/>
                  </a:cubicBezTo>
                  <a:cubicBezTo>
                    <a:pt x="182" y="55"/>
                    <a:pt x="185" y="49"/>
                    <a:pt x="187" y="52"/>
                  </a:cubicBezTo>
                  <a:cubicBezTo>
                    <a:pt x="189" y="54"/>
                    <a:pt x="195" y="58"/>
                    <a:pt x="197" y="58"/>
                  </a:cubicBezTo>
                  <a:cubicBezTo>
                    <a:pt x="200" y="58"/>
                    <a:pt x="202" y="51"/>
                    <a:pt x="206" y="50"/>
                  </a:cubicBezTo>
                  <a:cubicBezTo>
                    <a:pt x="210" y="49"/>
                    <a:pt x="211" y="55"/>
                    <a:pt x="214" y="56"/>
                  </a:cubicBezTo>
                  <a:cubicBezTo>
                    <a:pt x="217" y="57"/>
                    <a:pt x="225" y="58"/>
                    <a:pt x="227" y="51"/>
                  </a:cubicBezTo>
                  <a:cubicBezTo>
                    <a:pt x="229" y="45"/>
                    <a:pt x="228" y="39"/>
                    <a:pt x="225" y="41"/>
                  </a:cubicBezTo>
                  <a:cubicBezTo>
                    <a:pt x="221" y="42"/>
                    <a:pt x="214" y="46"/>
                    <a:pt x="212" y="46"/>
                  </a:cubicBezTo>
                  <a:cubicBezTo>
                    <a:pt x="210" y="46"/>
                    <a:pt x="207" y="48"/>
                    <a:pt x="206" y="45"/>
                  </a:cubicBezTo>
                  <a:cubicBezTo>
                    <a:pt x="205" y="43"/>
                    <a:pt x="212" y="43"/>
                    <a:pt x="211" y="39"/>
                  </a:cubicBezTo>
                  <a:cubicBezTo>
                    <a:pt x="210" y="35"/>
                    <a:pt x="201" y="35"/>
                    <a:pt x="200" y="37"/>
                  </a:cubicBezTo>
                  <a:cubicBezTo>
                    <a:pt x="200" y="40"/>
                    <a:pt x="204" y="42"/>
                    <a:pt x="201" y="43"/>
                  </a:cubicBezTo>
                  <a:cubicBezTo>
                    <a:pt x="198" y="44"/>
                    <a:pt x="199" y="42"/>
                    <a:pt x="195" y="43"/>
                  </a:cubicBezTo>
                  <a:cubicBezTo>
                    <a:pt x="190" y="44"/>
                    <a:pt x="191" y="49"/>
                    <a:pt x="188" y="50"/>
                  </a:cubicBezTo>
                  <a:cubicBezTo>
                    <a:pt x="186" y="50"/>
                    <a:pt x="182" y="49"/>
                    <a:pt x="180" y="49"/>
                  </a:cubicBezTo>
                  <a:cubicBezTo>
                    <a:pt x="178" y="49"/>
                    <a:pt x="171" y="48"/>
                    <a:pt x="171" y="48"/>
                  </a:cubicBezTo>
                  <a:close/>
                  <a:moveTo>
                    <a:pt x="168" y="28"/>
                  </a:moveTo>
                  <a:cubicBezTo>
                    <a:pt x="168" y="28"/>
                    <a:pt x="172" y="27"/>
                    <a:pt x="171" y="24"/>
                  </a:cubicBezTo>
                  <a:cubicBezTo>
                    <a:pt x="170" y="21"/>
                    <a:pt x="176" y="21"/>
                    <a:pt x="176" y="21"/>
                  </a:cubicBezTo>
                  <a:cubicBezTo>
                    <a:pt x="176" y="21"/>
                    <a:pt x="177" y="23"/>
                    <a:pt x="181" y="22"/>
                  </a:cubicBezTo>
                  <a:cubicBezTo>
                    <a:pt x="184" y="20"/>
                    <a:pt x="181" y="18"/>
                    <a:pt x="183" y="18"/>
                  </a:cubicBezTo>
                  <a:cubicBezTo>
                    <a:pt x="185" y="18"/>
                    <a:pt x="191" y="17"/>
                    <a:pt x="192" y="15"/>
                  </a:cubicBezTo>
                  <a:cubicBezTo>
                    <a:pt x="193" y="12"/>
                    <a:pt x="196" y="13"/>
                    <a:pt x="199" y="18"/>
                  </a:cubicBezTo>
                  <a:cubicBezTo>
                    <a:pt x="201" y="23"/>
                    <a:pt x="196" y="23"/>
                    <a:pt x="194" y="22"/>
                  </a:cubicBezTo>
                  <a:cubicBezTo>
                    <a:pt x="192" y="21"/>
                    <a:pt x="191" y="24"/>
                    <a:pt x="189" y="27"/>
                  </a:cubicBezTo>
                  <a:cubicBezTo>
                    <a:pt x="187" y="30"/>
                    <a:pt x="189" y="31"/>
                    <a:pt x="188" y="35"/>
                  </a:cubicBezTo>
                  <a:cubicBezTo>
                    <a:pt x="186" y="38"/>
                    <a:pt x="182" y="41"/>
                    <a:pt x="178" y="41"/>
                  </a:cubicBezTo>
                  <a:cubicBezTo>
                    <a:pt x="175" y="41"/>
                    <a:pt x="174" y="38"/>
                    <a:pt x="172" y="34"/>
                  </a:cubicBezTo>
                  <a:cubicBezTo>
                    <a:pt x="171" y="30"/>
                    <a:pt x="165" y="29"/>
                    <a:pt x="168" y="28"/>
                  </a:cubicBezTo>
                  <a:close/>
                  <a:moveTo>
                    <a:pt x="125" y="22"/>
                  </a:moveTo>
                  <a:cubicBezTo>
                    <a:pt x="126" y="23"/>
                    <a:pt x="130" y="22"/>
                    <a:pt x="130" y="20"/>
                  </a:cubicBezTo>
                  <a:cubicBezTo>
                    <a:pt x="131" y="17"/>
                    <a:pt x="136" y="19"/>
                    <a:pt x="138" y="21"/>
                  </a:cubicBezTo>
                  <a:cubicBezTo>
                    <a:pt x="140" y="23"/>
                    <a:pt x="144" y="20"/>
                    <a:pt x="145" y="16"/>
                  </a:cubicBezTo>
                  <a:cubicBezTo>
                    <a:pt x="146" y="12"/>
                    <a:pt x="154" y="16"/>
                    <a:pt x="153" y="18"/>
                  </a:cubicBezTo>
                  <a:cubicBezTo>
                    <a:pt x="152" y="21"/>
                    <a:pt x="154" y="22"/>
                    <a:pt x="154" y="24"/>
                  </a:cubicBezTo>
                  <a:cubicBezTo>
                    <a:pt x="153" y="25"/>
                    <a:pt x="146" y="28"/>
                    <a:pt x="143" y="28"/>
                  </a:cubicBezTo>
                  <a:cubicBezTo>
                    <a:pt x="140" y="28"/>
                    <a:pt x="138" y="31"/>
                    <a:pt x="135" y="32"/>
                  </a:cubicBezTo>
                  <a:cubicBezTo>
                    <a:pt x="132" y="34"/>
                    <a:pt x="128" y="34"/>
                    <a:pt x="126" y="31"/>
                  </a:cubicBezTo>
                  <a:cubicBezTo>
                    <a:pt x="123" y="28"/>
                    <a:pt x="120" y="28"/>
                    <a:pt x="121" y="25"/>
                  </a:cubicBezTo>
                  <a:cubicBezTo>
                    <a:pt x="122" y="22"/>
                    <a:pt x="125" y="22"/>
                    <a:pt x="125" y="22"/>
                  </a:cubicBezTo>
                  <a:close/>
                  <a:moveTo>
                    <a:pt x="27" y="254"/>
                  </a:moveTo>
                  <a:cubicBezTo>
                    <a:pt x="24" y="257"/>
                    <a:pt x="25" y="261"/>
                    <a:pt x="21" y="263"/>
                  </a:cubicBezTo>
                  <a:cubicBezTo>
                    <a:pt x="16" y="265"/>
                    <a:pt x="16" y="265"/>
                    <a:pt x="11" y="263"/>
                  </a:cubicBezTo>
                  <a:cubicBezTo>
                    <a:pt x="7" y="261"/>
                    <a:pt x="3" y="269"/>
                    <a:pt x="1" y="272"/>
                  </a:cubicBezTo>
                  <a:cubicBezTo>
                    <a:pt x="0" y="276"/>
                    <a:pt x="1" y="281"/>
                    <a:pt x="3" y="281"/>
                  </a:cubicBezTo>
                  <a:cubicBezTo>
                    <a:pt x="6" y="281"/>
                    <a:pt x="10" y="284"/>
                    <a:pt x="10" y="285"/>
                  </a:cubicBezTo>
                  <a:cubicBezTo>
                    <a:pt x="11" y="286"/>
                    <a:pt x="7" y="282"/>
                    <a:pt x="4" y="286"/>
                  </a:cubicBezTo>
                  <a:cubicBezTo>
                    <a:pt x="1" y="291"/>
                    <a:pt x="2" y="296"/>
                    <a:pt x="3" y="297"/>
                  </a:cubicBezTo>
                  <a:cubicBezTo>
                    <a:pt x="4" y="299"/>
                    <a:pt x="10" y="293"/>
                    <a:pt x="11" y="290"/>
                  </a:cubicBezTo>
                  <a:cubicBezTo>
                    <a:pt x="11" y="287"/>
                    <a:pt x="13" y="287"/>
                    <a:pt x="14" y="290"/>
                  </a:cubicBezTo>
                  <a:cubicBezTo>
                    <a:pt x="14" y="293"/>
                    <a:pt x="15" y="299"/>
                    <a:pt x="12" y="301"/>
                  </a:cubicBezTo>
                  <a:cubicBezTo>
                    <a:pt x="9" y="302"/>
                    <a:pt x="6" y="304"/>
                    <a:pt x="6" y="306"/>
                  </a:cubicBezTo>
                  <a:cubicBezTo>
                    <a:pt x="7" y="309"/>
                    <a:pt x="10" y="314"/>
                    <a:pt x="11" y="315"/>
                  </a:cubicBezTo>
                  <a:cubicBezTo>
                    <a:pt x="13" y="316"/>
                    <a:pt x="18" y="320"/>
                    <a:pt x="21" y="323"/>
                  </a:cubicBezTo>
                  <a:cubicBezTo>
                    <a:pt x="25" y="326"/>
                    <a:pt x="31" y="328"/>
                    <a:pt x="33" y="330"/>
                  </a:cubicBezTo>
                  <a:cubicBezTo>
                    <a:pt x="36" y="331"/>
                    <a:pt x="44" y="329"/>
                    <a:pt x="40" y="323"/>
                  </a:cubicBezTo>
                  <a:cubicBezTo>
                    <a:pt x="36" y="318"/>
                    <a:pt x="36" y="310"/>
                    <a:pt x="37" y="306"/>
                  </a:cubicBezTo>
                  <a:cubicBezTo>
                    <a:pt x="37" y="303"/>
                    <a:pt x="38" y="298"/>
                    <a:pt x="39" y="292"/>
                  </a:cubicBezTo>
                  <a:cubicBezTo>
                    <a:pt x="39" y="287"/>
                    <a:pt x="39" y="282"/>
                    <a:pt x="43" y="277"/>
                  </a:cubicBezTo>
                  <a:cubicBezTo>
                    <a:pt x="47" y="273"/>
                    <a:pt x="50" y="269"/>
                    <a:pt x="55" y="265"/>
                  </a:cubicBezTo>
                  <a:cubicBezTo>
                    <a:pt x="59" y="260"/>
                    <a:pt x="63" y="259"/>
                    <a:pt x="65" y="256"/>
                  </a:cubicBezTo>
                  <a:cubicBezTo>
                    <a:pt x="67" y="254"/>
                    <a:pt x="74" y="255"/>
                    <a:pt x="76" y="253"/>
                  </a:cubicBezTo>
                  <a:cubicBezTo>
                    <a:pt x="77" y="251"/>
                    <a:pt x="90" y="241"/>
                    <a:pt x="93" y="239"/>
                  </a:cubicBezTo>
                  <a:cubicBezTo>
                    <a:pt x="96" y="237"/>
                    <a:pt x="103" y="232"/>
                    <a:pt x="105" y="231"/>
                  </a:cubicBezTo>
                  <a:cubicBezTo>
                    <a:pt x="108" y="230"/>
                    <a:pt x="117" y="227"/>
                    <a:pt x="120" y="224"/>
                  </a:cubicBezTo>
                  <a:cubicBezTo>
                    <a:pt x="123" y="222"/>
                    <a:pt x="121" y="217"/>
                    <a:pt x="134" y="214"/>
                  </a:cubicBezTo>
                  <a:cubicBezTo>
                    <a:pt x="147" y="210"/>
                    <a:pt x="155" y="210"/>
                    <a:pt x="163" y="211"/>
                  </a:cubicBezTo>
                  <a:cubicBezTo>
                    <a:pt x="171" y="211"/>
                    <a:pt x="185" y="204"/>
                    <a:pt x="188" y="204"/>
                  </a:cubicBezTo>
                  <a:cubicBezTo>
                    <a:pt x="191" y="204"/>
                    <a:pt x="199" y="201"/>
                    <a:pt x="201" y="195"/>
                  </a:cubicBezTo>
                  <a:cubicBezTo>
                    <a:pt x="203" y="188"/>
                    <a:pt x="203" y="179"/>
                    <a:pt x="195" y="180"/>
                  </a:cubicBezTo>
                  <a:cubicBezTo>
                    <a:pt x="187" y="181"/>
                    <a:pt x="185" y="184"/>
                    <a:pt x="176" y="188"/>
                  </a:cubicBezTo>
                  <a:cubicBezTo>
                    <a:pt x="168" y="192"/>
                    <a:pt x="162" y="193"/>
                    <a:pt x="158" y="190"/>
                  </a:cubicBezTo>
                  <a:cubicBezTo>
                    <a:pt x="153" y="187"/>
                    <a:pt x="146" y="179"/>
                    <a:pt x="141" y="183"/>
                  </a:cubicBezTo>
                  <a:cubicBezTo>
                    <a:pt x="135" y="187"/>
                    <a:pt x="132" y="188"/>
                    <a:pt x="124" y="188"/>
                  </a:cubicBezTo>
                  <a:cubicBezTo>
                    <a:pt x="116" y="188"/>
                    <a:pt x="107" y="191"/>
                    <a:pt x="102" y="195"/>
                  </a:cubicBezTo>
                  <a:cubicBezTo>
                    <a:pt x="98" y="199"/>
                    <a:pt x="96" y="202"/>
                    <a:pt x="93" y="200"/>
                  </a:cubicBezTo>
                  <a:cubicBezTo>
                    <a:pt x="90" y="198"/>
                    <a:pt x="89" y="202"/>
                    <a:pt x="88" y="207"/>
                  </a:cubicBezTo>
                  <a:cubicBezTo>
                    <a:pt x="87" y="213"/>
                    <a:pt x="84" y="212"/>
                    <a:pt x="79" y="214"/>
                  </a:cubicBezTo>
                  <a:cubicBezTo>
                    <a:pt x="74" y="217"/>
                    <a:pt x="73" y="221"/>
                    <a:pt x="67" y="223"/>
                  </a:cubicBezTo>
                  <a:cubicBezTo>
                    <a:pt x="62" y="225"/>
                    <a:pt x="55" y="224"/>
                    <a:pt x="53" y="227"/>
                  </a:cubicBezTo>
                  <a:cubicBezTo>
                    <a:pt x="52" y="231"/>
                    <a:pt x="56" y="234"/>
                    <a:pt x="53" y="236"/>
                  </a:cubicBezTo>
                  <a:cubicBezTo>
                    <a:pt x="49" y="238"/>
                    <a:pt x="56" y="241"/>
                    <a:pt x="48" y="242"/>
                  </a:cubicBezTo>
                  <a:cubicBezTo>
                    <a:pt x="40" y="242"/>
                    <a:pt x="37" y="243"/>
                    <a:pt x="36" y="244"/>
                  </a:cubicBezTo>
                  <a:cubicBezTo>
                    <a:pt x="35" y="246"/>
                    <a:pt x="32" y="246"/>
                    <a:pt x="30" y="247"/>
                  </a:cubicBezTo>
                  <a:cubicBezTo>
                    <a:pt x="28" y="249"/>
                    <a:pt x="27" y="254"/>
                    <a:pt x="27" y="254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10" name="Freeform 15">
              <a:extLst>
                <a:ext uri="{FF2B5EF4-FFF2-40B4-BE49-F238E27FC236}">
                  <a16:creationId xmlns:a16="http://schemas.microsoft.com/office/drawing/2014/main" id="{A6864231-9A57-D74E-BBE7-EDB27C0269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" y="2832"/>
              <a:ext cx="432" cy="421"/>
            </a:xfrm>
            <a:custGeom>
              <a:avLst/>
              <a:gdLst>
                <a:gd name="T0" fmla="*/ 50 w 207"/>
                <a:gd name="T1" fmla="*/ 36 h 202"/>
                <a:gd name="T2" fmla="*/ 66 w 207"/>
                <a:gd name="T3" fmla="*/ 31 h 202"/>
                <a:gd name="T4" fmla="*/ 62 w 207"/>
                <a:gd name="T5" fmla="*/ 9 h 202"/>
                <a:gd name="T6" fmla="*/ 77 w 207"/>
                <a:gd name="T7" fmla="*/ 8 h 202"/>
                <a:gd name="T8" fmla="*/ 84 w 207"/>
                <a:gd name="T9" fmla="*/ 34 h 202"/>
                <a:gd name="T10" fmla="*/ 100 w 207"/>
                <a:gd name="T11" fmla="*/ 43 h 202"/>
                <a:gd name="T12" fmla="*/ 109 w 207"/>
                <a:gd name="T13" fmla="*/ 20 h 202"/>
                <a:gd name="T14" fmla="*/ 138 w 207"/>
                <a:gd name="T15" fmla="*/ 20 h 202"/>
                <a:gd name="T16" fmla="*/ 158 w 207"/>
                <a:gd name="T17" fmla="*/ 30 h 202"/>
                <a:gd name="T18" fmla="*/ 166 w 207"/>
                <a:gd name="T19" fmla="*/ 34 h 202"/>
                <a:gd name="T20" fmla="*/ 172 w 207"/>
                <a:gd name="T21" fmla="*/ 54 h 202"/>
                <a:gd name="T22" fmla="*/ 182 w 207"/>
                <a:gd name="T23" fmla="*/ 69 h 202"/>
                <a:gd name="T24" fmla="*/ 196 w 207"/>
                <a:gd name="T25" fmla="*/ 76 h 202"/>
                <a:gd name="T26" fmla="*/ 207 w 207"/>
                <a:gd name="T27" fmla="*/ 77 h 202"/>
                <a:gd name="T28" fmla="*/ 195 w 207"/>
                <a:gd name="T29" fmla="*/ 96 h 202"/>
                <a:gd name="T30" fmla="*/ 198 w 207"/>
                <a:gd name="T31" fmla="*/ 112 h 202"/>
                <a:gd name="T32" fmla="*/ 195 w 207"/>
                <a:gd name="T33" fmla="*/ 127 h 202"/>
                <a:gd name="T34" fmla="*/ 171 w 207"/>
                <a:gd name="T35" fmla="*/ 123 h 202"/>
                <a:gd name="T36" fmla="*/ 157 w 207"/>
                <a:gd name="T37" fmla="*/ 109 h 202"/>
                <a:gd name="T38" fmla="*/ 141 w 207"/>
                <a:gd name="T39" fmla="*/ 100 h 202"/>
                <a:gd name="T40" fmla="*/ 139 w 207"/>
                <a:gd name="T41" fmla="*/ 110 h 202"/>
                <a:gd name="T42" fmla="*/ 144 w 207"/>
                <a:gd name="T43" fmla="*/ 126 h 202"/>
                <a:gd name="T44" fmla="*/ 138 w 207"/>
                <a:gd name="T45" fmla="*/ 134 h 202"/>
                <a:gd name="T46" fmla="*/ 141 w 207"/>
                <a:gd name="T47" fmla="*/ 144 h 202"/>
                <a:gd name="T48" fmla="*/ 129 w 207"/>
                <a:gd name="T49" fmla="*/ 152 h 202"/>
                <a:gd name="T50" fmla="*/ 126 w 207"/>
                <a:gd name="T51" fmla="*/ 163 h 202"/>
                <a:gd name="T52" fmla="*/ 140 w 207"/>
                <a:gd name="T53" fmla="*/ 161 h 202"/>
                <a:gd name="T54" fmla="*/ 154 w 207"/>
                <a:gd name="T55" fmla="*/ 159 h 202"/>
                <a:gd name="T56" fmla="*/ 135 w 207"/>
                <a:gd name="T57" fmla="*/ 187 h 202"/>
                <a:gd name="T58" fmla="*/ 129 w 207"/>
                <a:gd name="T59" fmla="*/ 202 h 202"/>
                <a:gd name="T60" fmla="*/ 113 w 207"/>
                <a:gd name="T61" fmla="*/ 202 h 202"/>
                <a:gd name="T62" fmla="*/ 112 w 207"/>
                <a:gd name="T63" fmla="*/ 196 h 202"/>
                <a:gd name="T64" fmla="*/ 98 w 207"/>
                <a:gd name="T65" fmla="*/ 193 h 202"/>
                <a:gd name="T66" fmla="*/ 95 w 207"/>
                <a:gd name="T67" fmla="*/ 184 h 202"/>
                <a:gd name="T68" fmla="*/ 88 w 207"/>
                <a:gd name="T69" fmla="*/ 175 h 202"/>
                <a:gd name="T70" fmla="*/ 78 w 207"/>
                <a:gd name="T71" fmla="*/ 176 h 202"/>
                <a:gd name="T72" fmla="*/ 68 w 207"/>
                <a:gd name="T73" fmla="*/ 163 h 202"/>
                <a:gd name="T74" fmla="*/ 54 w 207"/>
                <a:gd name="T75" fmla="*/ 165 h 202"/>
                <a:gd name="T76" fmla="*/ 44 w 207"/>
                <a:gd name="T77" fmla="*/ 150 h 202"/>
                <a:gd name="T78" fmla="*/ 35 w 207"/>
                <a:gd name="T79" fmla="*/ 143 h 202"/>
                <a:gd name="T80" fmla="*/ 22 w 207"/>
                <a:gd name="T81" fmla="*/ 137 h 202"/>
                <a:gd name="T82" fmla="*/ 10 w 207"/>
                <a:gd name="T83" fmla="*/ 129 h 202"/>
                <a:gd name="T84" fmla="*/ 5 w 207"/>
                <a:gd name="T85" fmla="*/ 122 h 202"/>
                <a:gd name="T86" fmla="*/ 0 w 207"/>
                <a:gd name="T87" fmla="*/ 110 h 202"/>
                <a:gd name="T88" fmla="*/ 8 w 207"/>
                <a:gd name="T89" fmla="*/ 95 h 202"/>
                <a:gd name="T90" fmla="*/ 19 w 207"/>
                <a:gd name="T91" fmla="*/ 83 h 202"/>
                <a:gd name="T92" fmla="*/ 25 w 207"/>
                <a:gd name="T93" fmla="*/ 70 h 202"/>
                <a:gd name="T94" fmla="*/ 22 w 207"/>
                <a:gd name="T95" fmla="*/ 60 h 202"/>
                <a:gd name="T96" fmla="*/ 30 w 207"/>
                <a:gd name="T97" fmla="*/ 43 h 202"/>
                <a:gd name="T98" fmla="*/ 38 w 207"/>
                <a:gd name="T99" fmla="*/ 37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07" h="202">
                  <a:moveTo>
                    <a:pt x="46" y="29"/>
                  </a:moveTo>
                  <a:cubicBezTo>
                    <a:pt x="47" y="32"/>
                    <a:pt x="49" y="34"/>
                    <a:pt x="50" y="36"/>
                  </a:cubicBezTo>
                  <a:cubicBezTo>
                    <a:pt x="52" y="41"/>
                    <a:pt x="55" y="42"/>
                    <a:pt x="59" y="40"/>
                  </a:cubicBezTo>
                  <a:cubicBezTo>
                    <a:pt x="64" y="39"/>
                    <a:pt x="68" y="34"/>
                    <a:pt x="66" y="31"/>
                  </a:cubicBezTo>
                  <a:cubicBezTo>
                    <a:pt x="64" y="28"/>
                    <a:pt x="59" y="29"/>
                    <a:pt x="60" y="22"/>
                  </a:cubicBezTo>
                  <a:cubicBezTo>
                    <a:pt x="62" y="16"/>
                    <a:pt x="62" y="11"/>
                    <a:pt x="62" y="9"/>
                  </a:cubicBezTo>
                  <a:cubicBezTo>
                    <a:pt x="61" y="8"/>
                    <a:pt x="66" y="5"/>
                    <a:pt x="69" y="7"/>
                  </a:cubicBezTo>
                  <a:cubicBezTo>
                    <a:pt x="73" y="8"/>
                    <a:pt x="75" y="0"/>
                    <a:pt x="77" y="8"/>
                  </a:cubicBezTo>
                  <a:cubicBezTo>
                    <a:pt x="79" y="15"/>
                    <a:pt x="78" y="21"/>
                    <a:pt x="79" y="24"/>
                  </a:cubicBezTo>
                  <a:cubicBezTo>
                    <a:pt x="80" y="27"/>
                    <a:pt x="84" y="30"/>
                    <a:pt x="84" y="34"/>
                  </a:cubicBezTo>
                  <a:cubicBezTo>
                    <a:pt x="85" y="39"/>
                    <a:pt x="89" y="44"/>
                    <a:pt x="90" y="44"/>
                  </a:cubicBezTo>
                  <a:cubicBezTo>
                    <a:pt x="91" y="45"/>
                    <a:pt x="99" y="50"/>
                    <a:pt x="100" y="43"/>
                  </a:cubicBezTo>
                  <a:cubicBezTo>
                    <a:pt x="102" y="37"/>
                    <a:pt x="101" y="32"/>
                    <a:pt x="104" y="27"/>
                  </a:cubicBezTo>
                  <a:cubicBezTo>
                    <a:pt x="106" y="21"/>
                    <a:pt x="104" y="20"/>
                    <a:pt x="109" y="20"/>
                  </a:cubicBezTo>
                  <a:cubicBezTo>
                    <a:pt x="115" y="20"/>
                    <a:pt x="123" y="20"/>
                    <a:pt x="127" y="20"/>
                  </a:cubicBezTo>
                  <a:cubicBezTo>
                    <a:pt x="131" y="21"/>
                    <a:pt x="136" y="22"/>
                    <a:pt x="138" y="20"/>
                  </a:cubicBezTo>
                  <a:cubicBezTo>
                    <a:pt x="141" y="19"/>
                    <a:pt x="146" y="15"/>
                    <a:pt x="150" y="18"/>
                  </a:cubicBezTo>
                  <a:cubicBezTo>
                    <a:pt x="154" y="22"/>
                    <a:pt x="157" y="27"/>
                    <a:pt x="158" y="30"/>
                  </a:cubicBezTo>
                  <a:cubicBezTo>
                    <a:pt x="159" y="33"/>
                    <a:pt x="157" y="35"/>
                    <a:pt x="157" y="38"/>
                  </a:cubicBezTo>
                  <a:cubicBezTo>
                    <a:pt x="158" y="40"/>
                    <a:pt x="162" y="38"/>
                    <a:pt x="166" y="34"/>
                  </a:cubicBezTo>
                  <a:cubicBezTo>
                    <a:pt x="171" y="48"/>
                    <a:pt x="171" y="48"/>
                    <a:pt x="171" y="48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81" y="63"/>
                    <a:pt x="181" y="63"/>
                    <a:pt x="181" y="63"/>
                  </a:cubicBezTo>
                  <a:cubicBezTo>
                    <a:pt x="182" y="69"/>
                    <a:pt x="182" y="69"/>
                    <a:pt x="182" y="69"/>
                  </a:cubicBezTo>
                  <a:cubicBezTo>
                    <a:pt x="190" y="76"/>
                    <a:pt x="190" y="76"/>
                    <a:pt x="190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8" y="71"/>
                    <a:pt x="198" y="71"/>
                    <a:pt x="198" y="71"/>
                  </a:cubicBezTo>
                  <a:cubicBezTo>
                    <a:pt x="207" y="77"/>
                    <a:pt x="207" y="77"/>
                    <a:pt x="207" y="77"/>
                  </a:cubicBezTo>
                  <a:cubicBezTo>
                    <a:pt x="201" y="86"/>
                    <a:pt x="201" y="86"/>
                    <a:pt x="201" y="86"/>
                  </a:cubicBezTo>
                  <a:cubicBezTo>
                    <a:pt x="195" y="96"/>
                    <a:pt x="195" y="96"/>
                    <a:pt x="195" y="96"/>
                  </a:cubicBezTo>
                  <a:cubicBezTo>
                    <a:pt x="200" y="105"/>
                    <a:pt x="200" y="105"/>
                    <a:pt x="200" y="105"/>
                  </a:cubicBezTo>
                  <a:cubicBezTo>
                    <a:pt x="198" y="112"/>
                    <a:pt x="198" y="112"/>
                    <a:pt x="198" y="112"/>
                  </a:cubicBezTo>
                  <a:cubicBezTo>
                    <a:pt x="202" y="119"/>
                    <a:pt x="202" y="119"/>
                    <a:pt x="202" y="119"/>
                  </a:cubicBezTo>
                  <a:cubicBezTo>
                    <a:pt x="195" y="127"/>
                    <a:pt x="195" y="127"/>
                    <a:pt x="195" y="127"/>
                  </a:cubicBezTo>
                  <a:cubicBezTo>
                    <a:pt x="181" y="119"/>
                    <a:pt x="181" y="119"/>
                    <a:pt x="181" y="119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67" y="114"/>
                    <a:pt x="167" y="114"/>
                    <a:pt x="167" y="114"/>
                  </a:cubicBezTo>
                  <a:cubicBezTo>
                    <a:pt x="157" y="109"/>
                    <a:pt x="157" y="109"/>
                    <a:pt x="157" y="109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1" y="100"/>
                    <a:pt x="141" y="100"/>
                    <a:pt x="141" y="100"/>
                  </a:cubicBezTo>
                  <a:cubicBezTo>
                    <a:pt x="138" y="100"/>
                    <a:pt x="138" y="100"/>
                    <a:pt x="138" y="100"/>
                  </a:cubicBezTo>
                  <a:cubicBezTo>
                    <a:pt x="139" y="110"/>
                    <a:pt x="139" y="110"/>
                    <a:pt x="139" y="110"/>
                  </a:cubicBezTo>
                  <a:cubicBezTo>
                    <a:pt x="145" y="115"/>
                    <a:pt x="145" y="115"/>
                    <a:pt x="145" y="115"/>
                  </a:cubicBezTo>
                  <a:cubicBezTo>
                    <a:pt x="144" y="126"/>
                    <a:pt x="144" y="126"/>
                    <a:pt x="144" y="126"/>
                  </a:cubicBezTo>
                  <a:cubicBezTo>
                    <a:pt x="138" y="130"/>
                    <a:pt x="138" y="130"/>
                    <a:pt x="138" y="130"/>
                  </a:cubicBezTo>
                  <a:cubicBezTo>
                    <a:pt x="138" y="134"/>
                    <a:pt x="138" y="134"/>
                    <a:pt x="138" y="134"/>
                  </a:cubicBezTo>
                  <a:cubicBezTo>
                    <a:pt x="141" y="138"/>
                    <a:pt x="141" y="138"/>
                    <a:pt x="141" y="138"/>
                  </a:cubicBezTo>
                  <a:cubicBezTo>
                    <a:pt x="141" y="144"/>
                    <a:pt x="141" y="144"/>
                    <a:pt x="141" y="144"/>
                  </a:cubicBezTo>
                  <a:cubicBezTo>
                    <a:pt x="132" y="145"/>
                    <a:pt x="132" y="145"/>
                    <a:pt x="132" y="145"/>
                  </a:cubicBezTo>
                  <a:cubicBezTo>
                    <a:pt x="129" y="152"/>
                    <a:pt x="129" y="152"/>
                    <a:pt x="129" y="152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35" y="166"/>
                    <a:pt x="135" y="166"/>
                    <a:pt x="135" y="166"/>
                  </a:cubicBezTo>
                  <a:cubicBezTo>
                    <a:pt x="140" y="161"/>
                    <a:pt x="140" y="161"/>
                    <a:pt x="140" y="161"/>
                  </a:cubicBezTo>
                  <a:cubicBezTo>
                    <a:pt x="145" y="158"/>
                    <a:pt x="145" y="158"/>
                    <a:pt x="145" y="158"/>
                  </a:cubicBezTo>
                  <a:cubicBezTo>
                    <a:pt x="154" y="159"/>
                    <a:pt x="154" y="159"/>
                    <a:pt x="154" y="159"/>
                  </a:cubicBezTo>
                  <a:cubicBezTo>
                    <a:pt x="159" y="166"/>
                    <a:pt x="159" y="166"/>
                    <a:pt x="159" y="166"/>
                  </a:cubicBezTo>
                  <a:cubicBezTo>
                    <a:pt x="135" y="187"/>
                    <a:pt x="135" y="187"/>
                    <a:pt x="135" y="187"/>
                  </a:cubicBezTo>
                  <a:cubicBezTo>
                    <a:pt x="139" y="191"/>
                    <a:pt x="139" y="191"/>
                    <a:pt x="139" y="191"/>
                  </a:cubicBezTo>
                  <a:cubicBezTo>
                    <a:pt x="129" y="202"/>
                    <a:pt x="129" y="202"/>
                    <a:pt x="129" y="202"/>
                  </a:cubicBezTo>
                  <a:cubicBezTo>
                    <a:pt x="124" y="198"/>
                    <a:pt x="124" y="198"/>
                    <a:pt x="124" y="198"/>
                  </a:cubicBezTo>
                  <a:cubicBezTo>
                    <a:pt x="113" y="202"/>
                    <a:pt x="113" y="202"/>
                    <a:pt x="113" y="202"/>
                  </a:cubicBezTo>
                  <a:cubicBezTo>
                    <a:pt x="111" y="201"/>
                    <a:pt x="111" y="201"/>
                    <a:pt x="111" y="201"/>
                  </a:cubicBezTo>
                  <a:cubicBezTo>
                    <a:pt x="112" y="196"/>
                    <a:pt x="112" y="196"/>
                    <a:pt x="112" y="196"/>
                  </a:cubicBezTo>
                  <a:cubicBezTo>
                    <a:pt x="103" y="188"/>
                    <a:pt x="103" y="188"/>
                    <a:pt x="103" y="188"/>
                  </a:cubicBezTo>
                  <a:cubicBezTo>
                    <a:pt x="98" y="193"/>
                    <a:pt x="98" y="193"/>
                    <a:pt x="98" y="193"/>
                  </a:cubicBezTo>
                  <a:cubicBezTo>
                    <a:pt x="96" y="188"/>
                    <a:pt x="96" y="188"/>
                    <a:pt x="96" y="188"/>
                  </a:cubicBezTo>
                  <a:cubicBezTo>
                    <a:pt x="95" y="184"/>
                    <a:pt x="95" y="184"/>
                    <a:pt x="95" y="184"/>
                  </a:cubicBezTo>
                  <a:cubicBezTo>
                    <a:pt x="85" y="178"/>
                    <a:pt x="85" y="178"/>
                    <a:pt x="85" y="178"/>
                  </a:cubicBezTo>
                  <a:cubicBezTo>
                    <a:pt x="88" y="175"/>
                    <a:pt x="88" y="175"/>
                    <a:pt x="88" y="175"/>
                  </a:cubicBezTo>
                  <a:cubicBezTo>
                    <a:pt x="81" y="170"/>
                    <a:pt x="81" y="170"/>
                    <a:pt x="81" y="170"/>
                  </a:cubicBezTo>
                  <a:cubicBezTo>
                    <a:pt x="78" y="176"/>
                    <a:pt x="78" y="176"/>
                    <a:pt x="78" y="176"/>
                  </a:cubicBezTo>
                  <a:cubicBezTo>
                    <a:pt x="70" y="170"/>
                    <a:pt x="70" y="170"/>
                    <a:pt x="70" y="170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1" y="163"/>
                    <a:pt x="61" y="163"/>
                    <a:pt x="61" y="163"/>
                  </a:cubicBezTo>
                  <a:cubicBezTo>
                    <a:pt x="54" y="165"/>
                    <a:pt x="54" y="165"/>
                    <a:pt x="54" y="165"/>
                  </a:cubicBezTo>
                  <a:cubicBezTo>
                    <a:pt x="52" y="158"/>
                    <a:pt x="52" y="158"/>
                    <a:pt x="52" y="158"/>
                  </a:cubicBezTo>
                  <a:cubicBezTo>
                    <a:pt x="44" y="150"/>
                    <a:pt x="44" y="150"/>
                    <a:pt x="44" y="150"/>
                  </a:cubicBezTo>
                  <a:cubicBezTo>
                    <a:pt x="39" y="148"/>
                    <a:pt x="39" y="148"/>
                    <a:pt x="39" y="148"/>
                  </a:cubicBezTo>
                  <a:cubicBezTo>
                    <a:pt x="35" y="143"/>
                    <a:pt x="35" y="143"/>
                    <a:pt x="35" y="143"/>
                  </a:cubicBezTo>
                  <a:cubicBezTo>
                    <a:pt x="23" y="144"/>
                    <a:pt x="23" y="144"/>
                    <a:pt x="23" y="144"/>
                  </a:cubicBezTo>
                  <a:cubicBezTo>
                    <a:pt x="22" y="137"/>
                    <a:pt x="22" y="137"/>
                    <a:pt x="22" y="137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5" y="127"/>
                    <a:pt x="5" y="127"/>
                    <a:pt x="5" y="127"/>
                  </a:cubicBezTo>
                  <a:cubicBezTo>
                    <a:pt x="5" y="122"/>
                    <a:pt x="5" y="122"/>
                    <a:pt x="5" y="122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3" y="102"/>
                    <a:pt x="3" y="102"/>
                    <a:pt x="3" y="102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6" y="92"/>
                    <a:pt x="6" y="92"/>
                    <a:pt x="6" y="92"/>
                  </a:cubicBezTo>
                  <a:cubicBezTo>
                    <a:pt x="19" y="83"/>
                    <a:pt x="19" y="83"/>
                    <a:pt x="19" y="83"/>
                  </a:cubicBezTo>
                  <a:cubicBezTo>
                    <a:pt x="18" y="74"/>
                    <a:pt x="18" y="74"/>
                    <a:pt x="18" y="74"/>
                  </a:cubicBezTo>
                  <a:cubicBezTo>
                    <a:pt x="25" y="70"/>
                    <a:pt x="25" y="70"/>
                    <a:pt x="25" y="70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38" y="37"/>
                    <a:pt x="38" y="37"/>
                    <a:pt x="38" y="37"/>
                  </a:cubicBezTo>
                  <a:lnTo>
                    <a:pt x="46" y="29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11" name="Freeform 16">
              <a:extLst>
                <a:ext uri="{FF2B5EF4-FFF2-40B4-BE49-F238E27FC236}">
                  <a16:creationId xmlns:a16="http://schemas.microsoft.com/office/drawing/2014/main" id="{A4D5BA92-388C-2B4A-AD9B-F41427550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528"/>
              <a:ext cx="252" cy="317"/>
            </a:xfrm>
            <a:custGeom>
              <a:avLst/>
              <a:gdLst>
                <a:gd name="T0" fmla="*/ 0 w 121"/>
                <a:gd name="T1" fmla="*/ 59 h 152"/>
                <a:gd name="T2" fmla="*/ 6 w 121"/>
                <a:gd name="T3" fmla="*/ 48 h 152"/>
                <a:gd name="T4" fmla="*/ 25 w 121"/>
                <a:gd name="T5" fmla="*/ 45 h 152"/>
                <a:gd name="T6" fmla="*/ 31 w 121"/>
                <a:gd name="T7" fmla="*/ 35 h 152"/>
                <a:gd name="T8" fmla="*/ 34 w 121"/>
                <a:gd name="T9" fmla="*/ 26 h 152"/>
                <a:gd name="T10" fmla="*/ 37 w 121"/>
                <a:gd name="T11" fmla="*/ 15 h 152"/>
                <a:gd name="T12" fmla="*/ 49 w 121"/>
                <a:gd name="T13" fmla="*/ 8 h 152"/>
                <a:gd name="T14" fmla="*/ 56 w 121"/>
                <a:gd name="T15" fmla="*/ 2 h 152"/>
                <a:gd name="T16" fmla="*/ 62 w 121"/>
                <a:gd name="T17" fmla="*/ 5 h 152"/>
                <a:gd name="T18" fmla="*/ 72 w 121"/>
                <a:gd name="T19" fmla="*/ 6 h 152"/>
                <a:gd name="T20" fmla="*/ 80 w 121"/>
                <a:gd name="T21" fmla="*/ 11 h 152"/>
                <a:gd name="T22" fmla="*/ 86 w 121"/>
                <a:gd name="T23" fmla="*/ 6 h 152"/>
                <a:gd name="T24" fmla="*/ 90 w 121"/>
                <a:gd name="T25" fmla="*/ 10 h 152"/>
                <a:gd name="T26" fmla="*/ 98 w 121"/>
                <a:gd name="T27" fmla="*/ 14 h 152"/>
                <a:gd name="T28" fmla="*/ 98 w 121"/>
                <a:gd name="T29" fmla="*/ 23 h 152"/>
                <a:gd name="T30" fmla="*/ 91 w 121"/>
                <a:gd name="T31" fmla="*/ 22 h 152"/>
                <a:gd name="T32" fmla="*/ 95 w 121"/>
                <a:gd name="T33" fmla="*/ 33 h 152"/>
                <a:gd name="T34" fmla="*/ 105 w 121"/>
                <a:gd name="T35" fmla="*/ 49 h 152"/>
                <a:gd name="T36" fmla="*/ 113 w 121"/>
                <a:gd name="T37" fmla="*/ 65 h 152"/>
                <a:gd name="T38" fmla="*/ 114 w 121"/>
                <a:gd name="T39" fmla="*/ 92 h 152"/>
                <a:gd name="T40" fmla="*/ 118 w 121"/>
                <a:gd name="T41" fmla="*/ 112 h 152"/>
                <a:gd name="T42" fmla="*/ 120 w 121"/>
                <a:gd name="T43" fmla="*/ 128 h 152"/>
                <a:gd name="T44" fmla="*/ 113 w 121"/>
                <a:gd name="T45" fmla="*/ 144 h 152"/>
                <a:gd name="T46" fmla="*/ 82 w 121"/>
                <a:gd name="T47" fmla="*/ 152 h 152"/>
                <a:gd name="T48" fmla="*/ 65 w 121"/>
                <a:gd name="T49" fmla="*/ 144 h 152"/>
                <a:gd name="T50" fmla="*/ 56 w 121"/>
                <a:gd name="T51" fmla="*/ 124 h 152"/>
                <a:gd name="T52" fmla="*/ 46 w 121"/>
                <a:gd name="T53" fmla="*/ 109 h 152"/>
                <a:gd name="T54" fmla="*/ 39 w 121"/>
                <a:gd name="T55" fmla="*/ 91 h 152"/>
                <a:gd name="T56" fmla="*/ 37 w 121"/>
                <a:gd name="T57" fmla="*/ 78 h 152"/>
                <a:gd name="T58" fmla="*/ 34 w 121"/>
                <a:gd name="T59" fmla="*/ 74 h 152"/>
                <a:gd name="T60" fmla="*/ 32 w 121"/>
                <a:gd name="T61" fmla="*/ 91 h 152"/>
                <a:gd name="T62" fmla="*/ 32 w 121"/>
                <a:gd name="T63" fmla="*/ 93 h 152"/>
                <a:gd name="T64" fmla="*/ 17 w 121"/>
                <a:gd name="T65" fmla="*/ 87 h 152"/>
                <a:gd name="T66" fmla="*/ 13 w 121"/>
                <a:gd name="T67" fmla="*/ 82 h 152"/>
                <a:gd name="T68" fmla="*/ 15 w 121"/>
                <a:gd name="T69" fmla="*/ 71 h 152"/>
                <a:gd name="T70" fmla="*/ 0 w 121"/>
                <a:gd name="T71" fmla="*/ 59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1" h="152">
                  <a:moveTo>
                    <a:pt x="0" y="59"/>
                  </a:moveTo>
                  <a:cubicBezTo>
                    <a:pt x="3" y="54"/>
                    <a:pt x="5" y="50"/>
                    <a:pt x="6" y="48"/>
                  </a:cubicBezTo>
                  <a:cubicBezTo>
                    <a:pt x="9" y="43"/>
                    <a:pt x="18" y="45"/>
                    <a:pt x="25" y="45"/>
                  </a:cubicBezTo>
                  <a:cubicBezTo>
                    <a:pt x="33" y="45"/>
                    <a:pt x="31" y="39"/>
                    <a:pt x="31" y="35"/>
                  </a:cubicBezTo>
                  <a:cubicBezTo>
                    <a:pt x="31" y="32"/>
                    <a:pt x="36" y="29"/>
                    <a:pt x="34" y="26"/>
                  </a:cubicBezTo>
                  <a:cubicBezTo>
                    <a:pt x="32" y="22"/>
                    <a:pt x="34" y="17"/>
                    <a:pt x="37" y="15"/>
                  </a:cubicBezTo>
                  <a:cubicBezTo>
                    <a:pt x="40" y="13"/>
                    <a:pt x="43" y="8"/>
                    <a:pt x="49" y="8"/>
                  </a:cubicBezTo>
                  <a:cubicBezTo>
                    <a:pt x="54" y="7"/>
                    <a:pt x="53" y="5"/>
                    <a:pt x="56" y="2"/>
                  </a:cubicBezTo>
                  <a:cubicBezTo>
                    <a:pt x="60" y="0"/>
                    <a:pt x="62" y="5"/>
                    <a:pt x="62" y="5"/>
                  </a:cubicBezTo>
                  <a:cubicBezTo>
                    <a:pt x="62" y="5"/>
                    <a:pt x="68" y="10"/>
                    <a:pt x="72" y="6"/>
                  </a:cubicBezTo>
                  <a:cubicBezTo>
                    <a:pt x="75" y="3"/>
                    <a:pt x="77" y="11"/>
                    <a:pt x="80" y="11"/>
                  </a:cubicBezTo>
                  <a:cubicBezTo>
                    <a:pt x="82" y="11"/>
                    <a:pt x="85" y="8"/>
                    <a:pt x="86" y="6"/>
                  </a:cubicBezTo>
                  <a:cubicBezTo>
                    <a:pt x="88" y="9"/>
                    <a:pt x="85" y="11"/>
                    <a:pt x="90" y="10"/>
                  </a:cubicBezTo>
                  <a:cubicBezTo>
                    <a:pt x="95" y="10"/>
                    <a:pt x="97" y="10"/>
                    <a:pt x="98" y="14"/>
                  </a:cubicBezTo>
                  <a:cubicBezTo>
                    <a:pt x="100" y="17"/>
                    <a:pt x="101" y="24"/>
                    <a:pt x="98" y="23"/>
                  </a:cubicBezTo>
                  <a:cubicBezTo>
                    <a:pt x="95" y="22"/>
                    <a:pt x="93" y="21"/>
                    <a:pt x="91" y="22"/>
                  </a:cubicBezTo>
                  <a:cubicBezTo>
                    <a:pt x="89" y="24"/>
                    <a:pt x="93" y="29"/>
                    <a:pt x="95" y="33"/>
                  </a:cubicBezTo>
                  <a:cubicBezTo>
                    <a:pt x="98" y="37"/>
                    <a:pt x="99" y="45"/>
                    <a:pt x="105" y="49"/>
                  </a:cubicBezTo>
                  <a:cubicBezTo>
                    <a:pt x="111" y="53"/>
                    <a:pt x="113" y="61"/>
                    <a:pt x="113" y="65"/>
                  </a:cubicBezTo>
                  <a:cubicBezTo>
                    <a:pt x="112" y="70"/>
                    <a:pt x="113" y="86"/>
                    <a:pt x="114" y="92"/>
                  </a:cubicBezTo>
                  <a:cubicBezTo>
                    <a:pt x="114" y="98"/>
                    <a:pt x="114" y="104"/>
                    <a:pt x="118" y="112"/>
                  </a:cubicBezTo>
                  <a:cubicBezTo>
                    <a:pt x="121" y="120"/>
                    <a:pt x="121" y="125"/>
                    <a:pt x="120" y="128"/>
                  </a:cubicBezTo>
                  <a:cubicBezTo>
                    <a:pt x="119" y="131"/>
                    <a:pt x="115" y="140"/>
                    <a:pt x="113" y="144"/>
                  </a:cubicBezTo>
                  <a:cubicBezTo>
                    <a:pt x="111" y="149"/>
                    <a:pt x="89" y="152"/>
                    <a:pt x="82" y="152"/>
                  </a:cubicBezTo>
                  <a:cubicBezTo>
                    <a:pt x="75" y="152"/>
                    <a:pt x="69" y="148"/>
                    <a:pt x="65" y="144"/>
                  </a:cubicBezTo>
                  <a:cubicBezTo>
                    <a:pt x="61" y="139"/>
                    <a:pt x="60" y="129"/>
                    <a:pt x="56" y="124"/>
                  </a:cubicBezTo>
                  <a:cubicBezTo>
                    <a:pt x="52" y="118"/>
                    <a:pt x="45" y="115"/>
                    <a:pt x="46" y="109"/>
                  </a:cubicBezTo>
                  <a:cubicBezTo>
                    <a:pt x="46" y="103"/>
                    <a:pt x="41" y="96"/>
                    <a:pt x="39" y="91"/>
                  </a:cubicBezTo>
                  <a:cubicBezTo>
                    <a:pt x="37" y="87"/>
                    <a:pt x="38" y="82"/>
                    <a:pt x="37" y="78"/>
                  </a:cubicBezTo>
                  <a:cubicBezTo>
                    <a:pt x="36" y="74"/>
                    <a:pt x="35" y="69"/>
                    <a:pt x="34" y="74"/>
                  </a:cubicBezTo>
                  <a:cubicBezTo>
                    <a:pt x="32" y="78"/>
                    <a:pt x="34" y="85"/>
                    <a:pt x="32" y="91"/>
                  </a:cubicBezTo>
                  <a:cubicBezTo>
                    <a:pt x="32" y="92"/>
                    <a:pt x="32" y="92"/>
                    <a:pt x="32" y="93"/>
                  </a:cubicBezTo>
                  <a:cubicBezTo>
                    <a:pt x="17" y="87"/>
                    <a:pt x="17" y="87"/>
                    <a:pt x="17" y="87"/>
                  </a:cubicBezTo>
                  <a:cubicBezTo>
                    <a:pt x="13" y="82"/>
                    <a:pt x="13" y="82"/>
                    <a:pt x="13" y="82"/>
                  </a:cubicBezTo>
                  <a:cubicBezTo>
                    <a:pt x="15" y="71"/>
                    <a:pt x="15" y="71"/>
                    <a:pt x="15" y="71"/>
                  </a:cubicBezTo>
                  <a:lnTo>
                    <a:pt x="0" y="59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12" name="Freeform 17">
              <a:extLst>
                <a:ext uri="{FF2B5EF4-FFF2-40B4-BE49-F238E27FC236}">
                  <a16:creationId xmlns:a16="http://schemas.microsoft.com/office/drawing/2014/main" id="{8C6A471F-D7FD-C948-ABC4-7CC6773EF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8" y="2999"/>
              <a:ext cx="367" cy="300"/>
            </a:xfrm>
            <a:custGeom>
              <a:avLst/>
              <a:gdLst>
                <a:gd name="T0" fmla="*/ 344 w 367"/>
                <a:gd name="T1" fmla="*/ 258 h 300"/>
                <a:gd name="T2" fmla="*/ 321 w 367"/>
                <a:gd name="T3" fmla="*/ 258 h 300"/>
                <a:gd name="T4" fmla="*/ 327 w 367"/>
                <a:gd name="T5" fmla="*/ 281 h 300"/>
                <a:gd name="T6" fmla="*/ 323 w 367"/>
                <a:gd name="T7" fmla="*/ 298 h 300"/>
                <a:gd name="T8" fmla="*/ 296 w 367"/>
                <a:gd name="T9" fmla="*/ 298 h 300"/>
                <a:gd name="T10" fmla="*/ 275 w 367"/>
                <a:gd name="T11" fmla="*/ 300 h 300"/>
                <a:gd name="T12" fmla="*/ 241 w 367"/>
                <a:gd name="T13" fmla="*/ 271 h 300"/>
                <a:gd name="T14" fmla="*/ 223 w 367"/>
                <a:gd name="T15" fmla="*/ 246 h 300"/>
                <a:gd name="T16" fmla="*/ 191 w 367"/>
                <a:gd name="T17" fmla="*/ 219 h 300"/>
                <a:gd name="T18" fmla="*/ 158 w 367"/>
                <a:gd name="T19" fmla="*/ 221 h 300"/>
                <a:gd name="T20" fmla="*/ 112 w 367"/>
                <a:gd name="T21" fmla="*/ 212 h 300"/>
                <a:gd name="T22" fmla="*/ 104 w 367"/>
                <a:gd name="T23" fmla="*/ 175 h 300"/>
                <a:gd name="T24" fmla="*/ 73 w 367"/>
                <a:gd name="T25" fmla="*/ 160 h 300"/>
                <a:gd name="T26" fmla="*/ 46 w 367"/>
                <a:gd name="T27" fmla="*/ 133 h 300"/>
                <a:gd name="T28" fmla="*/ 16 w 367"/>
                <a:gd name="T29" fmla="*/ 131 h 300"/>
                <a:gd name="T30" fmla="*/ 14 w 367"/>
                <a:gd name="T31" fmla="*/ 104 h 300"/>
                <a:gd name="T32" fmla="*/ 8 w 367"/>
                <a:gd name="T33" fmla="*/ 79 h 300"/>
                <a:gd name="T34" fmla="*/ 19 w 367"/>
                <a:gd name="T35" fmla="*/ 75 h 300"/>
                <a:gd name="T36" fmla="*/ 62 w 367"/>
                <a:gd name="T37" fmla="*/ 33 h 300"/>
                <a:gd name="T38" fmla="*/ 89 w 367"/>
                <a:gd name="T39" fmla="*/ 8 h 300"/>
                <a:gd name="T40" fmla="*/ 112 w 367"/>
                <a:gd name="T41" fmla="*/ 4 h 300"/>
                <a:gd name="T42" fmla="*/ 139 w 367"/>
                <a:gd name="T43" fmla="*/ 8 h 300"/>
                <a:gd name="T44" fmla="*/ 166 w 367"/>
                <a:gd name="T45" fmla="*/ 8 h 300"/>
                <a:gd name="T46" fmla="*/ 169 w 367"/>
                <a:gd name="T47" fmla="*/ 46 h 300"/>
                <a:gd name="T48" fmla="*/ 162 w 367"/>
                <a:gd name="T49" fmla="*/ 77 h 300"/>
                <a:gd name="T50" fmla="*/ 173 w 367"/>
                <a:gd name="T51" fmla="*/ 98 h 300"/>
                <a:gd name="T52" fmla="*/ 191 w 367"/>
                <a:gd name="T53" fmla="*/ 117 h 300"/>
                <a:gd name="T54" fmla="*/ 210 w 367"/>
                <a:gd name="T55" fmla="*/ 133 h 300"/>
                <a:gd name="T56" fmla="*/ 244 w 367"/>
                <a:gd name="T57" fmla="*/ 142 h 300"/>
                <a:gd name="T58" fmla="*/ 271 w 367"/>
                <a:gd name="T59" fmla="*/ 162 h 300"/>
                <a:gd name="T60" fmla="*/ 289 w 367"/>
                <a:gd name="T61" fmla="*/ 173 h 300"/>
                <a:gd name="T62" fmla="*/ 308 w 367"/>
                <a:gd name="T63" fmla="*/ 187 h 300"/>
                <a:gd name="T64" fmla="*/ 331 w 367"/>
                <a:gd name="T65" fmla="*/ 187 h 300"/>
                <a:gd name="T66" fmla="*/ 339 w 367"/>
                <a:gd name="T67" fmla="*/ 204 h 300"/>
                <a:gd name="T68" fmla="*/ 362 w 367"/>
                <a:gd name="T69" fmla="*/ 225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67" h="300">
                  <a:moveTo>
                    <a:pt x="367" y="235"/>
                  </a:moveTo>
                  <a:lnTo>
                    <a:pt x="344" y="258"/>
                  </a:lnTo>
                  <a:lnTo>
                    <a:pt x="331" y="250"/>
                  </a:lnTo>
                  <a:lnTo>
                    <a:pt x="321" y="258"/>
                  </a:lnTo>
                  <a:lnTo>
                    <a:pt x="337" y="273"/>
                  </a:lnTo>
                  <a:lnTo>
                    <a:pt x="327" y="281"/>
                  </a:lnTo>
                  <a:lnTo>
                    <a:pt x="327" y="292"/>
                  </a:lnTo>
                  <a:lnTo>
                    <a:pt x="323" y="298"/>
                  </a:lnTo>
                  <a:lnTo>
                    <a:pt x="306" y="281"/>
                  </a:lnTo>
                  <a:lnTo>
                    <a:pt x="296" y="298"/>
                  </a:lnTo>
                  <a:lnTo>
                    <a:pt x="283" y="294"/>
                  </a:lnTo>
                  <a:lnTo>
                    <a:pt x="275" y="300"/>
                  </a:lnTo>
                  <a:lnTo>
                    <a:pt x="264" y="281"/>
                  </a:lnTo>
                  <a:lnTo>
                    <a:pt x="241" y="271"/>
                  </a:lnTo>
                  <a:lnTo>
                    <a:pt x="237" y="260"/>
                  </a:lnTo>
                  <a:lnTo>
                    <a:pt x="223" y="246"/>
                  </a:lnTo>
                  <a:lnTo>
                    <a:pt x="206" y="242"/>
                  </a:lnTo>
                  <a:lnTo>
                    <a:pt x="191" y="219"/>
                  </a:lnTo>
                  <a:lnTo>
                    <a:pt x="179" y="225"/>
                  </a:lnTo>
                  <a:lnTo>
                    <a:pt x="158" y="221"/>
                  </a:lnTo>
                  <a:lnTo>
                    <a:pt x="131" y="231"/>
                  </a:lnTo>
                  <a:lnTo>
                    <a:pt x="112" y="212"/>
                  </a:lnTo>
                  <a:lnTo>
                    <a:pt x="112" y="185"/>
                  </a:lnTo>
                  <a:lnTo>
                    <a:pt x="104" y="175"/>
                  </a:lnTo>
                  <a:lnTo>
                    <a:pt x="96" y="181"/>
                  </a:lnTo>
                  <a:lnTo>
                    <a:pt x="73" y="160"/>
                  </a:lnTo>
                  <a:lnTo>
                    <a:pt x="48" y="160"/>
                  </a:lnTo>
                  <a:lnTo>
                    <a:pt x="46" y="133"/>
                  </a:lnTo>
                  <a:lnTo>
                    <a:pt x="19" y="133"/>
                  </a:lnTo>
                  <a:lnTo>
                    <a:pt x="16" y="131"/>
                  </a:lnTo>
                  <a:lnTo>
                    <a:pt x="21" y="117"/>
                  </a:lnTo>
                  <a:lnTo>
                    <a:pt x="14" y="104"/>
                  </a:lnTo>
                  <a:lnTo>
                    <a:pt x="0" y="96"/>
                  </a:lnTo>
                  <a:lnTo>
                    <a:pt x="8" y="79"/>
                  </a:lnTo>
                  <a:lnTo>
                    <a:pt x="8" y="75"/>
                  </a:lnTo>
                  <a:lnTo>
                    <a:pt x="19" y="75"/>
                  </a:lnTo>
                  <a:lnTo>
                    <a:pt x="41" y="71"/>
                  </a:lnTo>
                  <a:lnTo>
                    <a:pt x="62" y="33"/>
                  </a:lnTo>
                  <a:lnTo>
                    <a:pt x="81" y="23"/>
                  </a:lnTo>
                  <a:lnTo>
                    <a:pt x="89" y="8"/>
                  </a:lnTo>
                  <a:lnTo>
                    <a:pt x="100" y="12"/>
                  </a:lnTo>
                  <a:lnTo>
                    <a:pt x="112" y="4"/>
                  </a:lnTo>
                  <a:lnTo>
                    <a:pt x="131" y="0"/>
                  </a:lnTo>
                  <a:lnTo>
                    <a:pt x="139" y="8"/>
                  </a:lnTo>
                  <a:lnTo>
                    <a:pt x="150" y="6"/>
                  </a:lnTo>
                  <a:lnTo>
                    <a:pt x="166" y="8"/>
                  </a:lnTo>
                  <a:lnTo>
                    <a:pt x="179" y="31"/>
                  </a:lnTo>
                  <a:lnTo>
                    <a:pt x="169" y="46"/>
                  </a:lnTo>
                  <a:lnTo>
                    <a:pt x="162" y="62"/>
                  </a:lnTo>
                  <a:lnTo>
                    <a:pt x="162" y="77"/>
                  </a:lnTo>
                  <a:lnTo>
                    <a:pt x="173" y="87"/>
                  </a:lnTo>
                  <a:lnTo>
                    <a:pt x="173" y="98"/>
                  </a:lnTo>
                  <a:lnTo>
                    <a:pt x="183" y="102"/>
                  </a:lnTo>
                  <a:lnTo>
                    <a:pt x="191" y="117"/>
                  </a:lnTo>
                  <a:lnTo>
                    <a:pt x="208" y="119"/>
                  </a:lnTo>
                  <a:lnTo>
                    <a:pt x="210" y="133"/>
                  </a:lnTo>
                  <a:lnTo>
                    <a:pt x="235" y="131"/>
                  </a:lnTo>
                  <a:lnTo>
                    <a:pt x="244" y="142"/>
                  </a:lnTo>
                  <a:lnTo>
                    <a:pt x="254" y="146"/>
                  </a:lnTo>
                  <a:lnTo>
                    <a:pt x="271" y="162"/>
                  </a:lnTo>
                  <a:lnTo>
                    <a:pt x="275" y="177"/>
                  </a:lnTo>
                  <a:lnTo>
                    <a:pt x="289" y="173"/>
                  </a:lnTo>
                  <a:lnTo>
                    <a:pt x="304" y="173"/>
                  </a:lnTo>
                  <a:lnTo>
                    <a:pt x="308" y="187"/>
                  </a:lnTo>
                  <a:lnTo>
                    <a:pt x="325" y="200"/>
                  </a:lnTo>
                  <a:lnTo>
                    <a:pt x="331" y="187"/>
                  </a:lnTo>
                  <a:lnTo>
                    <a:pt x="346" y="198"/>
                  </a:lnTo>
                  <a:lnTo>
                    <a:pt x="339" y="204"/>
                  </a:lnTo>
                  <a:lnTo>
                    <a:pt x="360" y="217"/>
                  </a:lnTo>
                  <a:lnTo>
                    <a:pt x="362" y="225"/>
                  </a:lnTo>
                  <a:lnTo>
                    <a:pt x="367" y="235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13" name="Freeform 18">
              <a:extLst>
                <a:ext uri="{FF2B5EF4-FFF2-40B4-BE49-F238E27FC236}">
                  <a16:creationId xmlns:a16="http://schemas.microsoft.com/office/drawing/2014/main" id="{B686F221-A96D-5C49-94A1-052C0B612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855"/>
              <a:ext cx="208" cy="219"/>
            </a:xfrm>
            <a:custGeom>
              <a:avLst/>
              <a:gdLst>
                <a:gd name="T0" fmla="*/ 16 w 100"/>
                <a:gd name="T1" fmla="*/ 18 h 105"/>
                <a:gd name="T2" fmla="*/ 20 w 100"/>
                <a:gd name="T3" fmla="*/ 15 h 105"/>
                <a:gd name="T4" fmla="*/ 30 w 100"/>
                <a:gd name="T5" fmla="*/ 19 h 105"/>
                <a:gd name="T6" fmla="*/ 37 w 100"/>
                <a:gd name="T7" fmla="*/ 23 h 105"/>
                <a:gd name="T8" fmla="*/ 40 w 100"/>
                <a:gd name="T9" fmla="*/ 26 h 105"/>
                <a:gd name="T10" fmla="*/ 37 w 100"/>
                <a:gd name="T11" fmla="*/ 32 h 105"/>
                <a:gd name="T12" fmla="*/ 45 w 100"/>
                <a:gd name="T13" fmla="*/ 40 h 105"/>
                <a:gd name="T14" fmla="*/ 52 w 100"/>
                <a:gd name="T15" fmla="*/ 32 h 105"/>
                <a:gd name="T16" fmla="*/ 46 w 100"/>
                <a:gd name="T17" fmla="*/ 25 h 105"/>
                <a:gd name="T18" fmla="*/ 45 w 100"/>
                <a:gd name="T19" fmla="*/ 23 h 105"/>
                <a:gd name="T20" fmla="*/ 40 w 100"/>
                <a:gd name="T21" fmla="*/ 14 h 105"/>
                <a:gd name="T22" fmla="*/ 39 w 100"/>
                <a:gd name="T23" fmla="*/ 3 h 105"/>
                <a:gd name="T24" fmla="*/ 35 w 100"/>
                <a:gd name="T25" fmla="*/ 0 h 105"/>
                <a:gd name="T26" fmla="*/ 67 w 100"/>
                <a:gd name="T27" fmla="*/ 0 h 105"/>
                <a:gd name="T28" fmla="*/ 68 w 100"/>
                <a:gd name="T29" fmla="*/ 0 h 105"/>
                <a:gd name="T30" fmla="*/ 68 w 100"/>
                <a:gd name="T31" fmla="*/ 13 h 105"/>
                <a:gd name="T32" fmla="*/ 83 w 100"/>
                <a:gd name="T33" fmla="*/ 58 h 105"/>
                <a:gd name="T34" fmla="*/ 92 w 100"/>
                <a:gd name="T35" fmla="*/ 62 h 105"/>
                <a:gd name="T36" fmla="*/ 100 w 100"/>
                <a:gd name="T37" fmla="*/ 85 h 105"/>
                <a:gd name="T38" fmla="*/ 90 w 100"/>
                <a:gd name="T39" fmla="*/ 103 h 105"/>
                <a:gd name="T40" fmla="*/ 79 w 100"/>
                <a:gd name="T41" fmla="*/ 105 h 105"/>
                <a:gd name="T42" fmla="*/ 74 w 100"/>
                <a:gd name="T43" fmla="*/ 105 h 105"/>
                <a:gd name="T44" fmla="*/ 72 w 100"/>
                <a:gd name="T45" fmla="*/ 97 h 105"/>
                <a:gd name="T46" fmla="*/ 64 w 100"/>
                <a:gd name="T47" fmla="*/ 94 h 105"/>
                <a:gd name="T48" fmla="*/ 68 w 100"/>
                <a:gd name="T49" fmla="*/ 85 h 105"/>
                <a:gd name="T50" fmla="*/ 63 w 100"/>
                <a:gd name="T51" fmla="*/ 83 h 105"/>
                <a:gd name="T52" fmla="*/ 64 w 100"/>
                <a:gd name="T53" fmla="*/ 79 h 105"/>
                <a:gd name="T54" fmla="*/ 57 w 100"/>
                <a:gd name="T55" fmla="*/ 79 h 105"/>
                <a:gd name="T56" fmla="*/ 55 w 100"/>
                <a:gd name="T57" fmla="*/ 81 h 105"/>
                <a:gd name="T58" fmla="*/ 52 w 100"/>
                <a:gd name="T59" fmla="*/ 78 h 105"/>
                <a:gd name="T60" fmla="*/ 54 w 100"/>
                <a:gd name="T61" fmla="*/ 70 h 105"/>
                <a:gd name="T62" fmla="*/ 46 w 100"/>
                <a:gd name="T63" fmla="*/ 64 h 105"/>
                <a:gd name="T64" fmla="*/ 42 w 100"/>
                <a:gd name="T65" fmla="*/ 67 h 105"/>
                <a:gd name="T66" fmla="*/ 38 w 100"/>
                <a:gd name="T67" fmla="*/ 68 h 105"/>
                <a:gd name="T68" fmla="*/ 32 w 100"/>
                <a:gd name="T69" fmla="*/ 65 h 105"/>
                <a:gd name="T70" fmla="*/ 21 w 100"/>
                <a:gd name="T71" fmla="*/ 65 h 105"/>
                <a:gd name="T72" fmla="*/ 20 w 100"/>
                <a:gd name="T73" fmla="*/ 60 h 105"/>
                <a:gd name="T74" fmla="*/ 14 w 100"/>
                <a:gd name="T75" fmla="*/ 64 h 105"/>
                <a:gd name="T76" fmla="*/ 9 w 100"/>
                <a:gd name="T77" fmla="*/ 63 h 105"/>
                <a:gd name="T78" fmla="*/ 9 w 100"/>
                <a:gd name="T79" fmla="*/ 63 h 105"/>
                <a:gd name="T80" fmla="*/ 7 w 100"/>
                <a:gd name="T81" fmla="*/ 56 h 105"/>
                <a:gd name="T82" fmla="*/ 9 w 100"/>
                <a:gd name="T83" fmla="*/ 50 h 105"/>
                <a:gd name="T84" fmla="*/ 8 w 100"/>
                <a:gd name="T85" fmla="*/ 42 h 105"/>
                <a:gd name="T86" fmla="*/ 2 w 100"/>
                <a:gd name="T87" fmla="*/ 35 h 105"/>
                <a:gd name="T88" fmla="*/ 4 w 100"/>
                <a:gd name="T89" fmla="*/ 31 h 105"/>
                <a:gd name="T90" fmla="*/ 0 w 100"/>
                <a:gd name="T91" fmla="*/ 27 h 105"/>
                <a:gd name="T92" fmla="*/ 16 w 100"/>
                <a:gd name="T93" fmla="*/ 26 h 105"/>
                <a:gd name="T94" fmla="*/ 16 w 100"/>
                <a:gd name="T95" fmla="*/ 18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0" h="105">
                  <a:moveTo>
                    <a:pt x="16" y="18"/>
                  </a:moveTo>
                  <a:cubicBezTo>
                    <a:pt x="18" y="18"/>
                    <a:pt x="19" y="16"/>
                    <a:pt x="20" y="15"/>
                  </a:cubicBezTo>
                  <a:cubicBezTo>
                    <a:pt x="22" y="11"/>
                    <a:pt x="29" y="16"/>
                    <a:pt x="30" y="19"/>
                  </a:cubicBezTo>
                  <a:cubicBezTo>
                    <a:pt x="32" y="23"/>
                    <a:pt x="35" y="22"/>
                    <a:pt x="37" y="23"/>
                  </a:cubicBezTo>
                  <a:cubicBezTo>
                    <a:pt x="38" y="23"/>
                    <a:pt x="39" y="25"/>
                    <a:pt x="40" y="26"/>
                  </a:cubicBezTo>
                  <a:cubicBezTo>
                    <a:pt x="39" y="28"/>
                    <a:pt x="37" y="30"/>
                    <a:pt x="37" y="32"/>
                  </a:cubicBezTo>
                  <a:cubicBezTo>
                    <a:pt x="37" y="36"/>
                    <a:pt x="41" y="40"/>
                    <a:pt x="45" y="40"/>
                  </a:cubicBezTo>
                  <a:cubicBezTo>
                    <a:pt x="49" y="40"/>
                    <a:pt x="52" y="36"/>
                    <a:pt x="52" y="32"/>
                  </a:cubicBezTo>
                  <a:cubicBezTo>
                    <a:pt x="52" y="29"/>
                    <a:pt x="49" y="25"/>
                    <a:pt x="46" y="25"/>
                  </a:cubicBezTo>
                  <a:cubicBezTo>
                    <a:pt x="45" y="24"/>
                    <a:pt x="45" y="24"/>
                    <a:pt x="45" y="23"/>
                  </a:cubicBezTo>
                  <a:cubicBezTo>
                    <a:pt x="40" y="19"/>
                    <a:pt x="39" y="17"/>
                    <a:pt x="40" y="14"/>
                  </a:cubicBezTo>
                  <a:cubicBezTo>
                    <a:pt x="41" y="10"/>
                    <a:pt x="48" y="9"/>
                    <a:pt x="39" y="3"/>
                  </a:cubicBezTo>
                  <a:cubicBezTo>
                    <a:pt x="37" y="2"/>
                    <a:pt x="36" y="1"/>
                    <a:pt x="35" y="0"/>
                  </a:cubicBezTo>
                  <a:cubicBezTo>
                    <a:pt x="46" y="0"/>
                    <a:pt x="60" y="0"/>
                    <a:pt x="67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83" y="58"/>
                    <a:pt x="83" y="58"/>
                    <a:pt x="83" y="58"/>
                  </a:cubicBezTo>
                  <a:cubicBezTo>
                    <a:pt x="92" y="62"/>
                    <a:pt x="92" y="62"/>
                    <a:pt x="92" y="62"/>
                  </a:cubicBezTo>
                  <a:cubicBezTo>
                    <a:pt x="100" y="85"/>
                    <a:pt x="100" y="85"/>
                    <a:pt x="100" y="85"/>
                  </a:cubicBezTo>
                  <a:cubicBezTo>
                    <a:pt x="90" y="103"/>
                    <a:pt x="90" y="103"/>
                    <a:pt x="90" y="103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74" y="105"/>
                    <a:pt x="74" y="105"/>
                    <a:pt x="74" y="105"/>
                  </a:cubicBezTo>
                  <a:cubicBezTo>
                    <a:pt x="72" y="97"/>
                    <a:pt x="72" y="97"/>
                    <a:pt x="72" y="97"/>
                  </a:cubicBezTo>
                  <a:cubicBezTo>
                    <a:pt x="64" y="94"/>
                    <a:pt x="64" y="94"/>
                    <a:pt x="64" y="94"/>
                  </a:cubicBezTo>
                  <a:cubicBezTo>
                    <a:pt x="68" y="85"/>
                    <a:pt x="68" y="85"/>
                    <a:pt x="68" y="85"/>
                  </a:cubicBezTo>
                  <a:cubicBezTo>
                    <a:pt x="63" y="83"/>
                    <a:pt x="63" y="83"/>
                    <a:pt x="63" y="83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57" y="79"/>
                    <a:pt x="57" y="79"/>
                    <a:pt x="57" y="79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46" y="64"/>
                    <a:pt x="46" y="64"/>
                    <a:pt x="46" y="64"/>
                  </a:cubicBezTo>
                  <a:cubicBezTo>
                    <a:pt x="42" y="67"/>
                    <a:pt x="42" y="67"/>
                    <a:pt x="42" y="67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2" y="65"/>
                    <a:pt x="32" y="65"/>
                    <a:pt x="32" y="65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9" y="63"/>
                    <a:pt x="9" y="63"/>
                    <a:pt x="9" y="63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9" y="50"/>
                    <a:pt x="9" y="50"/>
                    <a:pt x="9" y="50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2" y="35"/>
                    <a:pt x="2" y="35"/>
                    <a:pt x="2" y="35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6" y="27"/>
                    <a:pt x="13" y="27"/>
                    <a:pt x="16" y="26"/>
                  </a:cubicBezTo>
                  <a:cubicBezTo>
                    <a:pt x="17" y="25"/>
                    <a:pt x="17" y="22"/>
                    <a:pt x="16" y="18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14" name="Freeform 19">
              <a:extLst>
                <a:ext uri="{FF2B5EF4-FFF2-40B4-BE49-F238E27FC236}">
                  <a16:creationId xmlns:a16="http://schemas.microsoft.com/office/drawing/2014/main" id="{66A337E5-D91A-8C4B-A076-E5BD92080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" y="2980"/>
              <a:ext cx="198" cy="150"/>
            </a:xfrm>
            <a:custGeom>
              <a:avLst/>
              <a:gdLst>
                <a:gd name="T0" fmla="*/ 193 w 198"/>
                <a:gd name="T1" fmla="*/ 150 h 150"/>
                <a:gd name="T2" fmla="*/ 164 w 198"/>
                <a:gd name="T3" fmla="*/ 134 h 150"/>
                <a:gd name="T4" fmla="*/ 164 w 198"/>
                <a:gd name="T5" fmla="*/ 138 h 150"/>
                <a:gd name="T6" fmla="*/ 158 w 198"/>
                <a:gd name="T7" fmla="*/ 142 h 150"/>
                <a:gd name="T8" fmla="*/ 148 w 198"/>
                <a:gd name="T9" fmla="*/ 131 h 150"/>
                <a:gd name="T10" fmla="*/ 137 w 198"/>
                <a:gd name="T11" fmla="*/ 131 h 150"/>
                <a:gd name="T12" fmla="*/ 131 w 198"/>
                <a:gd name="T13" fmla="*/ 121 h 150"/>
                <a:gd name="T14" fmla="*/ 129 w 198"/>
                <a:gd name="T15" fmla="*/ 111 h 150"/>
                <a:gd name="T16" fmla="*/ 114 w 198"/>
                <a:gd name="T17" fmla="*/ 108 h 150"/>
                <a:gd name="T18" fmla="*/ 106 w 198"/>
                <a:gd name="T19" fmla="*/ 117 h 150"/>
                <a:gd name="T20" fmla="*/ 93 w 198"/>
                <a:gd name="T21" fmla="*/ 115 h 150"/>
                <a:gd name="T22" fmla="*/ 85 w 198"/>
                <a:gd name="T23" fmla="*/ 123 h 150"/>
                <a:gd name="T24" fmla="*/ 79 w 198"/>
                <a:gd name="T25" fmla="*/ 123 h 150"/>
                <a:gd name="T26" fmla="*/ 68 w 198"/>
                <a:gd name="T27" fmla="*/ 117 h 150"/>
                <a:gd name="T28" fmla="*/ 52 w 198"/>
                <a:gd name="T29" fmla="*/ 117 h 150"/>
                <a:gd name="T30" fmla="*/ 50 w 198"/>
                <a:gd name="T31" fmla="*/ 111 h 150"/>
                <a:gd name="T32" fmla="*/ 37 w 198"/>
                <a:gd name="T33" fmla="*/ 111 h 150"/>
                <a:gd name="T34" fmla="*/ 31 w 198"/>
                <a:gd name="T35" fmla="*/ 104 h 150"/>
                <a:gd name="T36" fmla="*/ 10 w 198"/>
                <a:gd name="T37" fmla="*/ 100 h 150"/>
                <a:gd name="T38" fmla="*/ 0 w 198"/>
                <a:gd name="T39" fmla="*/ 92 h 150"/>
                <a:gd name="T40" fmla="*/ 2 w 198"/>
                <a:gd name="T41" fmla="*/ 77 h 150"/>
                <a:gd name="T42" fmla="*/ 12 w 198"/>
                <a:gd name="T43" fmla="*/ 75 h 150"/>
                <a:gd name="T44" fmla="*/ 14 w 198"/>
                <a:gd name="T45" fmla="*/ 63 h 150"/>
                <a:gd name="T46" fmla="*/ 27 w 198"/>
                <a:gd name="T47" fmla="*/ 54 h 150"/>
                <a:gd name="T48" fmla="*/ 37 w 198"/>
                <a:gd name="T49" fmla="*/ 42 h 150"/>
                <a:gd name="T50" fmla="*/ 29 w 198"/>
                <a:gd name="T51" fmla="*/ 27 h 150"/>
                <a:gd name="T52" fmla="*/ 33 w 198"/>
                <a:gd name="T53" fmla="*/ 17 h 150"/>
                <a:gd name="T54" fmla="*/ 39 w 198"/>
                <a:gd name="T55" fmla="*/ 11 h 150"/>
                <a:gd name="T56" fmla="*/ 50 w 198"/>
                <a:gd name="T57" fmla="*/ 6 h 150"/>
                <a:gd name="T58" fmla="*/ 50 w 198"/>
                <a:gd name="T59" fmla="*/ 6 h 150"/>
                <a:gd name="T60" fmla="*/ 60 w 198"/>
                <a:gd name="T61" fmla="*/ 8 h 150"/>
                <a:gd name="T62" fmla="*/ 73 w 198"/>
                <a:gd name="T63" fmla="*/ 0 h 150"/>
                <a:gd name="T64" fmla="*/ 75 w 198"/>
                <a:gd name="T65" fmla="*/ 11 h 150"/>
                <a:gd name="T66" fmla="*/ 98 w 198"/>
                <a:gd name="T67" fmla="*/ 11 h 150"/>
                <a:gd name="T68" fmla="*/ 110 w 198"/>
                <a:gd name="T69" fmla="*/ 17 h 150"/>
                <a:gd name="T70" fmla="*/ 118 w 198"/>
                <a:gd name="T71" fmla="*/ 15 h 150"/>
                <a:gd name="T72" fmla="*/ 127 w 198"/>
                <a:gd name="T73" fmla="*/ 8 h 150"/>
                <a:gd name="T74" fmla="*/ 143 w 198"/>
                <a:gd name="T75" fmla="*/ 21 h 150"/>
                <a:gd name="T76" fmla="*/ 139 w 198"/>
                <a:gd name="T77" fmla="*/ 38 h 150"/>
                <a:gd name="T78" fmla="*/ 145 w 198"/>
                <a:gd name="T79" fmla="*/ 44 h 150"/>
                <a:gd name="T80" fmla="*/ 150 w 198"/>
                <a:gd name="T81" fmla="*/ 40 h 150"/>
                <a:gd name="T82" fmla="*/ 164 w 198"/>
                <a:gd name="T83" fmla="*/ 40 h 150"/>
                <a:gd name="T84" fmla="*/ 162 w 198"/>
                <a:gd name="T85" fmla="*/ 48 h 150"/>
                <a:gd name="T86" fmla="*/ 173 w 198"/>
                <a:gd name="T87" fmla="*/ 52 h 150"/>
                <a:gd name="T88" fmla="*/ 164 w 198"/>
                <a:gd name="T89" fmla="*/ 71 h 150"/>
                <a:gd name="T90" fmla="*/ 181 w 198"/>
                <a:gd name="T91" fmla="*/ 77 h 150"/>
                <a:gd name="T92" fmla="*/ 185 w 198"/>
                <a:gd name="T93" fmla="*/ 98 h 150"/>
                <a:gd name="T94" fmla="*/ 177 w 198"/>
                <a:gd name="T95" fmla="*/ 115 h 150"/>
                <a:gd name="T96" fmla="*/ 191 w 198"/>
                <a:gd name="T97" fmla="*/ 123 h 150"/>
                <a:gd name="T98" fmla="*/ 198 w 198"/>
                <a:gd name="T99" fmla="*/ 136 h 150"/>
                <a:gd name="T100" fmla="*/ 193 w 198"/>
                <a:gd name="T101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8" h="150">
                  <a:moveTo>
                    <a:pt x="193" y="150"/>
                  </a:moveTo>
                  <a:lnTo>
                    <a:pt x="164" y="134"/>
                  </a:lnTo>
                  <a:lnTo>
                    <a:pt x="164" y="138"/>
                  </a:lnTo>
                  <a:lnTo>
                    <a:pt x="158" y="142"/>
                  </a:lnTo>
                  <a:lnTo>
                    <a:pt x="148" y="131"/>
                  </a:lnTo>
                  <a:lnTo>
                    <a:pt x="137" y="131"/>
                  </a:lnTo>
                  <a:lnTo>
                    <a:pt x="131" y="121"/>
                  </a:lnTo>
                  <a:lnTo>
                    <a:pt x="129" y="111"/>
                  </a:lnTo>
                  <a:lnTo>
                    <a:pt x="114" y="108"/>
                  </a:lnTo>
                  <a:lnTo>
                    <a:pt x="106" y="117"/>
                  </a:lnTo>
                  <a:lnTo>
                    <a:pt x="93" y="115"/>
                  </a:lnTo>
                  <a:lnTo>
                    <a:pt x="85" y="123"/>
                  </a:lnTo>
                  <a:lnTo>
                    <a:pt x="79" y="123"/>
                  </a:lnTo>
                  <a:lnTo>
                    <a:pt x="68" y="117"/>
                  </a:lnTo>
                  <a:lnTo>
                    <a:pt x="52" y="117"/>
                  </a:lnTo>
                  <a:lnTo>
                    <a:pt x="50" y="111"/>
                  </a:lnTo>
                  <a:lnTo>
                    <a:pt x="37" y="111"/>
                  </a:lnTo>
                  <a:lnTo>
                    <a:pt x="31" y="104"/>
                  </a:lnTo>
                  <a:lnTo>
                    <a:pt x="10" y="100"/>
                  </a:lnTo>
                  <a:lnTo>
                    <a:pt x="0" y="92"/>
                  </a:lnTo>
                  <a:lnTo>
                    <a:pt x="2" y="77"/>
                  </a:lnTo>
                  <a:lnTo>
                    <a:pt x="12" y="75"/>
                  </a:lnTo>
                  <a:lnTo>
                    <a:pt x="14" y="63"/>
                  </a:lnTo>
                  <a:lnTo>
                    <a:pt x="27" y="54"/>
                  </a:lnTo>
                  <a:lnTo>
                    <a:pt x="37" y="42"/>
                  </a:lnTo>
                  <a:lnTo>
                    <a:pt x="29" y="27"/>
                  </a:lnTo>
                  <a:lnTo>
                    <a:pt x="33" y="17"/>
                  </a:lnTo>
                  <a:lnTo>
                    <a:pt x="39" y="11"/>
                  </a:lnTo>
                  <a:lnTo>
                    <a:pt x="50" y="6"/>
                  </a:lnTo>
                  <a:lnTo>
                    <a:pt x="50" y="6"/>
                  </a:lnTo>
                  <a:lnTo>
                    <a:pt x="60" y="8"/>
                  </a:lnTo>
                  <a:lnTo>
                    <a:pt x="73" y="0"/>
                  </a:lnTo>
                  <a:lnTo>
                    <a:pt x="75" y="11"/>
                  </a:lnTo>
                  <a:lnTo>
                    <a:pt x="98" y="11"/>
                  </a:lnTo>
                  <a:lnTo>
                    <a:pt x="110" y="17"/>
                  </a:lnTo>
                  <a:lnTo>
                    <a:pt x="118" y="15"/>
                  </a:lnTo>
                  <a:lnTo>
                    <a:pt x="127" y="8"/>
                  </a:lnTo>
                  <a:lnTo>
                    <a:pt x="143" y="21"/>
                  </a:lnTo>
                  <a:lnTo>
                    <a:pt x="139" y="38"/>
                  </a:lnTo>
                  <a:lnTo>
                    <a:pt x="145" y="44"/>
                  </a:lnTo>
                  <a:lnTo>
                    <a:pt x="150" y="40"/>
                  </a:lnTo>
                  <a:lnTo>
                    <a:pt x="164" y="40"/>
                  </a:lnTo>
                  <a:lnTo>
                    <a:pt x="162" y="48"/>
                  </a:lnTo>
                  <a:lnTo>
                    <a:pt x="173" y="52"/>
                  </a:lnTo>
                  <a:lnTo>
                    <a:pt x="164" y="71"/>
                  </a:lnTo>
                  <a:lnTo>
                    <a:pt x="181" y="77"/>
                  </a:lnTo>
                  <a:lnTo>
                    <a:pt x="185" y="98"/>
                  </a:lnTo>
                  <a:lnTo>
                    <a:pt x="177" y="115"/>
                  </a:lnTo>
                  <a:lnTo>
                    <a:pt x="191" y="123"/>
                  </a:lnTo>
                  <a:lnTo>
                    <a:pt x="198" y="136"/>
                  </a:lnTo>
                  <a:lnTo>
                    <a:pt x="193" y="150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15" name="Freeform 20">
              <a:extLst>
                <a:ext uri="{FF2B5EF4-FFF2-40B4-BE49-F238E27FC236}">
                  <a16:creationId xmlns:a16="http://schemas.microsoft.com/office/drawing/2014/main" id="{96910CD1-3AD5-2B42-9381-1445ADFB7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" y="2911"/>
              <a:ext cx="142" cy="225"/>
            </a:xfrm>
            <a:custGeom>
              <a:avLst/>
              <a:gdLst>
                <a:gd name="T0" fmla="*/ 44 w 68"/>
                <a:gd name="T1" fmla="*/ 77 h 108"/>
                <a:gd name="T2" fmla="*/ 42 w 68"/>
                <a:gd name="T3" fmla="*/ 83 h 108"/>
                <a:gd name="T4" fmla="*/ 37 w 68"/>
                <a:gd name="T5" fmla="*/ 86 h 108"/>
                <a:gd name="T6" fmla="*/ 38 w 68"/>
                <a:gd name="T7" fmla="*/ 93 h 108"/>
                <a:gd name="T8" fmla="*/ 34 w 68"/>
                <a:gd name="T9" fmla="*/ 100 h 108"/>
                <a:gd name="T10" fmla="*/ 29 w 68"/>
                <a:gd name="T11" fmla="*/ 102 h 108"/>
                <a:gd name="T12" fmla="*/ 26 w 68"/>
                <a:gd name="T13" fmla="*/ 108 h 108"/>
                <a:gd name="T14" fmla="*/ 23 w 68"/>
                <a:gd name="T15" fmla="*/ 102 h 108"/>
                <a:gd name="T16" fmla="*/ 18 w 68"/>
                <a:gd name="T17" fmla="*/ 102 h 108"/>
                <a:gd name="T18" fmla="*/ 17 w 68"/>
                <a:gd name="T19" fmla="*/ 95 h 108"/>
                <a:gd name="T20" fmla="*/ 10 w 68"/>
                <a:gd name="T21" fmla="*/ 85 h 108"/>
                <a:gd name="T22" fmla="*/ 8 w 68"/>
                <a:gd name="T23" fmla="*/ 79 h 108"/>
                <a:gd name="T24" fmla="*/ 3 w 68"/>
                <a:gd name="T25" fmla="*/ 69 h 108"/>
                <a:gd name="T26" fmla="*/ 1 w 68"/>
                <a:gd name="T27" fmla="*/ 60 h 108"/>
                <a:gd name="T28" fmla="*/ 11 w 68"/>
                <a:gd name="T29" fmla="*/ 49 h 108"/>
                <a:gd name="T30" fmla="*/ 13 w 68"/>
                <a:gd name="T31" fmla="*/ 37 h 108"/>
                <a:gd name="T32" fmla="*/ 24 w 68"/>
                <a:gd name="T33" fmla="*/ 34 h 108"/>
                <a:gd name="T34" fmla="*/ 26 w 68"/>
                <a:gd name="T35" fmla="*/ 21 h 108"/>
                <a:gd name="T36" fmla="*/ 38 w 68"/>
                <a:gd name="T37" fmla="*/ 20 h 108"/>
                <a:gd name="T38" fmla="*/ 44 w 68"/>
                <a:gd name="T39" fmla="*/ 11 h 108"/>
                <a:gd name="T40" fmla="*/ 56 w 68"/>
                <a:gd name="T41" fmla="*/ 1 h 108"/>
                <a:gd name="T42" fmla="*/ 59 w 68"/>
                <a:gd name="T43" fmla="*/ 0 h 108"/>
                <a:gd name="T44" fmla="*/ 63 w 68"/>
                <a:gd name="T45" fmla="*/ 4 h 108"/>
                <a:gd name="T46" fmla="*/ 61 w 68"/>
                <a:gd name="T47" fmla="*/ 8 h 108"/>
                <a:gd name="T48" fmla="*/ 67 w 68"/>
                <a:gd name="T49" fmla="*/ 15 h 108"/>
                <a:gd name="T50" fmla="*/ 68 w 68"/>
                <a:gd name="T51" fmla="*/ 23 h 108"/>
                <a:gd name="T52" fmla="*/ 66 w 68"/>
                <a:gd name="T53" fmla="*/ 29 h 108"/>
                <a:gd name="T54" fmla="*/ 68 w 68"/>
                <a:gd name="T55" fmla="*/ 36 h 108"/>
                <a:gd name="T56" fmla="*/ 63 w 68"/>
                <a:gd name="T57" fmla="*/ 38 h 108"/>
                <a:gd name="T58" fmla="*/ 60 w 68"/>
                <a:gd name="T59" fmla="*/ 41 h 108"/>
                <a:gd name="T60" fmla="*/ 58 w 68"/>
                <a:gd name="T61" fmla="*/ 46 h 108"/>
                <a:gd name="T62" fmla="*/ 62 w 68"/>
                <a:gd name="T63" fmla="*/ 53 h 108"/>
                <a:gd name="T64" fmla="*/ 57 w 68"/>
                <a:gd name="T65" fmla="*/ 59 h 108"/>
                <a:gd name="T66" fmla="*/ 51 w 68"/>
                <a:gd name="T67" fmla="*/ 63 h 108"/>
                <a:gd name="T68" fmla="*/ 50 w 68"/>
                <a:gd name="T69" fmla="*/ 69 h 108"/>
                <a:gd name="T70" fmla="*/ 45 w 68"/>
                <a:gd name="T71" fmla="*/ 70 h 108"/>
                <a:gd name="T72" fmla="*/ 44 w 68"/>
                <a:gd name="T73" fmla="*/ 77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8" h="108">
                  <a:moveTo>
                    <a:pt x="44" y="77"/>
                  </a:moveTo>
                  <a:cubicBezTo>
                    <a:pt x="42" y="83"/>
                    <a:pt x="42" y="83"/>
                    <a:pt x="42" y="83"/>
                  </a:cubicBezTo>
                  <a:cubicBezTo>
                    <a:pt x="37" y="86"/>
                    <a:pt x="37" y="86"/>
                    <a:pt x="37" y="86"/>
                  </a:cubicBezTo>
                  <a:cubicBezTo>
                    <a:pt x="38" y="93"/>
                    <a:pt x="38" y="93"/>
                    <a:pt x="38" y="93"/>
                  </a:cubicBezTo>
                  <a:cubicBezTo>
                    <a:pt x="34" y="100"/>
                    <a:pt x="34" y="100"/>
                    <a:pt x="34" y="100"/>
                  </a:cubicBezTo>
                  <a:cubicBezTo>
                    <a:pt x="29" y="102"/>
                    <a:pt x="29" y="102"/>
                    <a:pt x="29" y="102"/>
                  </a:cubicBezTo>
                  <a:cubicBezTo>
                    <a:pt x="26" y="108"/>
                    <a:pt x="26" y="108"/>
                    <a:pt x="26" y="108"/>
                  </a:cubicBezTo>
                  <a:cubicBezTo>
                    <a:pt x="23" y="102"/>
                    <a:pt x="23" y="102"/>
                    <a:pt x="23" y="102"/>
                  </a:cubicBezTo>
                  <a:cubicBezTo>
                    <a:pt x="18" y="102"/>
                    <a:pt x="18" y="102"/>
                    <a:pt x="18" y="102"/>
                  </a:cubicBezTo>
                  <a:cubicBezTo>
                    <a:pt x="18" y="101"/>
                    <a:pt x="17" y="98"/>
                    <a:pt x="17" y="95"/>
                  </a:cubicBezTo>
                  <a:cubicBezTo>
                    <a:pt x="17" y="88"/>
                    <a:pt x="15" y="86"/>
                    <a:pt x="10" y="85"/>
                  </a:cubicBezTo>
                  <a:cubicBezTo>
                    <a:pt x="6" y="84"/>
                    <a:pt x="5" y="82"/>
                    <a:pt x="8" y="79"/>
                  </a:cubicBezTo>
                  <a:cubicBezTo>
                    <a:pt x="12" y="75"/>
                    <a:pt x="6" y="72"/>
                    <a:pt x="3" y="69"/>
                  </a:cubicBezTo>
                  <a:cubicBezTo>
                    <a:pt x="1" y="66"/>
                    <a:pt x="2" y="62"/>
                    <a:pt x="1" y="60"/>
                  </a:cubicBezTo>
                  <a:cubicBezTo>
                    <a:pt x="0" y="57"/>
                    <a:pt x="7" y="53"/>
                    <a:pt x="11" y="49"/>
                  </a:cubicBezTo>
                  <a:cubicBezTo>
                    <a:pt x="14" y="44"/>
                    <a:pt x="12" y="40"/>
                    <a:pt x="13" y="37"/>
                  </a:cubicBezTo>
                  <a:cubicBezTo>
                    <a:pt x="14" y="35"/>
                    <a:pt x="22" y="36"/>
                    <a:pt x="24" y="34"/>
                  </a:cubicBezTo>
                  <a:cubicBezTo>
                    <a:pt x="25" y="32"/>
                    <a:pt x="26" y="21"/>
                    <a:pt x="26" y="21"/>
                  </a:cubicBezTo>
                  <a:cubicBezTo>
                    <a:pt x="26" y="21"/>
                    <a:pt x="34" y="20"/>
                    <a:pt x="38" y="20"/>
                  </a:cubicBezTo>
                  <a:cubicBezTo>
                    <a:pt x="42" y="19"/>
                    <a:pt x="43" y="16"/>
                    <a:pt x="44" y="11"/>
                  </a:cubicBezTo>
                  <a:cubicBezTo>
                    <a:pt x="44" y="6"/>
                    <a:pt x="50" y="2"/>
                    <a:pt x="56" y="1"/>
                  </a:cubicBezTo>
                  <a:cubicBezTo>
                    <a:pt x="57" y="1"/>
                    <a:pt x="58" y="0"/>
                    <a:pt x="59" y="0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6" y="29"/>
                    <a:pt x="66" y="29"/>
                    <a:pt x="66" y="29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3" y="38"/>
                    <a:pt x="63" y="38"/>
                    <a:pt x="63" y="38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58" y="46"/>
                    <a:pt x="58" y="46"/>
                    <a:pt x="58" y="46"/>
                  </a:cubicBezTo>
                  <a:cubicBezTo>
                    <a:pt x="62" y="53"/>
                    <a:pt x="62" y="53"/>
                    <a:pt x="62" y="53"/>
                  </a:cubicBezTo>
                  <a:cubicBezTo>
                    <a:pt x="57" y="59"/>
                    <a:pt x="57" y="59"/>
                    <a:pt x="57" y="59"/>
                  </a:cubicBezTo>
                  <a:cubicBezTo>
                    <a:pt x="51" y="63"/>
                    <a:pt x="51" y="63"/>
                    <a:pt x="51" y="63"/>
                  </a:cubicBezTo>
                  <a:cubicBezTo>
                    <a:pt x="50" y="69"/>
                    <a:pt x="50" y="69"/>
                    <a:pt x="50" y="69"/>
                  </a:cubicBezTo>
                  <a:cubicBezTo>
                    <a:pt x="45" y="70"/>
                    <a:pt x="45" y="70"/>
                    <a:pt x="45" y="70"/>
                  </a:cubicBezTo>
                  <a:lnTo>
                    <a:pt x="44" y="77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16" name="Freeform 22">
              <a:extLst>
                <a:ext uri="{FF2B5EF4-FFF2-40B4-BE49-F238E27FC236}">
                  <a16:creationId xmlns:a16="http://schemas.microsoft.com/office/drawing/2014/main" id="{DEF9B301-287D-B14D-8E99-D0D780F08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" y="3595"/>
              <a:ext cx="256" cy="237"/>
            </a:xfrm>
            <a:custGeom>
              <a:avLst/>
              <a:gdLst>
                <a:gd name="T0" fmla="*/ 123 w 123"/>
                <a:gd name="T1" fmla="*/ 83 h 114"/>
                <a:gd name="T2" fmla="*/ 120 w 123"/>
                <a:gd name="T3" fmla="*/ 87 h 114"/>
                <a:gd name="T4" fmla="*/ 108 w 123"/>
                <a:gd name="T5" fmla="*/ 92 h 114"/>
                <a:gd name="T6" fmla="*/ 101 w 123"/>
                <a:gd name="T7" fmla="*/ 108 h 114"/>
                <a:gd name="T8" fmla="*/ 87 w 123"/>
                <a:gd name="T9" fmla="*/ 114 h 114"/>
                <a:gd name="T10" fmla="*/ 83 w 123"/>
                <a:gd name="T11" fmla="*/ 104 h 114"/>
                <a:gd name="T12" fmla="*/ 72 w 123"/>
                <a:gd name="T13" fmla="*/ 105 h 114"/>
                <a:gd name="T14" fmla="*/ 65 w 123"/>
                <a:gd name="T15" fmla="*/ 103 h 114"/>
                <a:gd name="T16" fmla="*/ 64 w 123"/>
                <a:gd name="T17" fmla="*/ 101 h 114"/>
                <a:gd name="T18" fmla="*/ 54 w 123"/>
                <a:gd name="T19" fmla="*/ 102 h 114"/>
                <a:gd name="T20" fmla="*/ 51 w 123"/>
                <a:gd name="T21" fmla="*/ 108 h 114"/>
                <a:gd name="T22" fmla="*/ 47 w 123"/>
                <a:gd name="T23" fmla="*/ 107 h 114"/>
                <a:gd name="T24" fmla="*/ 42 w 123"/>
                <a:gd name="T25" fmla="*/ 104 h 114"/>
                <a:gd name="T26" fmla="*/ 42 w 123"/>
                <a:gd name="T27" fmla="*/ 97 h 114"/>
                <a:gd name="T28" fmla="*/ 39 w 123"/>
                <a:gd name="T29" fmla="*/ 96 h 114"/>
                <a:gd name="T30" fmla="*/ 37 w 123"/>
                <a:gd name="T31" fmla="*/ 101 h 114"/>
                <a:gd name="T32" fmla="*/ 35 w 123"/>
                <a:gd name="T33" fmla="*/ 106 h 114"/>
                <a:gd name="T34" fmla="*/ 31 w 123"/>
                <a:gd name="T35" fmla="*/ 103 h 114"/>
                <a:gd name="T36" fmla="*/ 24 w 123"/>
                <a:gd name="T37" fmla="*/ 104 h 114"/>
                <a:gd name="T38" fmla="*/ 20 w 123"/>
                <a:gd name="T39" fmla="*/ 101 h 114"/>
                <a:gd name="T40" fmla="*/ 15 w 123"/>
                <a:gd name="T41" fmla="*/ 106 h 114"/>
                <a:gd name="T42" fmla="*/ 15 w 123"/>
                <a:gd name="T43" fmla="*/ 106 h 114"/>
                <a:gd name="T44" fmla="*/ 14 w 123"/>
                <a:gd name="T45" fmla="*/ 104 h 114"/>
                <a:gd name="T46" fmla="*/ 9 w 123"/>
                <a:gd name="T47" fmla="*/ 97 h 114"/>
                <a:gd name="T48" fmla="*/ 9 w 123"/>
                <a:gd name="T49" fmla="*/ 89 h 114"/>
                <a:gd name="T50" fmla="*/ 8 w 123"/>
                <a:gd name="T51" fmla="*/ 80 h 114"/>
                <a:gd name="T52" fmla="*/ 2 w 123"/>
                <a:gd name="T53" fmla="*/ 75 h 114"/>
                <a:gd name="T54" fmla="*/ 6 w 123"/>
                <a:gd name="T55" fmla="*/ 69 h 114"/>
                <a:gd name="T56" fmla="*/ 12 w 123"/>
                <a:gd name="T57" fmla="*/ 65 h 114"/>
                <a:gd name="T58" fmla="*/ 18 w 123"/>
                <a:gd name="T59" fmla="*/ 69 h 114"/>
                <a:gd name="T60" fmla="*/ 25 w 123"/>
                <a:gd name="T61" fmla="*/ 66 h 114"/>
                <a:gd name="T62" fmla="*/ 27 w 123"/>
                <a:gd name="T63" fmla="*/ 56 h 114"/>
                <a:gd name="T64" fmla="*/ 25 w 123"/>
                <a:gd name="T65" fmla="*/ 46 h 114"/>
                <a:gd name="T66" fmla="*/ 34 w 123"/>
                <a:gd name="T67" fmla="*/ 36 h 114"/>
                <a:gd name="T68" fmla="*/ 35 w 123"/>
                <a:gd name="T69" fmla="*/ 31 h 114"/>
                <a:gd name="T70" fmla="*/ 30 w 123"/>
                <a:gd name="T71" fmla="*/ 19 h 114"/>
                <a:gd name="T72" fmla="*/ 31 w 123"/>
                <a:gd name="T73" fmla="*/ 19 h 114"/>
                <a:gd name="T74" fmla="*/ 40 w 123"/>
                <a:gd name="T75" fmla="*/ 8 h 114"/>
                <a:gd name="T76" fmla="*/ 40 w 123"/>
                <a:gd name="T77" fmla="*/ 3 h 114"/>
                <a:gd name="T78" fmla="*/ 51 w 123"/>
                <a:gd name="T79" fmla="*/ 3 h 114"/>
                <a:gd name="T80" fmla="*/ 56 w 123"/>
                <a:gd name="T81" fmla="*/ 0 h 114"/>
                <a:gd name="T82" fmla="*/ 62 w 123"/>
                <a:gd name="T83" fmla="*/ 3 h 114"/>
                <a:gd name="T84" fmla="*/ 67 w 123"/>
                <a:gd name="T85" fmla="*/ 6 h 114"/>
                <a:gd name="T86" fmla="*/ 73 w 123"/>
                <a:gd name="T87" fmla="*/ 7 h 114"/>
                <a:gd name="T88" fmla="*/ 75 w 123"/>
                <a:gd name="T89" fmla="*/ 21 h 114"/>
                <a:gd name="T90" fmla="*/ 81 w 123"/>
                <a:gd name="T91" fmla="*/ 22 h 114"/>
                <a:gd name="T92" fmla="*/ 87 w 123"/>
                <a:gd name="T93" fmla="*/ 25 h 114"/>
                <a:gd name="T94" fmla="*/ 88 w 123"/>
                <a:gd name="T95" fmla="*/ 29 h 114"/>
                <a:gd name="T96" fmla="*/ 92 w 123"/>
                <a:gd name="T97" fmla="*/ 27 h 114"/>
                <a:gd name="T98" fmla="*/ 103 w 123"/>
                <a:gd name="T99" fmla="*/ 37 h 114"/>
                <a:gd name="T100" fmla="*/ 102 w 123"/>
                <a:gd name="T101" fmla="*/ 45 h 114"/>
                <a:gd name="T102" fmla="*/ 97 w 123"/>
                <a:gd name="T103" fmla="*/ 51 h 114"/>
                <a:gd name="T104" fmla="*/ 101 w 123"/>
                <a:gd name="T105" fmla="*/ 56 h 114"/>
                <a:gd name="T106" fmla="*/ 105 w 123"/>
                <a:gd name="T107" fmla="*/ 54 h 114"/>
                <a:gd name="T108" fmla="*/ 110 w 123"/>
                <a:gd name="T109" fmla="*/ 56 h 114"/>
                <a:gd name="T110" fmla="*/ 110 w 123"/>
                <a:gd name="T111" fmla="*/ 62 h 114"/>
                <a:gd name="T112" fmla="*/ 113 w 123"/>
                <a:gd name="T113" fmla="*/ 64 h 114"/>
                <a:gd name="T114" fmla="*/ 118 w 123"/>
                <a:gd name="T115" fmla="*/ 65 h 114"/>
                <a:gd name="T116" fmla="*/ 119 w 123"/>
                <a:gd name="T117" fmla="*/ 70 h 114"/>
                <a:gd name="T118" fmla="*/ 122 w 123"/>
                <a:gd name="T119" fmla="*/ 73 h 114"/>
                <a:gd name="T120" fmla="*/ 123 w 123"/>
                <a:gd name="T121" fmla="*/ 8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3" h="114">
                  <a:moveTo>
                    <a:pt x="123" y="83"/>
                  </a:moveTo>
                  <a:cubicBezTo>
                    <a:pt x="122" y="84"/>
                    <a:pt x="121" y="86"/>
                    <a:pt x="120" y="87"/>
                  </a:cubicBezTo>
                  <a:cubicBezTo>
                    <a:pt x="115" y="92"/>
                    <a:pt x="113" y="88"/>
                    <a:pt x="108" y="92"/>
                  </a:cubicBezTo>
                  <a:cubicBezTo>
                    <a:pt x="103" y="96"/>
                    <a:pt x="104" y="102"/>
                    <a:pt x="101" y="108"/>
                  </a:cubicBezTo>
                  <a:cubicBezTo>
                    <a:pt x="99" y="113"/>
                    <a:pt x="93" y="110"/>
                    <a:pt x="87" y="114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72" y="105"/>
                    <a:pt x="72" y="105"/>
                    <a:pt x="72" y="105"/>
                  </a:cubicBezTo>
                  <a:cubicBezTo>
                    <a:pt x="65" y="103"/>
                    <a:pt x="65" y="103"/>
                    <a:pt x="65" y="103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54" y="102"/>
                    <a:pt x="54" y="102"/>
                    <a:pt x="54" y="102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47" y="107"/>
                    <a:pt x="47" y="107"/>
                    <a:pt x="47" y="107"/>
                  </a:cubicBezTo>
                  <a:cubicBezTo>
                    <a:pt x="42" y="104"/>
                    <a:pt x="42" y="104"/>
                    <a:pt x="42" y="104"/>
                  </a:cubicBezTo>
                  <a:cubicBezTo>
                    <a:pt x="42" y="97"/>
                    <a:pt x="42" y="97"/>
                    <a:pt x="42" y="97"/>
                  </a:cubicBezTo>
                  <a:cubicBezTo>
                    <a:pt x="39" y="96"/>
                    <a:pt x="39" y="96"/>
                    <a:pt x="39" y="96"/>
                  </a:cubicBezTo>
                  <a:cubicBezTo>
                    <a:pt x="37" y="101"/>
                    <a:pt x="37" y="101"/>
                    <a:pt x="37" y="101"/>
                  </a:cubicBezTo>
                  <a:cubicBezTo>
                    <a:pt x="35" y="106"/>
                    <a:pt x="35" y="106"/>
                    <a:pt x="35" y="106"/>
                  </a:cubicBezTo>
                  <a:cubicBezTo>
                    <a:pt x="31" y="103"/>
                    <a:pt x="31" y="103"/>
                    <a:pt x="31" y="103"/>
                  </a:cubicBezTo>
                  <a:cubicBezTo>
                    <a:pt x="24" y="104"/>
                    <a:pt x="24" y="104"/>
                    <a:pt x="24" y="104"/>
                  </a:cubicBezTo>
                  <a:cubicBezTo>
                    <a:pt x="20" y="101"/>
                    <a:pt x="20" y="101"/>
                    <a:pt x="20" y="101"/>
                  </a:cubicBezTo>
                  <a:cubicBezTo>
                    <a:pt x="15" y="106"/>
                    <a:pt x="15" y="106"/>
                    <a:pt x="15" y="106"/>
                  </a:cubicBezTo>
                  <a:cubicBezTo>
                    <a:pt x="15" y="106"/>
                    <a:pt x="15" y="106"/>
                    <a:pt x="15" y="106"/>
                  </a:cubicBezTo>
                  <a:cubicBezTo>
                    <a:pt x="15" y="105"/>
                    <a:pt x="15" y="104"/>
                    <a:pt x="14" y="104"/>
                  </a:cubicBezTo>
                  <a:cubicBezTo>
                    <a:pt x="13" y="104"/>
                    <a:pt x="9" y="100"/>
                    <a:pt x="9" y="97"/>
                  </a:cubicBezTo>
                  <a:cubicBezTo>
                    <a:pt x="8" y="94"/>
                    <a:pt x="8" y="92"/>
                    <a:pt x="9" y="89"/>
                  </a:cubicBezTo>
                  <a:cubicBezTo>
                    <a:pt x="10" y="86"/>
                    <a:pt x="10" y="82"/>
                    <a:pt x="8" y="80"/>
                  </a:cubicBezTo>
                  <a:cubicBezTo>
                    <a:pt x="5" y="78"/>
                    <a:pt x="0" y="77"/>
                    <a:pt x="2" y="75"/>
                  </a:cubicBezTo>
                  <a:cubicBezTo>
                    <a:pt x="3" y="74"/>
                    <a:pt x="6" y="72"/>
                    <a:pt x="6" y="69"/>
                  </a:cubicBezTo>
                  <a:cubicBezTo>
                    <a:pt x="6" y="66"/>
                    <a:pt x="11" y="64"/>
                    <a:pt x="12" y="65"/>
                  </a:cubicBezTo>
                  <a:cubicBezTo>
                    <a:pt x="13" y="66"/>
                    <a:pt x="13" y="69"/>
                    <a:pt x="18" y="69"/>
                  </a:cubicBezTo>
                  <a:cubicBezTo>
                    <a:pt x="23" y="69"/>
                    <a:pt x="22" y="70"/>
                    <a:pt x="25" y="66"/>
                  </a:cubicBezTo>
                  <a:cubicBezTo>
                    <a:pt x="27" y="61"/>
                    <a:pt x="29" y="59"/>
                    <a:pt x="27" y="56"/>
                  </a:cubicBezTo>
                  <a:cubicBezTo>
                    <a:pt x="26" y="52"/>
                    <a:pt x="23" y="48"/>
                    <a:pt x="25" y="46"/>
                  </a:cubicBezTo>
                  <a:cubicBezTo>
                    <a:pt x="27" y="44"/>
                    <a:pt x="33" y="38"/>
                    <a:pt x="34" y="36"/>
                  </a:cubicBezTo>
                  <a:cubicBezTo>
                    <a:pt x="35" y="34"/>
                    <a:pt x="36" y="33"/>
                    <a:pt x="35" y="31"/>
                  </a:cubicBezTo>
                  <a:cubicBezTo>
                    <a:pt x="33" y="29"/>
                    <a:pt x="31" y="22"/>
                    <a:pt x="30" y="19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19"/>
                    <a:pt x="41" y="11"/>
                    <a:pt x="40" y="8"/>
                  </a:cubicBezTo>
                  <a:cubicBezTo>
                    <a:pt x="40" y="6"/>
                    <a:pt x="40" y="3"/>
                    <a:pt x="40" y="3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1" y="3"/>
                    <a:pt x="53" y="0"/>
                    <a:pt x="56" y="0"/>
                  </a:cubicBezTo>
                  <a:cubicBezTo>
                    <a:pt x="58" y="0"/>
                    <a:pt x="62" y="0"/>
                    <a:pt x="62" y="3"/>
                  </a:cubicBezTo>
                  <a:cubicBezTo>
                    <a:pt x="62" y="5"/>
                    <a:pt x="66" y="6"/>
                    <a:pt x="67" y="6"/>
                  </a:cubicBezTo>
                  <a:cubicBezTo>
                    <a:pt x="67" y="6"/>
                    <a:pt x="73" y="7"/>
                    <a:pt x="73" y="7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5" y="21"/>
                    <a:pt x="79" y="20"/>
                    <a:pt x="81" y="22"/>
                  </a:cubicBezTo>
                  <a:cubicBezTo>
                    <a:pt x="84" y="24"/>
                    <a:pt x="87" y="25"/>
                    <a:pt x="87" y="25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92" y="27"/>
                    <a:pt x="92" y="27"/>
                    <a:pt x="92" y="27"/>
                  </a:cubicBezTo>
                  <a:cubicBezTo>
                    <a:pt x="103" y="37"/>
                    <a:pt x="103" y="37"/>
                    <a:pt x="103" y="37"/>
                  </a:cubicBezTo>
                  <a:cubicBezTo>
                    <a:pt x="102" y="45"/>
                    <a:pt x="102" y="45"/>
                    <a:pt x="102" y="45"/>
                  </a:cubicBezTo>
                  <a:cubicBezTo>
                    <a:pt x="97" y="51"/>
                    <a:pt x="97" y="51"/>
                    <a:pt x="97" y="51"/>
                  </a:cubicBezTo>
                  <a:cubicBezTo>
                    <a:pt x="101" y="56"/>
                    <a:pt x="101" y="56"/>
                    <a:pt x="101" y="56"/>
                  </a:cubicBezTo>
                  <a:cubicBezTo>
                    <a:pt x="105" y="54"/>
                    <a:pt x="105" y="54"/>
                    <a:pt x="105" y="54"/>
                  </a:cubicBezTo>
                  <a:cubicBezTo>
                    <a:pt x="110" y="56"/>
                    <a:pt x="110" y="56"/>
                    <a:pt x="110" y="56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113" y="64"/>
                    <a:pt x="113" y="64"/>
                    <a:pt x="113" y="64"/>
                  </a:cubicBezTo>
                  <a:cubicBezTo>
                    <a:pt x="118" y="65"/>
                    <a:pt x="118" y="65"/>
                    <a:pt x="118" y="65"/>
                  </a:cubicBezTo>
                  <a:cubicBezTo>
                    <a:pt x="119" y="70"/>
                    <a:pt x="119" y="70"/>
                    <a:pt x="119" y="70"/>
                  </a:cubicBezTo>
                  <a:cubicBezTo>
                    <a:pt x="122" y="73"/>
                    <a:pt x="122" y="73"/>
                    <a:pt x="122" y="73"/>
                  </a:cubicBezTo>
                  <a:lnTo>
                    <a:pt x="123" y="83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17" name="Freeform 23">
              <a:extLst>
                <a:ext uri="{FF2B5EF4-FFF2-40B4-BE49-F238E27FC236}">
                  <a16:creationId xmlns:a16="http://schemas.microsoft.com/office/drawing/2014/main" id="{9F40AA1A-1898-B745-B68C-408EF8F26F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" y="3805"/>
              <a:ext cx="115" cy="213"/>
            </a:xfrm>
            <a:custGeom>
              <a:avLst/>
              <a:gdLst>
                <a:gd name="T0" fmla="*/ 45 w 55"/>
                <a:gd name="T1" fmla="*/ 13 h 102"/>
                <a:gd name="T2" fmla="*/ 44 w 55"/>
                <a:gd name="T3" fmla="*/ 13 h 102"/>
                <a:gd name="T4" fmla="*/ 45 w 55"/>
                <a:gd name="T5" fmla="*/ 29 h 102"/>
                <a:gd name="T6" fmla="*/ 40 w 55"/>
                <a:gd name="T7" fmla="*/ 39 h 102"/>
                <a:gd name="T8" fmla="*/ 51 w 55"/>
                <a:gd name="T9" fmla="*/ 46 h 102"/>
                <a:gd name="T10" fmla="*/ 54 w 55"/>
                <a:gd name="T11" fmla="*/ 58 h 102"/>
                <a:gd name="T12" fmla="*/ 53 w 55"/>
                <a:gd name="T13" fmla="*/ 76 h 102"/>
                <a:gd name="T14" fmla="*/ 47 w 55"/>
                <a:gd name="T15" fmla="*/ 83 h 102"/>
                <a:gd name="T16" fmla="*/ 44 w 55"/>
                <a:gd name="T17" fmla="*/ 85 h 102"/>
                <a:gd name="T18" fmla="*/ 49 w 55"/>
                <a:gd name="T19" fmla="*/ 98 h 102"/>
                <a:gd name="T20" fmla="*/ 41 w 55"/>
                <a:gd name="T21" fmla="*/ 100 h 102"/>
                <a:gd name="T22" fmla="*/ 31 w 55"/>
                <a:gd name="T23" fmla="*/ 102 h 102"/>
                <a:gd name="T24" fmla="*/ 24 w 55"/>
                <a:gd name="T25" fmla="*/ 100 h 102"/>
                <a:gd name="T26" fmla="*/ 13 w 55"/>
                <a:gd name="T27" fmla="*/ 97 h 102"/>
                <a:gd name="T28" fmla="*/ 6 w 55"/>
                <a:gd name="T29" fmla="*/ 94 h 102"/>
                <a:gd name="T30" fmla="*/ 6 w 55"/>
                <a:gd name="T31" fmla="*/ 94 h 102"/>
                <a:gd name="T32" fmla="*/ 6 w 55"/>
                <a:gd name="T33" fmla="*/ 81 h 102"/>
                <a:gd name="T34" fmla="*/ 5 w 55"/>
                <a:gd name="T35" fmla="*/ 77 h 102"/>
                <a:gd name="T36" fmla="*/ 2 w 55"/>
                <a:gd name="T37" fmla="*/ 71 h 102"/>
                <a:gd name="T38" fmla="*/ 3 w 55"/>
                <a:gd name="T39" fmla="*/ 67 h 102"/>
                <a:gd name="T40" fmla="*/ 6 w 55"/>
                <a:gd name="T41" fmla="*/ 66 h 102"/>
                <a:gd name="T42" fmla="*/ 11 w 55"/>
                <a:gd name="T43" fmla="*/ 68 h 102"/>
                <a:gd name="T44" fmla="*/ 11 w 55"/>
                <a:gd name="T45" fmla="*/ 66 h 102"/>
                <a:gd name="T46" fmla="*/ 18 w 55"/>
                <a:gd name="T47" fmla="*/ 65 h 102"/>
                <a:gd name="T48" fmla="*/ 20 w 55"/>
                <a:gd name="T49" fmla="*/ 61 h 102"/>
                <a:gd name="T50" fmla="*/ 18 w 55"/>
                <a:gd name="T51" fmla="*/ 59 h 102"/>
                <a:gd name="T52" fmla="*/ 18 w 55"/>
                <a:gd name="T53" fmla="*/ 57 h 102"/>
                <a:gd name="T54" fmla="*/ 19 w 55"/>
                <a:gd name="T55" fmla="*/ 54 h 102"/>
                <a:gd name="T56" fmla="*/ 20 w 55"/>
                <a:gd name="T57" fmla="*/ 49 h 102"/>
                <a:gd name="T58" fmla="*/ 24 w 55"/>
                <a:gd name="T59" fmla="*/ 45 h 102"/>
                <a:gd name="T60" fmla="*/ 25 w 55"/>
                <a:gd name="T61" fmla="*/ 39 h 102"/>
                <a:gd name="T62" fmla="*/ 18 w 55"/>
                <a:gd name="T63" fmla="*/ 40 h 102"/>
                <a:gd name="T64" fmla="*/ 14 w 55"/>
                <a:gd name="T65" fmla="*/ 34 h 102"/>
                <a:gd name="T66" fmla="*/ 13 w 55"/>
                <a:gd name="T67" fmla="*/ 25 h 102"/>
                <a:gd name="T68" fmla="*/ 16 w 55"/>
                <a:gd name="T69" fmla="*/ 18 h 102"/>
                <a:gd name="T70" fmla="*/ 13 w 55"/>
                <a:gd name="T71" fmla="*/ 16 h 102"/>
                <a:gd name="T72" fmla="*/ 10 w 55"/>
                <a:gd name="T73" fmla="*/ 7 h 102"/>
                <a:gd name="T74" fmla="*/ 9 w 55"/>
                <a:gd name="T75" fmla="*/ 7 h 102"/>
                <a:gd name="T76" fmla="*/ 12 w 55"/>
                <a:gd name="T77" fmla="*/ 1 h 102"/>
                <a:gd name="T78" fmla="*/ 22 w 55"/>
                <a:gd name="T79" fmla="*/ 0 h 102"/>
                <a:gd name="T80" fmla="*/ 23 w 55"/>
                <a:gd name="T81" fmla="*/ 2 h 102"/>
                <a:gd name="T82" fmla="*/ 30 w 55"/>
                <a:gd name="T83" fmla="*/ 4 h 102"/>
                <a:gd name="T84" fmla="*/ 41 w 55"/>
                <a:gd name="T85" fmla="*/ 3 h 102"/>
                <a:gd name="T86" fmla="*/ 45 w 55"/>
                <a:gd name="T87" fmla="*/ 13 h 102"/>
                <a:gd name="T88" fmla="*/ 0 w 55"/>
                <a:gd name="T89" fmla="*/ 100 h 102"/>
                <a:gd name="T90" fmla="*/ 0 w 55"/>
                <a:gd name="T91" fmla="*/ 100 h 102"/>
                <a:gd name="T92" fmla="*/ 0 w 55"/>
                <a:gd name="T93" fmla="*/ 10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5" h="102">
                  <a:moveTo>
                    <a:pt x="45" y="13"/>
                  </a:moveTo>
                  <a:cubicBezTo>
                    <a:pt x="44" y="13"/>
                    <a:pt x="44" y="13"/>
                    <a:pt x="44" y="13"/>
                  </a:cubicBezTo>
                  <a:cubicBezTo>
                    <a:pt x="37" y="18"/>
                    <a:pt x="42" y="23"/>
                    <a:pt x="45" y="29"/>
                  </a:cubicBezTo>
                  <a:cubicBezTo>
                    <a:pt x="47" y="35"/>
                    <a:pt x="38" y="35"/>
                    <a:pt x="40" y="39"/>
                  </a:cubicBezTo>
                  <a:cubicBezTo>
                    <a:pt x="41" y="44"/>
                    <a:pt x="48" y="44"/>
                    <a:pt x="51" y="46"/>
                  </a:cubicBezTo>
                  <a:cubicBezTo>
                    <a:pt x="55" y="48"/>
                    <a:pt x="54" y="54"/>
                    <a:pt x="54" y="58"/>
                  </a:cubicBezTo>
                  <a:cubicBezTo>
                    <a:pt x="54" y="62"/>
                    <a:pt x="53" y="65"/>
                    <a:pt x="53" y="76"/>
                  </a:cubicBezTo>
                  <a:cubicBezTo>
                    <a:pt x="53" y="87"/>
                    <a:pt x="48" y="85"/>
                    <a:pt x="47" y="83"/>
                  </a:cubicBezTo>
                  <a:cubicBezTo>
                    <a:pt x="47" y="81"/>
                    <a:pt x="41" y="79"/>
                    <a:pt x="44" y="85"/>
                  </a:cubicBezTo>
                  <a:cubicBezTo>
                    <a:pt x="46" y="88"/>
                    <a:pt x="48" y="94"/>
                    <a:pt x="49" y="98"/>
                  </a:cubicBezTo>
                  <a:cubicBezTo>
                    <a:pt x="47" y="100"/>
                    <a:pt x="43" y="100"/>
                    <a:pt x="41" y="100"/>
                  </a:cubicBezTo>
                  <a:cubicBezTo>
                    <a:pt x="38" y="99"/>
                    <a:pt x="36" y="101"/>
                    <a:pt x="31" y="102"/>
                  </a:cubicBezTo>
                  <a:cubicBezTo>
                    <a:pt x="27" y="102"/>
                    <a:pt x="32" y="100"/>
                    <a:pt x="24" y="100"/>
                  </a:cubicBezTo>
                  <a:cubicBezTo>
                    <a:pt x="17" y="99"/>
                    <a:pt x="15" y="99"/>
                    <a:pt x="13" y="97"/>
                  </a:cubicBezTo>
                  <a:cubicBezTo>
                    <a:pt x="11" y="95"/>
                    <a:pt x="11" y="93"/>
                    <a:pt x="6" y="94"/>
                  </a:cubicBezTo>
                  <a:cubicBezTo>
                    <a:pt x="6" y="94"/>
                    <a:pt x="6" y="94"/>
                    <a:pt x="6" y="94"/>
                  </a:cubicBezTo>
                  <a:cubicBezTo>
                    <a:pt x="6" y="81"/>
                    <a:pt x="6" y="81"/>
                    <a:pt x="6" y="81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66"/>
                    <a:pt x="6" y="66"/>
                    <a:pt x="6" y="66"/>
                  </a:cubicBezTo>
                  <a:cubicBezTo>
                    <a:pt x="11" y="68"/>
                    <a:pt x="11" y="68"/>
                    <a:pt x="11" y="68"/>
                  </a:cubicBezTo>
                  <a:cubicBezTo>
                    <a:pt x="11" y="66"/>
                    <a:pt x="11" y="66"/>
                    <a:pt x="11" y="66"/>
                  </a:cubicBezTo>
                  <a:cubicBezTo>
                    <a:pt x="18" y="65"/>
                    <a:pt x="18" y="65"/>
                    <a:pt x="18" y="65"/>
                  </a:cubicBezTo>
                  <a:cubicBezTo>
                    <a:pt x="20" y="61"/>
                    <a:pt x="20" y="61"/>
                    <a:pt x="20" y="61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5" y="13"/>
                    <a:pt x="45" y="13"/>
                    <a:pt x="45" y="13"/>
                  </a:cubicBezTo>
                  <a:close/>
                  <a:moveTo>
                    <a:pt x="0" y="100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D1BECC52-73F2-C443-974F-C81C58F2A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" y="3622"/>
              <a:ext cx="232" cy="254"/>
            </a:xfrm>
            <a:custGeom>
              <a:avLst/>
              <a:gdLst>
                <a:gd name="T0" fmla="*/ 31 w 111"/>
                <a:gd name="T1" fmla="*/ 101 h 122"/>
                <a:gd name="T2" fmla="*/ 27 w 111"/>
                <a:gd name="T3" fmla="*/ 99 h 122"/>
                <a:gd name="T4" fmla="*/ 27 w 111"/>
                <a:gd name="T5" fmla="*/ 100 h 122"/>
                <a:gd name="T6" fmla="*/ 28 w 111"/>
                <a:gd name="T7" fmla="*/ 88 h 122"/>
                <a:gd name="T8" fmla="*/ 17 w 111"/>
                <a:gd name="T9" fmla="*/ 76 h 122"/>
                <a:gd name="T10" fmla="*/ 19 w 111"/>
                <a:gd name="T11" fmla="*/ 68 h 122"/>
                <a:gd name="T12" fmla="*/ 21 w 111"/>
                <a:gd name="T13" fmla="*/ 64 h 122"/>
                <a:gd name="T14" fmla="*/ 11 w 111"/>
                <a:gd name="T15" fmla="*/ 54 h 122"/>
                <a:gd name="T16" fmla="*/ 3 w 111"/>
                <a:gd name="T17" fmla="*/ 53 h 122"/>
                <a:gd name="T18" fmla="*/ 0 w 111"/>
                <a:gd name="T19" fmla="*/ 36 h 122"/>
                <a:gd name="T20" fmla="*/ 7 w 111"/>
                <a:gd name="T21" fmla="*/ 41 h 122"/>
                <a:gd name="T22" fmla="*/ 19 w 111"/>
                <a:gd name="T23" fmla="*/ 42 h 122"/>
                <a:gd name="T24" fmla="*/ 6 w 111"/>
                <a:gd name="T25" fmla="*/ 32 h 122"/>
                <a:gd name="T26" fmla="*/ 4 w 111"/>
                <a:gd name="T27" fmla="*/ 31 h 122"/>
                <a:gd name="T28" fmla="*/ 9 w 111"/>
                <a:gd name="T29" fmla="*/ 25 h 122"/>
                <a:gd name="T30" fmla="*/ 16 w 111"/>
                <a:gd name="T31" fmla="*/ 22 h 122"/>
                <a:gd name="T32" fmla="*/ 24 w 111"/>
                <a:gd name="T33" fmla="*/ 24 h 122"/>
                <a:gd name="T34" fmla="*/ 33 w 111"/>
                <a:gd name="T35" fmla="*/ 28 h 122"/>
                <a:gd name="T36" fmla="*/ 41 w 111"/>
                <a:gd name="T37" fmla="*/ 35 h 122"/>
                <a:gd name="T38" fmla="*/ 51 w 111"/>
                <a:gd name="T39" fmla="*/ 27 h 122"/>
                <a:gd name="T40" fmla="*/ 57 w 111"/>
                <a:gd name="T41" fmla="*/ 17 h 122"/>
                <a:gd name="T42" fmla="*/ 62 w 111"/>
                <a:gd name="T43" fmla="*/ 11 h 122"/>
                <a:gd name="T44" fmla="*/ 71 w 111"/>
                <a:gd name="T45" fmla="*/ 10 h 122"/>
                <a:gd name="T46" fmla="*/ 77 w 111"/>
                <a:gd name="T47" fmla="*/ 4 h 122"/>
                <a:gd name="T48" fmla="*/ 77 w 111"/>
                <a:gd name="T49" fmla="*/ 1 h 122"/>
                <a:gd name="T50" fmla="*/ 80 w 111"/>
                <a:gd name="T51" fmla="*/ 0 h 122"/>
                <a:gd name="T52" fmla="*/ 81 w 111"/>
                <a:gd name="T53" fmla="*/ 5 h 122"/>
                <a:gd name="T54" fmla="*/ 87 w 111"/>
                <a:gd name="T55" fmla="*/ 6 h 122"/>
                <a:gd name="T56" fmla="*/ 90 w 111"/>
                <a:gd name="T57" fmla="*/ 10 h 122"/>
                <a:gd name="T58" fmla="*/ 95 w 111"/>
                <a:gd name="T59" fmla="*/ 8 h 122"/>
                <a:gd name="T60" fmla="*/ 97 w 111"/>
                <a:gd name="T61" fmla="*/ 6 h 122"/>
                <a:gd name="T62" fmla="*/ 105 w 111"/>
                <a:gd name="T63" fmla="*/ 6 h 122"/>
                <a:gd name="T64" fmla="*/ 110 w 111"/>
                <a:gd name="T65" fmla="*/ 18 h 122"/>
                <a:gd name="T66" fmla="*/ 109 w 111"/>
                <a:gd name="T67" fmla="*/ 23 h 122"/>
                <a:gd name="T68" fmla="*/ 100 w 111"/>
                <a:gd name="T69" fmla="*/ 33 h 122"/>
                <a:gd name="T70" fmla="*/ 102 w 111"/>
                <a:gd name="T71" fmla="*/ 43 h 122"/>
                <a:gd name="T72" fmla="*/ 100 w 111"/>
                <a:gd name="T73" fmla="*/ 53 h 122"/>
                <a:gd name="T74" fmla="*/ 93 w 111"/>
                <a:gd name="T75" fmla="*/ 56 h 122"/>
                <a:gd name="T76" fmla="*/ 87 w 111"/>
                <a:gd name="T77" fmla="*/ 52 h 122"/>
                <a:gd name="T78" fmla="*/ 81 w 111"/>
                <a:gd name="T79" fmla="*/ 56 h 122"/>
                <a:gd name="T80" fmla="*/ 77 w 111"/>
                <a:gd name="T81" fmla="*/ 62 h 122"/>
                <a:gd name="T82" fmla="*/ 83 w 111"/>
                <a:gd name="T83" fmla="*/ 67 h 122"/>
                <a:gd name="T84" fmla="*/ 84 w 111"/>
                <a:gd name="T85" fmla="*/ 76 h 122"/>
                <a:gd name="T86" fmla="*/ 84 w 111"/>
                <a:gd name="T87" fmla="*/ 84 h 122"/>
                <a:gd name="T88" fmla="*/ 89 w 111"/>
                <a:gd name="T89" fmla="*/ 91 h 122"/>
                <a:gd name="T90" fmla="*/ 91 w 111"/>
                <a:gd name="T91" fmla="*/ 99 h 122"/>
                <a:gd name="T92" fmla="*/ 95 w 111"/>
                <a:gd name="T93" fmla="*/ 100 h 122"/>
                <a:gd name="T94" fmla="*/ 100 w 111"/>
                <a:gd name="T95" fmla="*/ 101 h 122"/>
                <a:gd name="T96" fmla="*/ 96 w 111"/>
                <a:gd name="T97" fmla="*/ 109 h 122"/>
                <a:gd name="T98" fmla="*/ 86 w 111"/>
                <a:gd name="T99" fmla="*/ 114 h 122"/>
                <a:gd name="T100" fmla="*/ 79 w 111"/>
                <a:gd name="T101" fmla="*/ 116 h 122"/>
                <a:gd name="T102" fmla="*/ 74 w 111"/>
                <a:gd name="T103" fmla="*/ 121 h 122"/>
                <a:gd name="T104" fmla="*/ 65 w 111"/>
                <a:gd name="T105" fmla="*/ 119 h 122"/>
                <a:gd name="T106" fmla="*/ 61 w 111"/>
                <a:gd name="T107" fmla="*/ 107 h 122"/>
                <a:gd name="T108" fmla="*/ 54 w 111"/>
                <a:gd name="T109" fmla="*/ 104 h 122"/>
                <a:gd name="T110" fmla="*/ 53 w 111"/>
                <a:gd name="T111" fmla="*/ 96 h 122"/>
                <a:gd name="T112" fmla="*/ 48 w 111"/>
                <a:gd name="T113" fmla="*/ 98 h 122"/>
                <a:gd name="T114" fmla="*/ 41 w 111"/>
                <a:gd name="T115" fmla="*/ 100 h 122"/>
                <a:gd name="T116" fmla="*/ 35 w 111"/>
                <a:gd name="T117" fmla="*/ 99 h 122"/>
                <a:gd name="T118" fmla="*/ 31 w 111"/>
                <a:gd name="T119" fmla="*/ 10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1" h="122">
                  <a:moveTo>
                    <a:pt x="31" y="101"/>
                  </a:moveTo>
                  <a:cubicBezTo>
                    <a:pt x="30" y="100"/>
                    <a:pt x="29" y="99"/>
                    <a:pt x="27" y="99"/>
                  </a:cubicBezTo>
                  <a:cubicBezTo>
                    <a:pt x="27" y="99"/>
                    <a:pt x="27" y="99"/>
                    <a:pt x="27" y="100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8" y="88"/>
                    <a:pt x="16" y="76"/>
                    <a:pt x="17" y="76"/>
                  </a:cubicBezTo>
                  <a:cubicBezTo>
                    <a:pt x="19" y="76"/>
                    <a:pt x="19" y="69"/>
                    <a:pt x="19" y="68"/>
                  </a:cubicBezTo>
                  <a:cubicBezTo>
                    <a:pt x="19" y="67"/>
                    <a:pt x="21" y="64"/>
                    <a:pt x="21" y="64"/>
                  </a:cubicBezTo>
                  <a:cubicBezTo>
                    <a:pt x="21" y="64"/>
                    <a:pt x="14" y="53"/>
                    <a:pt x="11" y="54"/>
                  </a:cubicBezTo>
                  <a:cubicBezTo>
                    <a:pt x="9" y="55"/>
                    <a:pt x="4" y="55"/>
                    <a:pt x="3" y="53"/>
                  </a:cubicBezTo>
                  <a:cubicBezTo>
                    <a:pt x="3" y="52"/>
                    <a:pt x="1" y="41"/>
                    <a:pt x="0" y="36"/>
                  </a:cubicBezTo>
                  <a:cubicBezTo>
                    <a:pt x="2" y="36"/>
                    <a:pt x="5" y="40"/>
                    <a:pt x="7" y="41"/>
                  </a:cubicBezTo>
                  <a:cubicBezTo>
                    <a:pt x="9" y="42"/>
                    <a:pt x="18" y="46"/>
                    <a:pt x="19" y="42"/>
                  </a:cubicBezTo>
                  <a:cubicBezTo>
                    <a:pt x="19" y="39"/>
                    <a:pt x="10" y="34"/>
                    <a:pt x="6" y="32"/>
                  </a:cubicBezTo>
                  <a:cubicBezTo>
                    <a:pt x="5" y="32"/>
                    <a:pt x="5" y="32"/>
                    <a:pt x="4" y="31"/>
                  </a:cubicBezTo>
                  <a:cubicBezTo>
                    <a:pt x="6" y="29"/>
                    <a:pt x="8" y="26"/>
                    <a:pt x="9" y="25"/>
                  </a:cubicBezTo>
                  <a:cubicBezTo>
                    <a:pt x="10" y="22"/>
                    <a:pt x="12" y="21"/>
                    <a:pt x="16" y="22"/>
                  </a:cubicBezTo>
                  <a:cubicBezTo>
                    <a:pt x="21" y="23"/>
                    <a:pt x="20" y="24"/>
                    <a:pt x="24" y="24"/>
                  </a:cubicBezTo>
                  <a:cubicBezTo>
                    <a:pt x="28" y="23"/>
                    <a:pt x="31" y="25"/>
                    <a:pt x="33" y="28"/>
                  </a:cubicBezTo>
                  <a:cubicBezTo>
                    <a:pt x="35" y="32"/>
                    <a:pt x="37" y="33"/>
                    <a:pt x="41" y="35"/>
                  </a:cubicBezTo>
                  <a:cubicBezTo>
                    <a:pt x="44" y="36"/>
                    <a:pt x="49" y="29"/>
                    <a:pt x="51" y="27"/>
                  </a:cubicBezTo>
                  <a:cubicBezTo>
                    <a:pt x="54" y="25"/>
                    <a:pt x="56" y="20"/>
                    <a:pt x="57" y="17"/>
                  </a:cubicBezTo>
                  <a:cubicBezTo>
                    <a:pt x="57" y="14"/>
                    <a:pt x="58" y="14"/>
                    <a:pt x="62" y="11"/>
                  </a:cubicBezTo>
                  <a:cubicBezTo>
                    <a:pt x="65" y="7"/>
                    <a:pt x="67" y="10"/>
                    <a:pt x="71" y="10"/>
                  </a:cubicBezTo>
                  <a:cubicBezTo>
                    <a:pt x="75" y="10"/>
                    <a:pt x="75" y="8"/>
                    <a:pt x="77" y="4"/>
                  </a:cubicBezTo>
                  <a:cubicBezTo>
                    <a:pt x="77" y="2"/>
                    <a:pt x="77" y="2"/>
                    <a:pt x="77" y="1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1" y="5"/>
                    <a:pt x="81" y="5"/>
                    <a:pt x="81" y="5"/>
                  </a:cubicBezTo>
                  <a:cubicBezTo>
                    <a:pt x="87" y="6"/>
                    <a:pt x="87" y="6"/>
                    <a:pt x="87" y="6"/>
                  </a:cubicBezTo>
                  <a:cubicBezTo>
                    <a:pt x="87" y="6"/>
                    <a:pt x="89" y="10"/>
                    <a:pt x="90" y="10"/>
                  </a:cubicBezTo>
                  <a:cubicBezTo>
                    <a:pt x="92" y="10"/>
                    <a:pt x="95" y="10"/>
                    <a:pt x="95" y="8"/>
                  </a:cubicBezTo>
                  <a:cubicBezTo>
                    <a:pt x="95" y="7"/>
                    <a:pt x="97" y="6"/>
                    <a:pt x="97" y="6"/>
                  </a:cubicBezTo>
                  <a:cubicBezTo>
                    <a:pt x="105" y="6"/>
                    <a:pt x="105" y="6"/>
                    <a:pt x="105" y="6"/>
                  </a:cubicBezTo>
                  <a:cubicBezTo>
                    <a:pt x="106" y="9"/>
                    <a:pt x="108" y="16"/>
                    <a:pt x="110" y="18"/>
                  </a:cubicBezTo>
                  <a:cubicBezTo>
                    <a:pt x="111" y="20"/>
                    <a:pt x="110" y="21"/>
                    <a:pt x="109" y="23"/>
                  </a:cubicBezTo>
                  <a:cubicBezTo>
                    <a:pt x="108" y="25"/>
                    <a:pt x="102" y="31"/>
                    <a:pt x="100" y="33"/>
                  </a:cubicBezTo>
                  <a:cubicBezTo>
                    <a:pt x="98" y="35"/>
                    <a:pt x="101" y="39"/>
                    <a:pt x="102" y="43"/>
                  </a:cubicBezTo>
                  <a:cubicBezTo>
                    <a:pt x="104" y="46"/>
                    <a:pt x="102" y="48"/>
                    <a:pt x="100" y="53"/>
                  </a:cubicBezTo>
                  <a:cubicBezTo>
                    <a:pt x="97" y="57"/>
                    <a:pt x="98" y="56"/>
                    <a:pt x="93" y="56"/>
                  </a:cubicBezTo>
                  <a:cubicBezTo>
                    <a:pt x="88" y="56"/>
                    <a:pt x="88" y="53"/>
                    <a:pt x="87" y="52"/>
                  </a:cubicBezTo>
                  <a:cubicBezTo>
                    <a:pt x="86" y="51"/>
                    <a:pt x="81" y="53"/>
                    <a:pt x="81" y="56"/>
                  </a:cubicBezTo>
                  <a:cubicBezTo>
                    <a:pt x="81" y="59"/>
                    <a:pt x="78" y="61"/>
                    <a:pt x="77" y="62"/>
                  </a:cubicBezTo>
                  <a:cubicBezTo>
                    <a:pt x="75" y="64"/>
                    <a:pt x="80" y="65"/>
                    <a:pt x="83" y="67"/>
                  </a:cubicBezTo>
                  <a:cubicBezTo>
                    <a:pt x="85" y="69"/>
                    <a:pt x="85" y="73"/>
                    <a:pt x="84" y="76"/>
                  </a:cubicBezTo>
                  <a:cubicBezTo>
                    <a:pt x="83" y="79"/>
                    <a:pt x="83" y="81"/>
                    <a:pt x="84" y="84"/>
                  </a:cubicBezTo>
                  <a:cubicBezTo>
                    <a:pt x="84" y="87"/>
                    <a:pt x="88" y="91"/>
                    <a:pt x="89" y="91"/>
                  </a:cubicBezTo>
                  <a:cubicBezTo>
                    <a:pt x="91" y="92"/>
                    <a:pt x="91" y="96"/>
                    <a:pt x="91" y="99"/>
                  </a:cubicBezTo>
                  <a:cubicBezTo>
                    <a:pt x="90" y="101"/>
                    <a:pt x="92" y="101"/>
                    <a:pt x="95" y="100"/>
                  </a:cubicBezTo>
                  <a:cubicBezTo>
                    <a:pt x="98" y="99"/>
                    <a:pt x="100" y="98"/>
                    <a:pt x="100" y="101"/>
                  </a:cubicBezTo>
                  <a:cubicBezTo>
                    <a:pt x="100" y="103"/>
                    <a:pt x="99" y="106"/>
                    <a:pt x="96" y="109"/>
                  </a:cubicBezTo>
                  <a:cubicBezTo>
                    <a:pt x="93" y="112"/>
                    <a:pt x="92" y="116"/>
                    <a:pt x="86" y="114"/>
                  </a:cubicBezTo>
                  <a:cubicBezTo>
                    <a:pt x="80" y="113"/>
                    <a:pt x="80" y="114"/>
                    <a:pt x="79" y="116"/>
                  </a:cubicBezTo>
                  <a:cubicBezTo>
                    <a:pt x="78" y="118"/>
                    <a:pt x="77" y="120"/>
                    <a:pt x="74" y="121"/>
                  </a:cubicBezTo>
                  <a:cubicBezTo>
                    <a:pt x="70" y="122"/>
                    <a:pt x="68" y="122"/>
                    <a:pt x="65" y="119"/>
                  </a:cubicBezTo>
                  <a:cubicBezTo>
                    <a:pt x="62" y="117"/>
                    <a:pt x="62" y="110"/>
                    <a:pt x="61" y="107"/>
                  </a:cubicBezTo>
                  <a:cubicBezTo>
                    <a:pt x="61" y="104"/>
                    <a:pt x="54" y="105"/>
                    <a:pt x="54" y="104"/>
                  </a:cubicBezTo>
                  <a:cubicBezTo>
                    <a:pt x="53" y="103"/>
                    <a:pt x="53" y="99"/>
                    <a:pt x="53" y="96"/>
                  </a:cubicBezTo>
                  <a:cubicBezTo>
                    <a:pt x="53" y="93"/>
                    <a:pt x="48" y="96"/>
                    <a:pt x="48" y="98"/>
                  </a:cubicBezTo>
                  <a:cubicBezTo>
                    <a:pt x="48" y="101"/>
                    <a:pt x="44" y="100"/>
                    <a:pt x="41" y="100"/>
                  </a:cubicBezTo>
                  <a:cubicBezTo>
                    <a:pt x="38" y="99"/>
                    <a:pt x="35" y="99"/>
                    <a:pt x="35" y="99"/>
                  </a:cubicBezTo>
                  <a:lnTo>
                    <a:pt x="31" y="101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C746E865-37F5-FA46-A186-E18DBB30F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3224"/>
              <a:ext cx="287" cy="317"/>
            </a:xfrm>
            <a:custGeom>
              <a:avLst/>
              <a:gdLst>
                <a:gd name="T0" fmla="*/ 39 w 287"/>
                <a:gd name="T1" fmla="*/ 121 h 317"/>
                <a:gd name="T2" fmla="*/ 62 w 287"/>
                <a:gd name="T3" fmla="*/ 121 h 317"/>
                <a:gd name="T4" fmla="*/ 93 w 287"/>
                <a:gd name="T5" fmla="*/ 115 h 317"/>
                <a:gd name="T6" fmla="*/ 106 w 287"/>
                <a:gd name="T7" fmla="*/ 67 h 317"/>
                <a:gd name="T8" fmla="*/ 116 w 287"/>
                <a:gd name="T9" fmla="*/ 48 h 317"/>
                <a:gd name="T10" fmla="*/ 110 w 287"/>
                <a:gd name="T11" fmla="*/ 25 h 317"/>
                <a:gd name="T12" fmla="*/ 156 w 287"/>
                <a:gd name="T13" fmla="*/ 0 h 317"/>
                <a:gd name="T14" fmla="*/ 173 w 287"/>
                <a:gd name="T15" fmla="*/ 27 h 317"/>
                <a:gd name="T16" fmla="*/ 173 w 287"/>
                <a:gd name="T17" fmla="*/ 46 h 317"/>
                <a:gd name="T18" fmla="*/ 158 w 287"/>
                <a:gd name="T19" fmla="*/ 62 h 317"/>
                <a:gd name="T20" fmla="*/ 148 w 287"/>
                <a:gd name="T21" fmla="*/ 85 h 317"/>
                <a:gd name="T22" fmla="*/ 156 w 287"/>
                <a:gd name="T23" fmla="*/ 104 h 317"/>
                <a:gd name="T24" fmla="*/ 154 w 287"/>
                <a:gd name="T25" fmla="*/ 133 h 317"/>
                <a:gd name="T26" fmla="*/ 171 w 287"/>
                <a:gd name="T27" fmla="*/ 127 h 317"/>
                <a:gd name="T28" fmla="*/ 185 w 287"/>
                <a:gd name="T29" fmla="*/ 110 h 317"/>
                <a:gd name="T30" fmla="*/ 206 w 287"/>
                <a:gd name="T31" fmla="*/ 125 h 317"/>
                <a:gd name="T32" fmla="*/ 227 w 287"/>
                <a:gd name="T33" fmla="*/ 129 h 317"/>
                <a:gd name="T34" fmla="*/ 241 w 287"/>
                <a:gd name="T35" fmla="*/ 121 h 317"/>
                <a:gd name="T36" fmla="*/ 275 w 287"/>
                <a:gd name="T37" fmla="*/ 137 h 317"/>
                <a:gd name="T38" fmla="*/ 287 w 287"/>
                <a:gd name="T39" fmla="*/ 162 h 317"/>
                <a:gd name="T40" fmla="*/ 254 w 287"/>
                <a:gd name="T41" fmla="*/ 196 h 317"/>
                <a:gd name="T42" fmla="*/ 258 w 287"/>
                <a:gd name="T43" fmla="*/ 213 h 317"/>
                <a:gd name="T44" fmla="*/ 243 w 287"/>
                <a:gd name="T45" fmla="*/ 242 h 317"/>
                <a:gd name="T46" fmla="*/ 231 w 287"/>
                <a:gd name="T47" fmla="*/ 225 h 317"/>
                <a:gd name="T48" fmla="*/ 193 w 287"/>
                <a:gd name="T49" fmla="*/ 210 h 317"/>
                <a:gd name="T50" fmla="*/ 168 w 287"/>
                <a:gd name="T51" fmla="*/ 254 h 317"/>
                <a:gd name="T52" fmla="*/ 143 w 287"/>
                <a:gd name="T53" fmla="*/ 248 h 317"/>
                <a:gd name="T54" fmla="*/ 127 w 287"/>
                <a:gd name="T55" fmla="*/ 281 h 317"/>
                <a:gd name="T56" fmla="*/ 102 w 287"/>
                <a:gd name="T57" fmla="*/ 317 h 317"/>
                <a:gd name="T58" fmla="*/ 85 w 287"/>
                <a:gd name="T59" fmla="*/ 279 h 317"/>
                <a:gd name="T60" fmla="*/ 87 w 287"/>
                <a:gd name="T61" fmla="*/ 242 h 317"/>
                <a:gd name="T62" fmla="*/ 71 w 287"/>
                <a:gd name="T63" fmla="*/ 221 h 317"/>
                <a:gd name="T64" fmla="*/ 46 w 287"/>
                <a:gd name="T65" fmla="*/ 208 h 317"/>
                <a:gd name="T66" fmla="*/ 31 w 287"/>
                <a:gd name="T67" fmla="*/ 213 h 317"/>
                <a:gd name="T68" fmla="*/ 0 w 287"/>
                <a:gd name="T69" fmla="*/ 198 h 317"/>
                <a:gd name="T70" fmla="*/ 27 w 287"/>
                <a:gd name="T71" fmla="*/ 177 h 317"/>
                <a:gd name="T72" fmla="*/ 62 w 287"/>
                <a:gd name="T73" fmla="*/ 165 h 317"/>
                <a:gd name="T74" fmla="*/ 29 w 287"/>
                <a:gd name="T75" fmla="*/ 13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87" h="317">
                  <a:moveTo>
                    <a:pt x="29" y="133"/>
                  </a:moveTo>
                  <a:lnTo>
                    <a:pt x="39" y="121"/>
                  </a:lnTo>
                  <a:lnTo>
                    <a:pt x="56" y="117"/>
                  </a:lnTo>
                  <a:lnTo>
                    <a:pt x="62" y="121"/>
                  </a:lnTo>
                  <a:lnTo>
                    <a:pt x="73" y="115"/>
                  </a:lnTo>
                  <a:lnTo>
                    <a:pt x="93" y="115"/>
                  </a:lnTo>
                  <a:lnTo>
                    <a:pt x="96" y="79"/>
                  </a:lnTo>
                  <a:lnTo>
                    <a:pt x="106" y="67"/>
                  </a:lnTo>
                  <a:lnTo>
                    <a:pt x="106" y="56"/>
                  </a:lnTo>
                  <a:lnTo>
                    <a:pt x="116" y="48"/>
                  </a:lnTo>
                  <a:lnTo>
                    <a:pt x="100" y="33"/>
                  </a:lnTo>
                  <a:lnTo>
                    <a:pt x="110" y="25"/>
                  </a:lnTo>
                  <a:lnTo>
                    <a:pt x="123" y="33"/>
                  </a:lnTo>
                  <a:lnTo>
                    <a:pt x="156" y="0"/>
                  </a:lnTo>
                  <a:lnTo>
                    <a:pt x="175" y="17"/>
                  </a:lnTo>
                  <a:lnTo>
                    <a:pt x="173" y="27"/>
                  </a:lnTo>
                  <a:lnTo>
                    <a:pt x="181" y="33"/>
                  </a:lnTo>
                  <a:lnTo>
                    <a:pt x="173" y="46"/>
                  </a:lnTo>
                  <a:lnTo>
                    <a:pt x="171" y="62"/>
                  </a:lnTo>
                  <a:lnTo>
                    <a:pt x="158" y="62"/>
                  </a:lnTo>
                  <a:lnTo>
                    <a:pt x="154" y="75"/>
                  </a:lnTo>
                  <a:lnTo>
                    <a:pt x="148" y="85"/>
                  </a:lnTo>
                  <a:lnTo>
                    <a:pt x="146" y="96"/>
                  </a:lnTo>
                  <a:lnTo>
                    <a:pt x="156" y="104"/>
                  </a:lnTo>
                  <a:lnTo>
                    <a:pt x="156" y="125"/>
                  </a:lnTo>
                  <a:lnTo>
                    <a:pt x="154" y="133"/>
                  </a:lnTo>
                  <a:lnTo>
                    <a:pt x="160" y="137"/>
                  </a:lnTo>
                  <a:lnTo>
                    <a:pt x="171" y="127"/>
                  </a:lnTo>
                  <a:lnTo>
                    <a:pt x="173" y="115"/>
                  </a:lnTo>
                  <a:lnTo>
                    <a:pt x="185" y="110"/>
                  </a:lnTo>
                  <a:lnTo>
                    <a:pt x="200" y="121"/>
                  </a:lnTo>
                  <a:lnTo>
                    <a:pt x="206" y="125"/>
                  </a:lnTo>
                  <a:lnTo>
                    <a:pt x="218" y="115"/>
                  </a:lnTo>
                  <a:lnTo>
                    <a:pt x="227" y="129"/>
                  </a:lnTo>
                  <a:lnTo>
                    <a:pt x="235" y="129"/>
                  </a:lnTo>
                  <a:lnTo>
                    <a:pt x="241" y="121"/>
                  </a:lnTo>
                  <a:lnTo>
                    <a:pt x="252" y="121"/>
                  </a:lnTo>
                  <a:lnTo>
                    <a:pt x="275" y="137"/>
                  </a:lnTo>
                  <a:lnTo>
                    <a:pt x="287" y="148"/>
                  </a:lnTo>
                  <a:lnTo>
                    <a:pt x="287" y="162"/>
                  </a:lnTo>
                  <a:lnTo>
                    <a:pt x="262" y="183"/>
                  </a:lnTo>
                  <a:lnTo>
                    <a:pt x="254" y="196"/>
                  </a:lnTo>
                  <a:lnTo>
                    <a:pt x="258" y="204"/>
                  </a:lnTo>
                  <a:lnTo>
                    <a:pt x="258" y="213"/>
                  </a:lnTo>
                  <a:lnTo>
                    <a:pt x="256" y="229"/>
                  </a:lnTo>
                  <a:lnTo>
                    <a:pt x="243" y="242"/>
                  </a:lnTo>
                  <a:lnTo>
                    <a:pt x="227" y="238"/>
                  </a:lnTo>
                  <a:lnTo>
                    <a:pt x="231" y="225"/>
                  </a:lnTo>
                  <a:lnTo>
                    <a:pt x="210" y="221"/>
                  </a:lnTo>
                  <a:lnTo>
                    <a:pt x="193" y="210"/>
                  </a:lnTo>
                  <a:lnTo>
                    <a:pt x="175" y="233"/>
                  </a:lnTo>
                  <a:lnTo>
                    <a:pt x="168" y="254"/>
                  </a:lnTo>
                  <a:lnTo>
                    <a:pt x="156" y="256"/>
                  </a:lnTo>
                  <a:lnTo>
                    <a:pt x="143" y="248"/>
                  </a:lnTo>
                  <a:lnTo>
                    <a:pt x="129" y="256"/>
                  </a:lnTo>
                  <a:lnTo>
                    <a:pt x="127" y="281"/>
                  </a:lnTo>
                  <a:lnTo>
                    <a:pt x="112" y="306"/>
                  </a:lnTo>
                  <a:lnTo>
                    <a:pt x="102" y="317"/>
                  </a:lnTo>
                  <a:lnTo>
                    <a:pt x="91" y="302"/>
                  </a:lnTo>
                  <a:lnTo>
                    <a:pt x="85" y="279"/>
                  </a:lnTo>
                  <a:lnTo>
                    <a:pt x="85" y="265"/>
                  </a:lnTo>
                  <a:lnTo>
                    <a:pt x="87" y="242"/>
                  </a:lnTo>
                  <a:lnTo>
                    <a:pt x="73" y="238"/>
                  </a:lnTo>
                  <a:lnTo>
                    <a:pt x="71" y="221"/>
                  </a:lnTo>
                  <a:lnTo>
                    <a:pt x="58" y="221"/>
                  </a:lnTo>
                  <a:lnTo>
                    <a:pt x="46" y="208"/>
                  </a:lnTo>
                  <a:lnTo>
                    <a:pt x="37" y="219"/>
                  </a:lnTo>
                  <a:lnTo>
                    <a:pt x="31" y="213"/>
                  </a:lnTo>
                  <a:lnTo>
                    <a:pt x="16" y="219"/>
                  </a:lnTo>
                  <a:lnTo>
                    <a:pt x="0" y="198"/>
                  </a:lnTo>
                  <a:lnTo>
                    <a:pt x="18" y="177"/>
                  </a:lnTo>
                  <a:lnTo>
                    <a:pt x="27" y="177"/>
                  </a:lnTo>
                  <a:lnTo>
                    <a:pt x="43" y="181"/>
                  </a:lnTo>
                  <a:lnTo>
                    <a:pt x="62" y="165"/>
                  </a:lnTo>
                  <a:lnTo>
                    <a:pt x="29" y="131"/>
                  </a:lnTo>
                  <a:lnTo>
                    <a:pt x="29" y="133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621EC261-D7EB-0546-A214-0604B765C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" y="3332"/>
              <a:ext cx="264" cy="175"/>
            </a:xfrm>
            <a:custGeom>
              <a:avLst/>
              <a:gdLst>
                <a:gd name="T0" fmla="*/ 12 w 264"/>
                <a:gd name="T1" fmla="*/ 113 h 175"/>
                <a:gd name="T2" fmla="*/ 12 w 264"/>
                <a:gd name="T3" fmla="*/ 100 h 175"/>
                <a:gd name="T4" fmla="*/ 0 w 264"/>
                <a:gd name="T5" fmla="*/ 88 h 175"/>
                <a:gd name="T6" fmla="*/ 2 w 264"/>
                <a:gd name="T7" fmla="*/ 73 h 175"/>
                <a:gd name="T8" fmla="*/ 12 w 264"/>
                <a:gd name="T9" fmla="*/ 65 h 175"/>
                <a:gd name="T10" fmla="*/ 20 w 264"/>
                <a:gd name="T11" fmla="*/ 65 h 175"/>
                <a:gd name="T12" fmla="*/ 29 w 264"/>
                <a:gd name="T13" fmla="*/ 57 h 175"/>
                <a:gd name="T14" fmla="*/ 43 w 264"/>
                <a:gd name="T15" fmla="*/ 54 h 175"/>
                <a:gd name="T16" fmla="*/ 56 w 264"/>
                <a:gd name="T17" fmla="*/ 50 h 175"/>
                <a:gd name="T18" fmla="*/ 72 w 264"/>
                <a:gd name="T19" fmla="*/ 48 h 175"/>
                <a:gd name="T20" fmla="*/ 83 w 264"/>
                <a:gd name="T21" fmla="*/ 38 h 175"/>
                <a:gd name="T22" fmla="*/ 87 w 264"/>
                <a:gd name="T23" fmla="*/ 23 h 175"/>
                <a:gd name="T24" fmla="*/ 95 w 264"/>
                <a:gd name="T25" fmla="*/ 15 h 175"/>
                <a:gd name="T26" fmla="*/ 106 w 264"/>
                <a:gd name="T27" fmla="*/ 25 h 175"/>
                <a:gd name="T28" fmla="*/ 122 w 264"/>
                <a:gd name="T29" fmla="*/ 25 h 175"/>
                <a:gd name="T30" fmla="*/ 122 w 264"/>
                <a:gd name="T31" fmla="*/ 13 h 175"/>
                <a:gd name="T32" fmla="*/ 150 w 264"/>
                <a:gd name="T33" fmla="*/ 13 h 175"/>
                <a:gd name="T34" fmla="*/ 158 w 264"/>
                <a:gd name="T35" fmla="*/ 17 h 175"/>
                <a:gd name="T36" fmla="*/ 162 w 264"/>
                <a:gd name="T37" fmla="*/ 9 h 175"/>
                <a:gd name="T38" fmla="*/ 172 w 264"/>
                <a:gd name="T39" fmla="*/ 11 h 175"/>
                <a:gd name="T40" fmla="*/ 187 w 264"/>
                <a:gd name="T41" fmla="*/ 0 h 175"/>
                <a:gd name="T42" fmla="*/ 197 w 264"/>
                <a:gd name="T43" fmla="*/ 2 h 175"/>
                <a:gd name="T44" fmla="*/ 208 w 264"/>
                <a:gd name="T45" fmla="*/ 19 h 175"/>
                <a:gd name="T46" fmla="*/ 227 w 264"/>
                <a:gd name="T47" fmla="*/ 19 h 175"/>
                <a:gd name="T48" fmla="*/ 231 w 264"/>
                <a:gd name="T49" fmla="*/ 25 h 175"/>
                <a:gd name="T50" fmla="*/ 231 w 264"/>
                <a:gd name="T51" fmla="*/ 23 h 175"/>
                <a:gd name="T52" fmla="*/ 264 w 264"/>
                <a:gd name="T53" fmla="*/ 57 h 175"/>
                <a:gd name="T54" fmla="*/ 245 w 264"/>
                <a:gd name="T55" fmla="*/ 73 h 175"/>
                <a:gd name="T56" fmla="*/ 229 w 264"/>
                <a:gd name="T57" fmla="*/ 69 h 175"/>
                <a:gd name="T58" fmla="*/ 220 w 264"/>
                <a:gd name="T59" fmla="*/ 69 h 175"/>
                <a:gd name="T60" fmla="*/ 202 w 264"/>
                <a:gd name="T61" fmla="*/ 90 h 175"/>
                <a:gd name="T62" fmla="*/ 181 w 264"/>
                <a:gd name="T63" fmla="*/ 77 h 175"/>
                <a:gd name="T64" fmla="*/ 175 w 264"/>
                <a:gd name="T65" fmla="*/ 88 h 175"/>
                <a:gd name="T66" fmla="*/ 156 w 264"/>
                <a:gd name="T67" fmla="*/ 88 h 175"/>
                <a:gd name="T68" fmla="*/ 158 w 264"/>
                <a:gd name="T69" fmla="*/ 100 h 175"/>
                <a:gd name="T70" fmla="*/ 147 w 264"/>
                <a:gd name="T71" fmla="*/ 111 h 175"/>
                <a:gd name="T72" fmla="*/ 156 w 264"/>
                <a:gd name="T73" fmla="*/ 123 h 175"/>
                <a:gd name="T74" fmla="*/ 135 w 264"/>
                <a:gd name="T75" fmla="*/ 138 h 175"/>
                <a:gd name="T76" fmla="*/ 135 w 264"/>
                <a:gd name="T77" fmla="*/ 155 h 175"/>
                <a:gd name="T78" fmla="*/ 112 w 264"/>
                <a:gd name="T79" fmla="*/ 173 h 175"/>
                <a:gd name="T80" fmla="*/ 118 w 264"/>
                <a:gd name="T81" fmla="*/ 175 h 175"/>
                <a:gd name="T82" fmla="*/ 108 w 264"/>
                <a:gd name="T83" fmla="*/ 171 h 175"/>
                <a:gd name="T84" fmla="*/ 108 w 264"/>
                <a:gd name="T85" fmla="*/ 159 h 175"/>
                <a:gd name="T86" fmla="*/ 95 w 264"/>
                <a:gd name="T87" fmla="*/ 157 h 175"/>
                <a:gd name="T88" fmla="*/ 91 w 264"/>
                <a:gd name="T89" fmla="*/ 165 h 175"/>
                <a:gd name="T90" fmla="*/ 79 w 264"/>
                <a:gd name="T91" fmla="*/ 163 h 175"/>
                <a:gd name="T92" fmla="*/ 68 w 264"/>
                <a:gd name="T93" fmla="*/ 169 h 175"/>
                <a:gd name="T94" fmla="*/ 56 w 264"/>
                <a:gd name="T95" fmla="*/ 169 h 175"/>
                <a:gd name="T96" fmla="*/ 56 w 264"/>
                <a:gd name="T97" fmla="*/ 161 h 175"/>
                <a:gd name="T98" fmla="*/ 45 w 264"/>
                <a:gd name="T99" fmla="*/ 150 h 175"/>
                <a:gd name="T100" fmla="*/ 45 w 264"/>
                <a:gd name="T101" fmla="*/ 136 h 175"/>
                <a:gd name="T102" fmla="*/ 35 w 264"/>
                <a:gd name="T103" fmla="*/ 127 h 175"/>
                <a:gd name="T104" fmla="*/ 35 w 264"/>
                <a:gd name="T105" fmla="*/ 117 h 175"/>
                <a:gd name="T106" fmla="*/ 20 w 264"/>
                <a:gd name="T107" fmla="*/ 117 h 175"/>
                <a:gd name="T108" fmla="*/ 12 w 264"/>
                <a:gd name="T109" fmla="*/ 113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64" h="175">
                  <a:moveTo>
                    <a:pt x="12" y="113"/>
                  </a:moveTo>
                  <a:lnTo>
                    <a:pt x="12" y="100"/>
                  </a:lnTo>
                  <a:lnTo>
                    <a:pt x="0" y="88"/>
                  </a:lnTo>
                  <a:lnTo>
                    <a:pt x="2" y="73"/>
                  </a:lnTo>
                  <a:lnTo>
                    <a:pt x="12" y="65"/>
                  </a:lnTo>
                  <a:lnTo>
                    <a:pt x="20" y="65"/>
                  </a:lnTo>
                  <a:lnTo>
                    <a:pt x="29" y="57"/>
                  </a:lnTo>
                  <a:lnTo>
                    <a:pt x="43" y="54"/>
                  </a:lnTo>
                  <a:lnTo>
                    <a:pt x="56" y="50"/>
                  </a:lnTo>
                  <a:lnTo>
                    <a:pt x="72" y="48"/>
                  </a:lnTo>
                  <a:lnTo>
                    <a:pt x="83" y="38"/>
                  </a:lnTo>
                  <a:lnTo>
                    <a:pt x="87" y="23"/>
                  </a:lnTo>
                  <a:lnTo>
                    <a:pt x="95" y="15"/>
                  </a:lnTo>
                  <a:lnTo>
                    <a:pt x="106" y="25"/>
                  </a:lnTo>
                  <a:lnTo>
                    <a:pt x="122" y="25"/>
                  </a:lnTo>
                  <a:lnTo>
                    <a:pt x="122" y="13"/>
                  </a:lnTo>
                  <a:lnTo>
                    <a:pt x="150" y="13"/>
                  </a:lnTo>
                  <a:lnTo>
                    <a:pt x="158" y="17"/>
                  </a:lnTo>
                  <a:lnTo>
                    <a:pt x="162" y="9"/>
                  </a:lnTo>
                  <a:lnTo>
                    <a:pt x="172" y="11"/>
                  </a:lnTo>
                  <a:lnTo>
                    <a:pt x="187" y="0"/>
                  </a:lnTo>
                  <a:lnTo>
                    <a:pt x="197" y="2"/>
                  </a:lnTo>
                  <a:lnTo>
                    <a:pt x="208" y="19"/>
                  </a:lnTo>
                  <a:lnTo>
                    <a:pt x="227" y="19"/>
                  </a:lnTo>
                  <a:lnTo>
                    <a:pt x="231" y="25"/>
                  </a:lnTo>
                  <a:lnTo>
                    <a:pt x="231" y="23"/>
                  </a:lnTo>
                  <a:lnTo>
                    <a:pt x="264" y="57"/>
                  </a:lnTo>
                  <a:lnTo>
                    <a:pt x="245" y="73"/>
                  </a:lnTo>
                  <a:lnTo>
                    <a:pt x="229" y="69"/>
                  </a:lnTo>
                  <a:lnTo>
                    <a:pt x="220" y="69"/>
                  </a:lnTo>
                  <a:lnTo>
                    <a:pt x="202" y="90"/>
                  </a:lnTo>
                  <a:lnTo>
                    <a:pt x="181" y="77"/>
                  </a:lnTo>
                  <a:lnTo>
                    <a:pt x="175" y="88"/>
                  </a:lnTo>
                  <a:lnTo>
                    <a:pt x="156" y="88"/>
                  </a:lnTo>
                  <a:lnTo>
                    <a:pt x="158" y="100"/>
                  </a:lnTo>
                  <a:lnTo>
                    <a:pt x="147" y="111"/>
                  </a:lnTo>
                  <a:lnTo>
                    <a:pt x="156" y="123"/>
                  </a:lnTo>
                  <a:lnTo>
                    <a:pt x="135" y="138"/>
                  </a:lnTo>
                  <a:lnTo>
                    <a:pt x="135" y="155"/>
                  </a:lnTo>
                  <a:lnTo>
                    <a:pt x="112" y="173"/>
                  </a:lnTo>
                  <a:lnTo>
                    <a:pt x="118" y="175"/>
                  </a:lnTo>
                  <a:lnTo>
                    <a:pt x="108" y="171"/>
                  </a:lnTo>
                  <a:lnTo>
                    <a:pt x="108" y="159"/>
                  </a:lnTo>
                  <a:lnTo>
                    <a:pt x="95" y="157"/>
                  </a:lnTo>
                  <a:lnTo>
                    <a:pt x="91" y="165"/>
                  </a:lnTo>
                  <a:lnTo>
                    <a:pt x="79" y="163"/>
                  </a:lnTo>
                  <a:lnTo>
                    <a:pt x="68" y="169"/>
                  </a:lnTo>
                  <a:lnTo>
                    <a:pt x="56" y="169"/>
                  </a:lnTo>
                  <a:lnTo>
                    <a:pt x="56" y="161"/>
                  </a:lnTo>
                  <a:lnTo>
                    <a:pt x="45" y="150"/>
                  </a:lnTo>
                  <a:lnTo>
                    <a:pt x="45" y="136"/>
                  </a:lnTo>
                  <a:lnTo>
                    <a:pt x="35" y="127"/>
                  </a:lnTo>
                  <a:lnTo>
                    <a:pt x="35" y="117"/>
                  </a:lnTo>
                  <a:lnTo>
                    <a:pt x="20" y="117"/>
                  </a:lnTo>
                  <a:lnTo>
                    <a:pt x="12" y="113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8C56311D-6B88-D448-9974-73E63D283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3478"/>
              <a:ext cx="148" cy="156"/>
            </a:xfrm>
            <a:custGeom>
              <a:avLst/>
              <a:gdLst>
                <a:gd name="T0" fmla="*/ 0 w 71"/>
                <a:gd name="T1" fmla="*/ 37 h 75"/>
                <a:gd name="T2" fmla="*/ 0 w 71"/>
                <a:gd name="T3" fmla="*/ 36 h 75"/>
                <a:gd name="T4" fmla="*/ 8 w 71"/>
                <a:gd name="T5" fmla="*/ 37 h 75"/>
                <a:gd name="T6" fmla="*/ 8 w 71"/>
                <a:gd name="T7" fmla="*/ 27 h 75"/>
                <a:gd name="T8" fmla="*/ 5 w 71"/>
                <a:gd name="T9" fmla="*/ 22 h 75"/>
                <a:gd name="T10" fmla="*/ 7 w 71"/>
                <a:gd name="T11" fmla="*/ 12 h 75"/>
                <a:gd name="T12" fmla="*/ 6 w 71"/>
                <a:gd name="T13" fmla="*/ 6 h 75"/>
                <a:gd name="T14" fmla="*/ 12 w 71"/>
                <a:gd name="T15" fmla="*/ 0 h 75"/>
                <a:gd name="T16" fmla="*/ 16 w 71"/>
                <a:gd name="T17" fmla="*/ 0 h 75"/>
                <a:gd name="T18" fmla="*/ 18 w 71"/>
                <a:gd name="T19" fmla="*/ 5 h 75"/>
                <a:gd name="T20" fmla="*/ 22 w 71"/>
                <a:gd name="T21" fmla="*/ 5 h 75"/>
                <a:gd name="T22" fmla="*/ 27 w 71"/>
                <a:gd name="T23" fmla="*/ 9 h 75"/>
                <a:gd name="T24" fmla="*/ 34 w 71"/>
                <a:gd name="T25" fmla="*/ 10 h 75"/>
                <a:gd name="T26" fmla="*/ 39 w 71"/>
                <a:gd name="T27" fmla="*/ 14 h 75"/>
                <a:gd name="T28" fmla="*/ 39 w 71"/>
                <a:gd name="T29" fmla="*/ 22 h 75"/>
                <a:gd name="T30" fmla="*/ 45 w 71"/>
                <a:gd name="T31" fmla="*/ 28 h 75"/>
                <a:gd name="T32" fmla="*/ 49 w 71"/>
                <a:gd name="T33" fmla="*/ 27 h 75"/>
                <a:gd name="T34" fmla="*/ 56 w 71"/>
                <a:gd name="T35" fmla="*/ 28 h 75"/>
                <a:gd name="T36" fmla="*/ 62 w 71"/>
                <a:gd name="T37" fmla="*/ 34 h 75"/>
                <a:gd name="T38" fmla="*/ 69 w 71"/>
                <a:gd name="T39" fmla="*/ 36 h 75"/>
                <a:gd name="T40" fmla="*/ 71 w 71"/>
                <a:gd name="T41" fmla="*/ 43 h 75"/>
                <a:gd name="T42" fmla="*/ 69 w 71"/>
                <a:gd name="T43" fmla="*/ 49 h 75"/>
                <a:gd name="T44" fmla="*/ 67 w 71"/>
                <a:gd name="T45" fmla="*/ 55 h 75"/>
                <a:gd name="T46" fmla="*/ 71 w 71"/>
                <a:gd name="T47" fmla="*/ 58 h 75"/>
                <a:gd name="T48" fmla="*/ 68 w 71"/>
                <a:gd name="T49" fmla="*/ 64 h 75"/>
                <a:gd name="T50" fmla="*/ 59 w 71"/>
                <a:gd name="T51" fmla="*/ 75 h 75"/>
                <a:gd name="T52" fmla="*/ 55 w 71"/>
                <a:gd name="T53" fmla="*/ 71 h 75"/>
                <a:gd name="T54" fmla="*/ 52 w 71"/>
                <a:gd name="T55" fmla="*/ 72 h 75"/>
                <a:gd name="T56" fmla="*/ 46 w 71"/>
                <a:gd name="T57" fmla="*/ 73 h 75"/>
                <a:gd name="T58" fmla="*/ 28 w 71"/>
                <a:gd name="T59" fmla="*/ 62 h 75"/>
                <a:gd name="T60" fmla="*/ 24 w 71"/>
                <a:gd name="T61" fmla="*/ 56 h 75"/>
                <a:gd name="T62" fmla="*/ 17 w 71"/>
                <a:gd name="T63" fmla="*/ 56 h 75"/>
                <a:gd name="T64" fmla="*/ 6 w 71"/>
                <a:gd name="T65" fmla="*/ 49 h 75"/>
                <a:gd name="T66" fmla="*/ 6 w 71"/>
                <a:gd name="T67" fmla="*/ 44 h 75"/>
                <a:gd name="T68" fmla="*/ 3 w 71"/>
                <a:gd name="T69" fmla="*/ 42 h 75"/>
                <a:gd name="T70" fmla="*/ 0 w 71"/>
                <a:gd name="T71" fmla="*/ 3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" h="75">
                  <a:moveTo>
                    <a:pt x="0" y="37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62" y="34"/>
                    <a:pt x="62" y="34"/>
                    <a:pt x="62" y="34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69" y="36"/>
                    <a:pt x="71" y="42"/>
                    <a:pt x="71" y="43"/>
                  </a:cubicBezTo>
                  <a:cubicBezTo>
                    <a:pt x="71" y="43"/>
                    <a:pt x="69" y="49"/>
                    <a:pt x="69" y="49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71" y="58"/>
                    <a:pt x="71" y="58"/>
                    <a:pt x="71" y="58"/>
                  </a:cubicBezTo>
                  <a:cubicBezTo>
                    <a:pt x="68" y="64"/>
                    <a:pt x="68" y="64"/>
                    <a:pt x="68" y="64"/>
                  </a:cubicBezTo>
                  <a:cubicBezTo>
                    <a:pt x="59" y="75"/>
                    <a:pt x="59" y="75"/>
                    <a:pt x="59" y="75"/>
                  </a:cubicBezTo>
                  <a:cubicBezTo>
                    <a:pt x="55" y="71"/>
                    <a:pt x="55" y="71"/>
                    <a:pt x="55" y="71"/>
                  </a:cubicBezTo>
                  <a:cubicBezTo>
                    <a:pt x="52" y="72"/>
                    <a:pt x="52" y="72"/>
                    <a:pt x="52" y="72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28" y="62"/>
                    <a:pt x="28" y="62"/>
                    <a:pt x="28" y="62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3" y="42"/>
                    <a:pt x="3" y="42"/>
                    <a:pt x="3" y="42"/>
                  </a:cubicBezTo>
                  <a:lnTo>
                    <a:pt x="0" y="37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4A7FFD31-B9A6-B346-804D-9B5C4D984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7" y="3662"/>
              <a:ext cx="352" cy="341"/>
            </a:xfrm>
            <a:custGeom>
              <a:avLst/>
              <a:gdLst>
                <a:gd name="T0" fmla="*/ 150 w 169"/>
                <a:gd name="T1" fmla="*/ 121 h 164"/>
                <a:gd name="T2" fmla="*/ 165 w 169"/>
                <a:gd name="T3" fmla="*/ 144 h 164"/>
                <a:gd name="T4" fmla="*/ 154 w 169"/>
                <a:gd name="T5" fmla="*/ 163 h 164"/>
                <a:gd name="T6" fmla="*/ 135 w 169"/>
                <a:gd name="T7" fmla="*/ 151 h 164"/>
                <a:gd name="T8" fmla="*/ 117 w 169"/>
                <a:gd name="T9" fmla="*/ 145 h 164"/>
                <a:gd name="T10" fmla="*/ 108 w 169"/>
                <a:gd name="T11" fmla="*/ 130 h 164"/>
                <a:gd name="T12" fmla="*/ 92 w 169"/>
                <a:gd name="T13" fmla="*/ 132 h 164"/>
                <a:gd name="T14" fmla="*/ 74 w 169"/>
                <a:gd name="T15" fmla="*/ 120 h 164"/>
                <a:gd name="T16" fmla="*/ 53 w 169"/>
                <a:gd name="T17" fmla="*/ 108 h 164"/>
                <a:gd name="T18" fmla="*/ 40 w 169"/>
                <a:gd name="T19" fmla="*/ 110 h 164"/>
                <a:gd name="T20" fmla="*/ 38 w 169"/>
                <a:gd name="T21" fmla="*/ 86 h 164"/>
                <a:gd name="T22" fmla="*/ 24 w 169"/>
                <a:gd name="T23" fmla="*/ 66 h 164"/>
                <a:gd name="T24" fmla="*/ 7 w 169"/>
                <a:gd name="T25" fmla="*/ 61 h 164"/>
                <a:gd name="T26" fmla="*/ 0 w 169"/>
                <a:gd name="T27" fmla="*/ 50 h 164"/>
                <a:gd name="T28" fmla="*/ 0 w 169"/>
                <a:gd name="T29" fmla="*/ 46 h 164"/>
                <a:gd name="T30" fmla="*/ 14 w 169"/>
                <a:gd name="T31" fmla="*/ 46 h 164"/>
                <a:gd name="T32" fmla="*/ 27 w 169"/>
                <a:gd name="T33" fmla="*/ 36 h 164"/>
                <a:gd name="T34" fmla="*/ 37 w 169"/>
                <a:gd name="T35" fmla="*/ 31 h 164"/>
                <a:gd name="T36" fmla="*/ 55 w 169"/>
                <a:gd name="T37" fmla="*/ 11 h 164"/>
                <a:gd name="T38" fmla="*/ 59 w 169"/>
                <a:gd name="T39" fmla="*/ 0 h 164"/>
                <a:gd name="T40" fmla="*/ 69 w 169"/>
                <a:gd name="T41" fmla="*/ 5 h 164"/>
                <a:gd name="T42" fmla="*/ 71 w 169"/>
                <a:gd name="T43" fmla="*/ 14 h 164"/>
                <a:gd name="T44" fmla="*/ 75 w 169"/>
                <a:gd name="T45" fmla="*/ 29 h 164"/>
                <a:gd name="T46" fmla="*/ 72 w 169"/>
                <a:gd name="T47" fmla="*/ 36 h 164"/>
                <a:gd name="T48" fmla="*/ 84 w 169"/>
                <a:gd name="T49" fmla="*/ 51 h 164"/>
                <a:gd name="T50" fmla="*/ 86 w 169"/>
                <a:gd name="T51" fmla="*/ 66 h 164"/>
                <a:gd name="T52" fmla="*/ 83 w 169"/>
                <a:gd name="T53" fmla="*/ 77 h 164"/>
                <a:gd name="T54" fmla="*/ 92 w 169"/>
                <a:gd name="T55" fmla="*/ 78 h 164"/>
                <a:gd name="T56" fmla="*/ 98 w 169"/>
                <a:gd name="T57" fmla="*/ 84 h 164"/>
                <a:gd name="T58" fmla="*/ 90 w 169"/>
                <a:gd name="T59" fmla="*/ 91 h 164"/>
                <a:gd name="T60" fmla="*/ 92 w 169"/>
                <a:gd name="T61" fmla="*/ 98 h 164"/>
                <a:gd name="T62" fmla="*/ 94 w 169"/>
                <a:gd name="T63" fmla="*/ 106 h 164"/>
                <a:gd name="T64" fmla="*/ 104 w 169"/>
                <a:gd name="T65" fmla="*/ 112 h 164"/>
                <a:gd name="T66" fmla="*/ 119 w 169"/>
                <a:gd name="T67" fmla="*/ 116 h 164"/>
                <a:gd name="T68" fmla="*/ 130 w 169"/>
                <a:gd name="T69" fmla="*/ 104 h 164"/>
                <a:gd name="T70" fmla="*/ 139 w 169"/>
                <a:gd name="T71" fmla="*/ 107 h 164"/>
                <a:gd name="T72" fmla="*/ 152 w 169"/>
                <a:gd name="T73" fmla="*/ 107 h 164"/>
                <a:gd name="T74" fmla="*/ 151 w 169"/>
                <a:gd name="T75" fmla="*/ 117 h 164"/>
                <a:gd name="T76" fmla="*/ 151 w 169"/>
                <a:gd name="T77" fmla="*/ 121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9" h="164">
                  <a:moveTo>
                    <a:pt x="151" y="121"/>
                  </a:moveTo>
                  <a:cubicBezTo>
                    <a:pt x="151" y="121"/>
                    <a:pt x="151" y="121"/>
                    <a:pt x="150" y="121"/>
                  </a:cubicBezTo>
                  <a:cubicBezTo>
                    <a:pt x="147" y="123"/>
                    <a:pt x="155" y="130"/>
                    <a:pt x="157" y="134"/>
                  </a:cubicBezTo>
                  <a:cubicBezTo>
                    <a:pt x="159" y="137"/>
                    <a:pt x="161" y="140"/>
                    <a:pt x="165" y="144"/>
                  </a:cubicBezTo>
                  <a:cubicBezTo>
                    <a:pt x="169" y="148"/>
                    <a:pt x="167" y="151"/>
                    <a:pt x="164" y="155"/>
                  </a:cubicBezTo>
                  <a:cubicBezTo>
                    <a:pt x="162" y="160"/>
                    <a:pt x="161" y="164"/>
                    <a:pt x="154" y="163"/>
                  </a:cubicBezTo>
                  <a:cubicBezTo>
                    <a:pt x="147" y="162"/>
                    <a:pt x="139" y="159"/>
                    <a:pt x="139" y="156"/>
                  </a:cubicBezTo>
                  <a:cubicBezTo>
                    <a:pt x="139" y="154"/>
                    <a:pt x="137" y="151"/>
                    <a:pt x="135" y="151"/>
                  </a:cubicBezTo>
                  <a:cubicBezTo>
                    <a:pt x="134" y="151"/>
                    <a:pt x="132" y="155"/>
                    <a:pt x="129" y="155"/>
                  </a:cubicBezTo>
                  <a:cubicBezTo>
                    <a:pt x="127" y="155"/>
                    <a:pt x="119" y="148"/>
                    <a:pt x="117" y="145"/>
                  </a:cubicBezTo>
                  <a:cubicBezTo>
                    <a:pt x="115" y="142"/>
                    <a:pt x="113" y="141"/>
                    <a:pt x="115" y="136"/>
                  </a:cubicBezTo>
                  <a:cubicBezTo>
                    <a:pt x="117" y="132"/>
                    <a:pt x="111" y="134"/>
                    <a:pt x="108" y="130"/>
                  </a:cubicBezTo>
                  <a:cubicBezTo>
                    <a:pt x="105" y="127"/>
                    <a:pt x="103" y="127"/>
                    <a:pt x="102" y="129"/>
                  </a:cubicBezTo>
                  <a:cubicBezTo>
                    <a:pt x="101" y="132"/>
                    <a:pt x="92" y="135"/>
                    <a:pt x="92" y="132"/>
                  </a:cubicBezTo>
                  <a:cubicBezTo>
                    <a:pt x="91" y="129"/>
                    <a:pt x="90" y="124"/>
                    <a:pt x="88" y="121"/>
                  </a:cubicBezTo>
                  <a:cubicBezTo>
                    <a:pt x="85" y="117"/>
                    <a:pt x="79" y="116"/>
                    <a:pt x="74" y="120"/>
                  </a:cubicBezTo>
                  <a:cubicBezTo>
                    <a:pt x="69" y="123"/>
                    <a:pt x="60" y="126"/>
                    <a:pt x="60" y="123"/>
                  </a:cubicBezTo>
                  <a:cubicBezTo>
                    <a:pt x="59" y="119"/>
                    <a:pt x="53" y="112"/>
                    <a:pt x="53" y="108"/>
                  </a:cubicBezTo>
                  <a:cubicBezTo>
                    <a:pt x="52" y="104"/>
                    <a:pt x="47" y="104"/>
                    <a:pt x="46" y="109"/>
                  </a:cubicBezTo>
                  <a:cubicBezTo>
                    <a:pt x="46" y="114"/>
                    <a:pt x="38" y="116"/>
                    <a:pt x="40" y="110"/>
                  </a:cubicBezTo>
                  <a:cubicBezTo>
                    <a:pt x="42" y="104"/>
                    <a:pt x="43" y="102"/>
                    <a:pt x="42" y="100"/>
                  </a:cubicBezTo>
                  <a:cubicBezTo>
                    <a:pt x="41" y="97"/>
                    <a:pt x="39" y="91"/>
                    <a:pt x="38" y="86"/>
                  </a:cubicBezTo>
                  <a:cubicBezTo>
                    <a:pt x="38" y="80"/>
                    <a:pt x="35" y="80"/>
                    <a:pt x="28" y="76"/>
                  </a:cubicBezTo>
                  <a:cubicBezTo>
                    <a:pt x="20" y="71"/>
                    <a:pt x="24" y="70"/>
                    <a:pt x="24" y="66"/>
                  </a:cubicBezTo>
                  <a:cubicBezTo>
                    <a:pt x="24" y="62"/>
                    <a:pt x="19" y="61"/>
                    <a:pt x="15" y="62"/>
                  </a:cubicBezTo>
                  <a:cubicBezTo>
                    <a:pt x="12" y="63"/>
                    <a:pt x="7" y="64"/>
                    <a:pt x="7" y="61"/>
                  </a:cubicBezTo>
                  <a:cubicBezTo>
                    <a:pt x="6" y="59"/>
                    <a:pt x="7" y="57"/>
                    <a:pt x="3" y="52"/>
                  </a:cubicBezTo>
                  <a:cubicBezTo>
                    <a:pt x="2" y="51"/>
                    <a:pt x="1" y="50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72" y="25"/>
                    <a:pt x="72" y="25"/>
                    <a:pt x="72" y="25"/>
                  </a:cubicBezTo>
                  <a:cubicBezTo>
                    <a:pt x="75" y="29"/>
                    <a:pt x="75" y="29"/>
                    <a:pt x="75" y="29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72" y="36"/>
                    <a:pt x="72" y="36"/>
                    <a:pt x="72" y="36"/>
                  </a:cubicBezTo>
                  <a:cubicBezTo>
                    <a:pt x="80" y="43"/>
                    <a:pt x="80" y="43"/>
                    <a:pt x="80" y="43"/>
                  </a:cubicBezTo>
                  <a:cubicBezTo>
                    <a:pt x="84" y="51"/>
                    <a:pt x="84" y="51"/>
                    <a:pt x="84" y="51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6" y="66"/>
                    <a:pt x="86" y="66"/>
                    <a:pt x="86" y="66"/>
                  </a:cubicBezTo>
                  <a:cubicBezTo>
                    <a:pt x="83" y="72"/>
                    <a:pt x="83" y="72"/>
                    <a:pt x="83" y="72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88" y="80"/>
                    <a:pt x="88" y="80"/>
                    <a:pt x="88" y="80"/>
                  </a:cubicBezTo>
                  <a:cubicBezTo>
                    <a:pt x="92" y="78"/>
                    <a:pt x="92" y="78"/>
                    <a:pt x="92" y="78"/>
                  </a:cubicBezTo>
                  <a:cubicBezTo>
                    <a:pt x="98" y="78"/>
                    <a:pt x="98" y="78"/>
                    <a:pt x="98" y="78"/>
                  </a:cubicBezTo>
                  <a:cubicBezTo>
                    <a:pt x="98" y="84"/>
                    <a:pt x="98" y="84"/>
                    <a:pt x="98" y="84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90" y="91"/>
                    <a:pt x="97" y="92"/>
                    <a:pt x="96" y="93"/>
                  </a:cubicBezTo>
                  <a:cubicBezTo>
                    <a:pt x="96" y="94"/>
                    <a:pt x="92" y="98"/>
                    <a:pt x="92" y="98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94" y="106"/>
                    <a:pt x="94" y="106"/>
                    <a:pt x="94" y="106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104" y="112"/>
                    <a:pt x="104" y="112"/>
                    <a:pt x="104" y="112"/>
                  </a:cubicBezTo>
                  <a:cubicBezTo>
                    <a:pt x="109" y="108"/>
                    <a:pt x="109" y="108"/>
                    <a:pt x="109" y="108"/>
                  </a:cubicBezTo>
                  <a:cubicBezTo>
                    <a:pt x="119" y="116"/>
                    <a:pt x="119" y="116"/>
                    <a:pt x="119" y="116"/>
                  </a:cubicBezTo>
                  <a:cubicBezTo>
                    <a:pt x="129" y="104"/>
                    <a:pt x="129" y="104"/>
                    <a:pt x="129" y="104"/>
                  </a:cubicBezTo>
                  <a:cubicBezTo>
                    <a:pt x="130" y="104"/>
                    <a:pt x="130" y="104"/>
                    <a:pt x="130" y="104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39" y="107"/>
                    <a:pt x="139" y="107"/>
                    <a:pt x="139" y="107"/>
                  </a:cubicBezTo>
                  <a:cubicBezTo>
                    <a:pt x="145" y="105"/>
                    <a:pt x="145" y="105"/>
                    <a:pt x="145" y="105"/>
                  </a:cubicBezTo>
                  <a:cubicBezTo>
                    <a:pt x="152" y="107"/>
                    <a:pt x="152" y="107"/>
                    <a:pt x="152" y="107"/>
                  </a:cubicBezTo>
                  <a:cubicBezTo>
                    <a:pt x="154" y="111"/>
                    <a:pt x="154" y="111"/>
                    <a:pt x="154" y="111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48" y="119"/>
                    <a:pt x="148" y="119"/>
                    <a:pt x="148" y="119"/>
                  </a:cubicBezTo>
                  <a:lnTo>
                    <a:pt x="151" y="121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23" name="Freeform 29">
              <a:extLst>
                <a:ext uri="{FF2B5EF4-FFF2-40B4-BE49-F238E27FC236}">
                  <a16:creationId xmlns:a16="http://schemas.microsoft.com/office/drawing/2014/main" id="{C7EB2838-0195-1144-B4BC-80D60FCCF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" y="3555"/>
              <a:ext cx="269" cy="271"/>
            </a:xfrm>
            <a:custGeom>
              <a:avLst/>
              <a:gdLst>
                <a:gd name="T0" fmla="*/ 129 w 129"/>
                <a:gd name="T1" fmla="*/ 101 h 130"/>
                <a:gd name="T2" fmla="*/ 119 w 129"/>
                <a:gd name="T3" fmla="*/ 105 h 130"/>
                <a:gd name="T4" fmla="*/ 102 w 129"/>
                <a:gd name="T5" fmla="*/ 105 h 130"/>
                <a:gd name="T6" fmla="*/ 95 w 129"/>
                <a:gd name="T7" fmla="*/ 105 h 130"/>
                <a:gd name="T8" fmla="*/ 83 w 129"/>
                <a:gd name="T9" fmla="*/ 107 h 130"/>
                <a:gd name="T10" fmla="*/ 73 w 129"/>
                <a:gd name="T11" fmla="*/ 121 h 130"/>
                <a:gd name="T12" fmla="*/ 58 w 129"/>
                <a:gd name="T13" fmla="*/ 119 h 130"/>
                <a:gd name="T14" fmla="*/ 58 w 129"/>
                <a:gd name="T15" fmla="*/ 100 h 130"/>
                <a:gd name="T16" fmla="*/ 50 w 129"/>
                <a:gd name="T17" fmla="*/ 102 h 130"/>
                <a:gd name="T18" fmla="*/ 49 w 129"/>
                <a:gd name="T19" fmla="*/ 92 h 130"/>
                <a:gd name="T20" fmla="*/ 46 w 129"/>
                <a:gd name="T21" fmla="*/ 89 h 130"/>
                <a:gd name="T22" fmla="*/ 45 w 129"/>
                <a:gd name="T23" fmla="*/ 84 h 130"/>
                <a:gd name="T24" fmla="*/ 40 w 129"/>
                <a:gd name="T25" fmla="*/ 83 h 130"/>
                <a:gd name="T26" fmla="*/ 37 w 129"/>
                <a:gd name="T27" fmla="*/ 81 h 130"/>
                <a:gd name="T28" fmla="*/ 37 w 129"/>
                <a:gd name="T29" fmla="*/ 75 h 130"/>
                <a:gd name="T30" fmla="*/ 32 w 129"/>
                <a:gd name="T31" fmla="*/ 73 h 130"/>
                <a:gd name="T32" fmla="*/ 28 w 129"/>
                <a:gd name="T33" fmla="*/ 75 h 130"/>
                <a:gd name="T34" fmla="*/ 24 w 129"/>
                <a:gd name="T35" fmla="*/ 70 h 130"/>
                <a:gd name="T36" fmla="*/ 29 w 129"/>
                <a:gd name="T37" fmla="*/ 64 h 130"/>
                <a:gd name="T38" fmla="*/ 30 w 129"/>
                <a:gd name="T39" fmla="*/ 56 h 130"/>
                <a:gd name="T40" fmla="*/ 19 w 129"/>
                <a:gd name="T41" fmla="*/ 46 h 130"/>
                <a:gd name="T42" fmla="*/ 15 w 129"/>
                <a:gd name="T43" fmla="*/ 48 h 130"/>
                <a:gd name="T44" fmla="*/ 14 w 129"/>
                <a:gd name="T45" fmla="*/ 44 h 130"/>
                <a:gd name="T46" fmla="*/ 8 w 129"/>
                <a:gd name="T47" fmla="*/ 41 h 130"/>
                <a:gd name="T48" fmla="*/ 2 w 129"/>
                <a:gd name="T49" fmla="*/ 40 h 130"/>
                <a:gd name="T50" fmla="*/ 0 w 129"/>
                <a:gd name="T51" fmla="*/ 26 h 130"/>
                <a:gd name="T52" fmla="*/ 0 w 129"/>
                <a:gd name="T53" fmla="*/ 26 h 130"/>
                <a:gd name="T54" fmla="*/ 3 w 129"/>
                <a:gd name="T55" fmla="*/ 23 h 130"/>
                <a:gd name="T56" fmla="*/ 0 w 129"/>
                <a:gd name="T57" fmla="*/ 17 h 130"/>
                <a:gd name="T58" fmla="*/ 7 w 129"/>
                <a:gd name="T59" fmla="*/ 15 h 130"/>
                <a:gd name="T60" fmla="*/ 22 w 129"/>
                <a:gd name="T61" fmla="*/ 4 h 130"/>
                <a:gd name="T62" fmla="*/ 24 w 129"/>
                <a:gd name="T63" fmla="*/ 0 h 130"/>
                <a:gd name="T64" fmla="*/ 27 w 129"/>
                <a:gd name="T65" fmla="*/ 5 h 130"/>
                <a:gd name="T66" fmla="*/ 30 w 129"/>
                <a:gd name="T67" fmla="*/ 7 h 130"/>
                <a:gd name="T68" fmla="*/ 30 w 129"/>
                <a:gd name="T69" fmla="*/ 12 h 130"/>
                <a:gd name="T70" fmla="*/ 41 w 129"/>
                <a:gd name="T71" fmla="*/ 19 h 130"/>
                <a:gd name="T72" fmla="*/ 48 w 129"/>
                <a:gd name="T73" fmla="*/ 19 h 130"/>
                <a:gd name="T74" fmla="*/ 52 w 129"/>
                <a:gd name="T75" fmla="*/ 25 h 130"/>
                <a:gd name="T76" fmla="*/ 70 w 129"/>
                <a:gd name="T77" fmla="*/ 36 h 130"/>
                <a:gd name="T78" fmla="*/ 76 w 129"/>
                <a:gd name="T79" fmla="*/ 35 h 130"/>
                <a:gd name="T80" fmla="*/ 79 w 129"/>
                <a:gd name="T81" fmla="*/ 34 h 130"/>
                <a:gd name="T82" fmla="*/ 83 w 129"/>
                <a:gd name="T83" fmla="*/ 38 h 130"/>
                <a:gd name="T84" fmla="*/ 90 w 129"/>
                <a:gd name="T85" fmla="*/ 49 h 130"/>
                <a:gd name="T86" fmla="*/ 102 w 129"/>
                <a:gd name="T87" fmla="*/ 49 h 130"/>
                <a:gd name="T88" fmla="*/ 108 w 129"/>
                <a:gd name="T89" fmla="*/ 56 h 130"/>
                <a:gd name="T90" fmla="*/ 110 w 129"/>
                <a:gd name="T91" fmla="*/ 65 h 130"/>
                <a:gd name="T92" fmla="*/ 115 w 129"/>
                <a:gd name="T93" fmla="*/ 67 h 130"/>
                <a:gd name="T94" fmla="*/ 119 w 129"/>
                <a:gd name="T95" fmla="*/ 76 h 130"/>
                <a:gd name="T96" fmla="*/ 124 w 129"/>
                <a:gd name="T97" fmla="*/ 82 h 130"/>
                <a:gd name="T98" fmla="*/ 123 w 129"/>
                <a:gd name="T99" fmla="*/ 87 h 130"/>
                <a:gd name="T100" fmla="*/ 129 w 129"/>
                <a:gd name="T101" fmla="*/ 97 h 130"/>
                <a:gd name="T102" fmla="*/ 129 w 129"/>
                <a:gd name="T103" fmla="*/ 101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130">
                  <a:moveTo>
                    <a:pt x="129" y="101"/>
                  </a:moveTo>
                  <a:cubicBezTo>
                    <a:pt x="126" y="100"/>
                    <a:pt x="122" y="103"/>
                    <a:pt x="119" y="105"/>
                  </a:cubicBezTo>
                  <a:cubicBezTo>
                    <a:pt x="114" y="107"/>
                    <a:pt x="103" y="107"/>
                    <a:pt x="102" y="105"/>
                  </a:cubicBezTo>
                  <a:cubicBezTo>
                    <a:pt x="101" y="103"/>
                    <a:pt x="97" y="101"/>
                    <a:pt x="95" y="105"/>
                  </a:cubicBezTo>
                  <a:cubicBezTo>
                    <a:pt x="93" y="110"/>
                    <a:pt x="90" y="108"/>
                    <a:pt x="83" y="107"/>
                  </a:cubicBezTo>
                  <a:cubicBezTo>
                    <a:pt x="76" y="105"/>
                    <a:pt x="74" y="112"/>
                    <a:pt x="73" y="121"/>
                  </a:cubicBezTo>
                  <a:cubicBezTo>
                    <a:pt x="71" y="130"/>
                    <a:pt x="58" y="123"/>
                    <a:pt x="58" y="119"/>
                  </a:cubicBezTo>
                  <a:cubicBezTo>
                    <a:pt x="59" y="115"/>
                    <a:pt x="59" y="106"/>
                    <a:pt x="58" y="100"/>
                  </a:cubicBezTo>
                  <a:cubicBezTo>
                    <a:pt x="57" y="96"/>
                    <a:pt x="54" y="99"/>
                    <a:pt x="50" y="102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46" y="89"/>
                    <a:pt x="46" y="89"/>
                    <a:pt x="46" y="89"/>
                  </a:cubicBezTo>
                  <a:cubicBezTo>
                    <a:pt x="45" y="84"/>
                    <a:pt x="45" y="84"/>
                    <a:pt x="45" y="84"/>
                  </a:cubicBezTo>
                  <a:cubicBezTo>
                    <a:pt x="40" y="83"/>
                    <a:pt x="40" y="83"/>
                    <a:pt x="40" y="83"/>
                  </a:cubicBezTo>
                  <a:cubicBezTo>
                    <a:pt x="37" y="81"/>
                    <a:pt x="37" y="81"/>
                    <a:pt x="37" y="81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28" y="75"/>
                    <a:pt x="28" y="75"/>
                    <a:pt x="28" y="75"/>
                  </a:cubicBezTo>
                  <a:cubicBezTo>
                    <a:pt x="24" y="70"/>
                    <a:pt x="24" y="70"/>
                    <a:pt x="24" y="70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56"/>
                    <a:pt x="30" y="56"/>
                    <a:pt x="30" y="5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5" y="48"/>
                    <a:pt x="15" y="48"/>
                    <a:pt x="15" y="48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4" y="44"/>
                    <a:pt x="11" y="43"/>
                    <a:pt x="8" y="41"/>
                  </a:cubicBezTo>
                  <a:cubicBezTo>
                    <a:pt x="6" y="39"/>
                    <a:pt x="2" y="40"/>
                    <a:pt x="2" y="4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41" y="19"/>
                    <a:pt x="41" y="19"/>
                    <a:pt x="41" y="19"/>
                  </a:cubicBezTo>
                  <a:cubicBezTo>
                    <a:pt x="48" y="19"/>
                    <a:pt x="48" y="19"/>
                    <a:pt x="48" y="19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6" y="35"/>
                    <a:pt x="76" y="35"/>
                    <a:pt x="76" y="35"/>
                  </a:cubicBezTo>
                  <a:cubicBezTo>
                    <a:pt x="79" y="34"/>
                    <a:pt x="79" y="34"/>
                    <a:pt x="79" y="34"/>
                  </a:cubicBezTo>
                  <a:cubicBezTo>
                    <a:pt x="83" y="38"/>
                    <a:pt x="83" y="38"/>
                    <a:pt x="83" y="38"/>
                  </a:cubicBezTo>
                  <a:cubicBezTo>
                    <a:pt x="90" y="49"/>
                    <a:pt x="90" y="49"/>
                    <a:pt x="90" y="49"/>
                  </a:cubicBezTo>
                  <a:cubicBezTo>
                    <a:pt x="102" y="49"/>
                    <a:pt x="102" y="49"/>
                    <a:pt x="102" y="49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110" y="65"/>
                    <a:pt x="110" y="65"/>
                    <a:pt x="110" y="65"/>
                  </a:cubicBezTo>
                  <a:cubicBezTo>
                    <a:pt x="115" y="67"/>
                    <a:pt x="115" y="67"/>
                    <a:pt x="115" y="67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4" y="82"/>
                    <a:pt x="124" y="82"/>
                    <a:pt x="124" y="82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29" y="97"/>
                    <a:pt x="129" y="97"/>
                    <a:pt x="129" y="97"/>
                  </a:cubicBezTo>
                  <a:lnTo>
                    <a:pt x="129" y="101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9C354705-1C57-6F4A-B59A-694F848EB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3614"/>
              <a:ext cx="173" cy="143"/>
            </a:xfrm>
            <a:custGeom>
              <a:avLst/>
              <a:gdLst>
                <a:gd name="T0" fmla="*/ 0 w 83"/>
                <a:gd name="T1" fmla="*/ 24 h 69"/>
                <a:gd name="T2" fmla="*/ 8 w 83"/>
                <a:gd name="T3" fmla="*/ 22 h 69"/>
                <a:gd name="T4" fmla="*/ 7 w 83"/>
                <a:gd name="T5" fmla="*/ 17 h 69"/>
                <a:gd name="T6" fmla="*/ 4 w 83"/>
                <a:gd name="T7" fmla="*/ 11 h 69"/>
                <a:gd name="T8" fmla="*/ 7 w 83"/>
                <a:gd name="T9" fmla="*/ 5 h 69"/>
                <a:gd name="T10" fmla="*/ 13 w 83"/>
                <a:gd name="T11" fmla="*/ 4 h 69"/>
                <a:gd name="T12" fmla="*/ 20 w 83"/>
                <a:gd name="T13" fmla="*/ 0 h 69"/>
                <a:gd name="T14" fmla="*/ 24 w 83"/>
                <a:gd name="T15" fmla="*/ 6 h 69"/>
                <a:gd name="T16" fmla="*/ 30 w 83"/>
                <a:gd name="T17" fmla="*/ 3 h 69"/>
                <a:gd name="T18" fmla="*/ 36 w 83"/>
                <a:gd name="T19" fmla="*/ 6 h 69"/>
                <a:gd name="T20" fmla="*/ 41 w 83"/>
                <a:gd name="T21" fmla="*/ 14 h 69"/>
                <a:gd name="T22" fmla="*/ 50 w 83"/>
                <a:gd name="T23" fmla="*/ 8 h 69"/>
                <a:gd name="T24" fmla="*/ 55 w 83"/>
                <a:gd name="T25" fmla="*/ 0 h 69"/>
                <a:gd name="T26" fmla="*/ 64 w 83"/>
                <a:gd name="T27" fmla="*/ 9 h 69"/>
                <a:gd name="T28" fmla="*/ 70 w 83"/>
                <a:gd name="T29" fmla="*/ 4 h 69"/>
                <a:gd name="T30" fmla="*/ 83 w 83"/>
                <a:gd name="T31" fmla="*/ 12 h 69"/>
                <a:gd name="T32" fmla="*/ 81 w 83"/>
                <a:gd name="T33" fmla="*/ 18 h 69"/>
                <a:gd name="T34" fmla="*/ 83 w 83"/>
                <a:gd name="T35" fmla="*/ 23 h 69"/>
                <a:gd name="T36" fmla="*/ 83 w 83"/>
                <a:gd name="T37" fmla="*/ 23 h 69"/>
                <a:gd name="T38" fmla="*/ 82 w 83"/>
                <a:gd name="T39" fmla="*/ 29 h 69"/>
                <a:gd name="T40" fmla="*/ 79 w 83"/>
                <a:gd name="T41" fmla="*/ 34 h 69"/>
                <a:gd name="T42" fmla="*/ 67 w 83"/>
                <a:gd name="T43" fmla="*/ 44 h 69"/>
                <a:gd name="T44" fmla="*/ 61 w 83"/>
                <a:gd name="T45" fmla="*/ 54 h 69"/>
                <a:gd name="T46" fmla="*/ 53 w 83"/>
                <a:gd name="T47" fmla="*/ 56 h 69"/>
                <a:gd name="T48" fmla="*/ 51 w 83"/>
                <a:gd name="T49" fmla="*/ 59 h 69"/>
                <a:gd name="T50" fmla="*/ 43 w 83"/>
                <a:gd name="T51" fmla="*/ 61 h 69"/>
                <a:gd name="T52" fmla="*/ 38 w 83"/>
                <a:gd name="T53" fmla="*/ 69 h 69"/>
                <a:gd name="T54" fmla="*/ 24 w 83"/>
                <a:gd name="T55" fmla="*/ 69 h 69"/>
                <a:gd name="T56" fmla="*/ 24 w 83"/>
                <a:gd name="T57" fmla="*/ 69 h 69"/>
                <a:gd name="T58" fmla="*/ 18 w 83"/>
                <a:gd name="T59" fmla="*/ 59 h 69"/>
                <a:gd name="T60" fmla="*/ 19 w 83"/>
                <a:gd name="T61" fmla="*/ 54 h 69"/>
                <a:gd name="T62" fmla="*/ 14 w 83"/>
                <a:gd name="T63" fmla="*/ 48 h 69"/>
                <a:gd name="T64" fmla="*/ 10 w 83"/>
                <a:gd name="T65" fmla="*/ 39 h 69"/>
                <a:gd name="T66" fmla="*/ 5 w 83"/>
                <a:gd name="T67" fmla="*/ 37 h 69"/>
                <a:gd name="T68" fmla="*/ 3 w 83"/>
                <a:gd name="T69" fmla="*/ 28 h 69"/>
                <a:gd name="T70" fmla="*/ 0 w 83"/>
                <a:gd name="T71" fmla="*/ 2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3" h="69">
                  <a:moveTo>
                    <a:pt x="0" y="24"/>
                  </a:moveTo>
                  <a:cubicBezTo>
                    <a:pt x="8" y="22"/>
                    <a:pt x="8" y="22"/>
                    <a:pt x="8" y="22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4" y="12"/>
                    <a:pt x="4" y="11"/>
                  </a:cubicBezTo>
                  <a:cubicBezTo>
                    <a:pt x="4" y="10"/>
                    <a:pt x="7" y="5"/>
                    <a:pt x="7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1" y="14"/>
                    <a:pt x="41" y="14"/>
                    <a:pt x="41" y="14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70" y="4"/>
                    <a:pt x="70" y="4"/>
                    <a:pt x="70" y="4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1" y="18"/>
                    <a:pt x="81" y="18"/>
                    <a:pt x="81" y="18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79" y="34"/>
                    <a:pt x="79" y="34"/>
                    <a:pt x="79" y="34"/>
                  </a:cubicBezTo>
                  <a:cubicBezTo>
                    <a:pt x="67" y="44"/>
                    <a:pt x="67" y="44"/>
                    <a:pt x="67" y="44"/>
                  </a:cubicBezTo>
                  <a:cubicBezTo>
                    <a:pt x="61" y="54"/>
                    <a:pt x="61" y="54"/>
                    <a:pt x="61" y="54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38" y="69"/>
                    <a:pt x="38" y="69"/>
                    <a:pt x="38" y="69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24" y="69"/>
                    <a:pt x="24" y="69"/>
                    <a:pt x="24" y="69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0" y="39"/>
                    <a:pt x="10" y="39"/>
                    <a:pt x="10" y="39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3" y="28"/>
                    <a:pt x="3" y="28"/>
                    <a:pt x="3" y="28"/>
                  </a:cubicBezTo>
                  <a:lnTo>
                    <a:pt x="0" y="24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25" name="Freeform 31">
              <a:extLst>
                <a:ext uri="{FF2B5EF4-FFF2-40B4-BE49-F238E27FC236}">
                  <a16:creationId xmlns:a16="http://schemas.microsoft.com/office/drawing/2014/main" id="{871F7B9B-26BD-4E42-BA78-F83FD2198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3532"/>
              <a:ext cx="160" cy="132"/>
            </a:xfrm>
            <a:custGeom>
              <a:avLst/>
              <a:gdLst>
                <a:gd name="T0" fmla="*/ 7 w 77"/>
                <a:gd name="T1" fmla="*/ 9 h 63"/>
                <a:gd name="T2" fmla="*/ 12 w 77"/>
                <a:gd name="T3" fmla="*/ 4 h 63"/>
                <a:gd name="T4" fmla="*/ 18 w 77"/>
                <a:gd name="T5" fmla="*/ 9 h 63"/>
                <a:gd name="T6" fmla="*/ 28 w 77"/>
                <a:gd name="T7" fmla="*/ 8 h 63"/>
                <a:gd name="T8" fmla="*/ 27 w 77"/>
                <a:gd name="T9" fmla="*/ 2 h 63"/>
                <a:gd name="T10" fmla="*/ 30 w 77"/>
                <a:gd name="T11" fmla="*/ 0 h 63"/>
                <a:gd name="T12" fmla="*/ 39 w 77"/>
                <a:gd name="T13" fmla="*/ 6 h 63"/>
                <a:gd name="T14" fmla="*/ 39 w 77"/>
                <a:gd name="T15" fmla="*/ 11 h 63"/>
                <a:gd name="T16" fmla="*/ 45 w 77"/>
                <a:gd name="T17" fmla="*/ 10 h 63"/>
                <a:gd name="T18" fmla="*/ 49 w 77"/>
                <a:gd name="T19" fmla="*/ 11 h 63"/>
                <a:gd name="T20" fmla="*/ 61 w 77"/>
                <a:gd name="T21" fmla="*/ 22 h 63"/>
                <a:gd name="T22" fmla="*/ 64 w 77"/>
                <a:gd name="T23" fmla="*/ 21 h 63"/>
                <a:gd name="T24" fmla="*/ 67 w 77"/>
                <a:gd name="T25" fmla="*/ 19 h 63"/>
                <a:gd name="T26" fmla="*/ 70 w 77"/>
                <a:gd name="T27" fmla="*/ 24 h 63"/>
                <a:gd name="T28" fmla="*/ 71 w 77"/>
                <a:gd name="T29" fmla="*/ 30 h 63"/>
                <a:gd name="T30" fmla="*/ 77 w 77"/>
                <a:gd name="T31" fmla="*/ 37 h 63"/>
                <a:gd name="T32" fmla="*/ 77 w 77"/>
                <a:gd name="T33" fmla="*/ 40 h 63"/>
                <a:gd name="T34" fmla="*/ 77 w 77"/>
                <a:gd name="T35" fmla="*/ 39 h 63"/>
                <a:gd name="T36" fmla="*/ 72 w 77"/>
                <a:gd name="T37" fmla="*/ 47 h 63"/>
                <a:gd name="T38" fmla="*/ 63 w 77"/>
                <a:gd name="T39" fmla="*/ 53 h 63"/>
                <a:gd name="T40" fmla="*/ 58 w 77"/>
                <a:gd name="T41" fmla="*/ 45 h 63"/>
                <a:gd name="T42" fmla="*/ 52 w 77"/>
                <a:gd name="T43" fmla="*/ 42 h 63"/>
                <a:gd name="T44" fmla="*/ 46 w 77"/>
                <a:gd name="T45" fmla="*/ 45 h 63"/>
                <a:gd name="T46" fmla="*/ 42 w 77"/>
                <a:gd name="T47" fmla="*/ 39 h 63"/>
                <a:gd name="T48" fmla="*/ 35 w 77"/>
                <a:gd name="T49" fmla="*/ 43 h 63"/>
                <a:gd name="T50" fmla="*/ 29 w 77"/>
                <a:gd name="T51" fmla="*/ 44 h 63"/>
                <a:gd name="T52" fmla="*/ 26 w 77"/>
                <a:gd name="T53" fmla="*/ 50 h 63"/>
                <a:gd name="T54" fmla="*/ 29 w 77"/>
                <a:gd name="T55" fmla="*/ 56 h 63"/>
                <a:gd name="T56" fmla="*/ 30 w 77"/>
                <a:gd name="T57" fmla="*/ 61 h 63"/>
                <a:gd name="T58" fmla="*/ 22 w 77"/>
                <a:gd name="T59" fmla="*/ 63 h 63"/>
                <a:gd name="T60" fmla="*/ 19 w 77"/>
                <a:gd name="T61" fmla="*/ 60 h 63"/>
                <a:gd name="T62" fmla="*/ 7 w 77"/>
                <a:gd name="T63" fmla="*/ 60 h 63"/>
                <a:gd name="T64" fmla="*/ 0 w 77"/>
                <a:gd name="T65" fmla="*/ 49 h 63"/>
                <a:gd name="T66" fmla="*/ 0 w 77"/>
                <a:gd name="T67" fmla="*/ 49 h 63"/>
                <a:gd name="T68" fmla="*/ 9 w 77"/>
                <a:gd name="T69" fmla="*/ 38 h 63"/>
                <a:gd name="T70" fmla="*/ 12 w 77"/>
                <a:gd name="T71" fmla="*/ 32 h 63"/>
                <a:gd name="T72" fmla="*/ 8 w 77"/>
                <a:gd name="T73" fmla="*/ 29 h 63"/>
                <a:gd name="T74" fmla="*/ 10 w 77"/>
                <a:gd name="T75" fmla="*/ 23 h 63"/>
                <a:gd name="T76" fmla="*/ 12 w 77"/>
                <a:gd name="T77" fmla="*/ 17 h 63"/>
                <a:gd name="T78" fmla="*/ 10 w 77"/>
                <a:gd name="T79" fmla="*/ 10 h 63"/>
                <a:gd name="T80" fmla="*/ 7 w 77"/>
                <a:gd name="T81" fmla="*/ 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7" h="63">
                  <a:moveTo>
                    <a:pt x="7" y="9"/>
                  </a:moveTo>
                  <a:cubicBezTo>
                    <a:pt x="12" y="4"/>
                    <a:pt x="12" y="4"/>
                    <a:pt x="12" y="4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45" y="10"/>
                    <a:pt x="45" y="10"/>
                    <a:pt x="45" y="10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4" y="21"/>
                    <a:pt x="64" y="21"/>
                    <a:pt x="64" y="21"/>
                  </a:cubicBezTo>
                  <a:cubicBezTo>
                    <a:pt x="67" y="19"/>
                    <a:pt x="67" y="19"/>
                    <a:pt x="67" y="19"/>
                  </a:cubicBezTo>
                  <a:cubicBezTo>
                    <a:pt x="70" y="24"/>
                    <a:pt x="70" y="24"/>
                    <a:pt x="70" y="24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77" y="37"/>
                    <a:pt x="77" y="37"/>
                    <a:pt x="77" y="37"/>
                  </a:cubicBezTo>
                  <a:cubicBezTo>
                    <a:pt x="77" y="40"/>
                    <a:pt x="77" y="40"/>
                    <a:pt x="77" y="40"/>
                  </a:cubicBezTo>
                  <a:cubicBezTo>
                    <a:pt x="77" y="39"/>
                    <a:pt x="77" y="39"/>
                    <a:pt x="77" y="39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63" y="53"/>
                    <a:pt x="63" y="53"/>
                    <a:pt x="63" y="53"/>
                  </a:cubicBezTo>
                  <a:cubicBezTo>
                    <a:pt x="58" y="45"/>
                    <a:pt x="58" y="45"/>
                    <a:pt x="58" y="45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46" y="45"/>
                    <a:pt x="46" y="45"/>
                    <a:pt x="46" y="45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29" y="44"/>
                    <a:pt x="29" y="44"/>
                    <a:pt x="29" y="44"/>
                  </a:cubicBezTo>
                  <a:cubicBezTo>
                    <a:pt x="29" y="44"/>
                    <a:pt x="26" y="49"/>
                    <a:pt x="26" y="50"/>
                  </a:cubicBezTo>
                  <a:cubicBezTo>
                    <a:pt x="26" y="51"/>
                    <a:pt x="29" y="56"/>
                    <a:pt x="29" y="56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22" y="63"/>
                    <a:pt x="22" y="63"/>
                    <a:pt x="22" y="63"/>
                  </a:cubicBezTo>
                  <a:cubicBezTo>
                    <a:pt x="19" y="60"/>
                    <a:pt x="19" y="60"/>
                    <a:pt x="19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2" y="17"/>
                    <a:pt x="12" y="17"/>
                  </a:cubicBezTo>
                  <a:cubicBezTo>
                    <a:pt x="12" y="16"/>
                    <a:pt x="10" y="10"/>
                    <a:pt x="10" y="10"/>
                  </a:cubicBezTo>
                  <a:lnTo>
                    <a:pt x="7" y="9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2075F43F-574A-BA4D-B544-40E9065EC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3218"/>
              <a:ext cx="248" cy="139"/>
            </a:xfrm>
            <a:custGeom>
              <a:avLst/>
              <a:gdLst>
                <a:gd name="T0" fmla="*/ 56 w 248"/>
                <a:gd name="T1" fmla="*/ 12 h 139"/>
                <a:gd name="T2" fmla="*/ 83 w 248"/>
                <a:gd name="T3" fmla="*/ 2 h 139"/>
                <a:gd name="T4" fmla="*/ 104 w 248"/>
                <a:gd name="T5" fmla="*/ 6 h 139"/>
                <a:gd name="T6" fmla="*/ 116 w 248"/>
                <a:gd name="T7" fmla="*/ 0 h 139"/>
                <a:gd name="T8" fmla="*/ 131 w 248"/>
                <a:gd name="T9" fmla="*/ 23 h 139"/>
                <a:gd name="T10" fmla="*/ 148 w 248"/>
                <a:gd name="T11" fmla="*/ 27 h 139"/>
                <a:gd name="T12" fmla="*/ 162 w 248"/>
                <a:gd name="T13" fmla="*/ 41 h 139"/>
                <a:gd name="T14" fmla="*/ 166 w 248"/>
                <a:gd name="T15" fmla="*/ 52 h 139"/>
                <a:gd name="T16" fmla="*/ 189 w 248"/>
                <a:gd name="T17" fmla="*/ 62 h 139"/>
                <a:gd name="T18" fmla="*/ 200 w 248"/>
                <a:gd name="T19" fmla="*/ 81 h 139"/>
                <a:gd name="T20" fmla="*/ 208 w 248"/>
                <a:gd name="T21" fmla="*/ 75 h 139"/>
                <a:gd name="T22" fmla="*/ 221 w 248"/>
                <a:gd name="T23" fmla="*/ 79 h 139"/>
                <a:gd name="T24" fmla="*/ 231 w 248"/>
                <a:gd name="T25" fmla="*/ 62 h 139"/>
                <a:gd name="T26" fmla="*/ 248 w 248"/>
                <a:gd name="T27" fmla="*/ 79 h 139"/>
                <a:gd name="T28" fmla="*/ 242 w 248"/>
                <a:gd name="T29" fmla="*/ 85 h 139"/>
                <a:gd name="T30" fmla="*/ 239 w 248"/>
                <a:gd name="T31" fmla="*/ 121 h 139"/>
                <a:gd name="T32" fmla="*/ 219 w 248"/>
                <a:gd name="T33" fmla="*/ 121 h 139"/>
                <a:gd name="T34" fmla="*/ 208 w 248"/>
                <a:gd name="T35" fmla="*/ 127 h 139"/>
                <a:gd name="T36" fmla="*/ 202 w 248"/>
                <a:gd name="T37" fmla="*/ 123 h 139"/>
                <a:gd name="T38" fmla="*/ 185 w 248"/>
                <a:gd name="T39" fmla="*/ 127 h 139"/>
                <a:gd name="T40" fmla="*/ 175 w 248"/>
                <a:gd name="T41" fmla="*/ 139 h 139"/>
                <a:gd name="T42" fmla="*/ 171 w 248"/>
                <a:gd name="T43" fmla="*/ 133 h 139"/>
                <a:gd name="T44" fmla="*/ 152 w 248"/>
                <a:gd name="T45" fmla="*/ 133 h 139"/>
                <a:gd name="T46" fmla="*/ 141 w 248"/>
                <a:gd name="T47" fmla="*/ 116 h 139"/>
                <a:gd name="T48" fmla="*/ 131 w 248"/>
                <a:gd name="T49" fmla="*/ 114 h 139"/>
                <a:gd name="T50" fmla="*/ 116 w 248"/>
                <a:gd name="T51" fmla="*/ 125 h 139"/>
                <a:gd name="T52" fmla="*/ 106 w 248"/>
                <a:gd name="T53" fmla="*/ 123 h 139"/>
                <a:gd name="T54" fmla="*/ 102 w 248"/>
                <a:gd name="T55" fmla="*/ 131 h 139"/>
                <a:gd name="T56" fmla="*/ 94 w 248"/>
                <a:gd name="T57" fmla="*/ 127 h 139"/>
                <a:gd name="T58" fmla="*/ 83 w 248"/>
                <a:gd name="T59" fmla="*/ 127 h 139"/>
                <a:gd name="T60" fmla="*/ 85 w 248"/>
                <a:gd name="T61" fmla="*/ 112 h 139"/>
                <a:gd name="T62" fmla="*/ 69 w 248"/>
                <a:gd name="T63" fmla="*/ 102 h 139"/>
                <a:gd name="T64" fmla="*/ 73 w 248"/>
                <a:gd name="T65" fmla="*/ 87 h 139"/>
                <a:gd name="T66" fmla="*/ 58 w 248"/>
                <a:gd name="T67" fmla="*/ 87 h 139"/>
                <a:gd name="T68" fmla="*/ 44 w 248"/>
                <a:gd name="T69" fmla="*/ 75 h 139"/>
                <a:gd name="T70" fmla="*/ 41 w 248"/>
                <a:gd name="T71" fmla="*/ 64 h 139"/>
                <a:gd name="T72" fmla="*/ 35 w 248"/>
                <a:gd name="T73" fmla="*/ 64 h 139"/>
                <a:gd name="T74" fmla="*/ 27 w 248"/>
                <a:gd name="T75" fmla="*/ 73 h 139"/>
                <a:gd name="T76" fmla="*/ 19 w 248"/>
                <a:gd name="T77" fmla="*/ 68 h 139"/>
                <a:gd name="T78" fmla="*/ 8 w 248"/>
                <a:gd name="T79" fmla="*/ 68 h 139"/>
                <a:gd name="T80" fmla="*/ 0 w 248"/>
                <a:gd name="T81" fmla="*/ 54 h 139"/>
                <a:gd name="T82" fmla="*/ 2 w 248"/>
                <a:gd name="T83" fmla="*/ 50 h 139"/>
                <a:gd name="T84" fmla="*/ 12 w 248"/>
                <a:gd name="T85" fmla="*/ 50 h 139"/>
                <a:gd name="T86" fmla="*/ 27 w 248"/>
                <a:gd name="T87" fmla="*/ 33 h 139"/>
                <a:gd name="T88" fmla="*/ 35 w 248"/>
                <a:gd name="T89" fmla="*/ 35 h 139"/>
                <a:gd name="T90" fmla="*/ 39 w 248"/>
                <a:gd name="T91" fmla="*/ 25 h 139"/>
                <a:gd name="T92" fmla="*/ 54 w 248"/>
                <a:gd name="T93" fmla="*/ 25 h 139"/>
                <a:gd name="T94" fmla="*/ 56 w 248"/>
                <a:gd name="T95" fmla="*/ 12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8" h="139">
                  <a:moveTo>
                    <a:pt x="56" y="12"/>
                  </a:moveTo>
                  <a:lnTo>
                    <a:pt x="83" y="2"/>
                  </a:lnTo>
                  <a:lnTo>
                    <a:pt x="104" y="6"/>
                  </a:lnTo>
                  <a:lnTo>
                    <a:pt x="116" y="0"/>
                  </a:lnTo>
                  <a:lnTo>
                    <a:pt x="131" y="23"/>
                  </a:lnTo>
                  <a:lnTo>
                    <a:pt x="148" y="27"/>
                  </a:lnTo>
                  <a:lnTo>
                    <a:pt x="162" y="41"/>
                  </a:lnTo>
                  <a:lnTo>
                    <a:pt x="166" y="52"/>
                  </a:lnTo>
                  <a:lnTo>
                    <a:pt x="189" y="62"/>
                  </a:lnTo>
                  <a:lnTo>
                    <a:pt x="200" y="81"/>
                  </a:lnTo>
                  <a:lnTo>
                    <a:pt x="208" y="75"/>
                  </a:lnTo>
                  <a:lnTo>
                    <a:pt x="221" y="79"/>
                  </a:lnTo>
                  <a:lnTo>
                    <a:pt x="231" y="62"/>
                  </a:lnTo>
                  <a:lnTo>
                    <a:pt x="248" y="79"/>
                  </a:lnTo>
                  <a:lnTo>
                    <a:pt x="242" y="85"/>
                  </a:lnTo>
                  <a:lnTo>
                    <a:pt x="239" y="121"/>
                  </a:lnTo>
                  <a:lnTo>
                    <a:pt x="219" y="121"/>
                  </a:lnTo>
                  <a:lnTo>
                    <a:pt x="208" y="127"/>
                  </a:lnTo>
                  <a:lnTo>
                    <a:pt x="202" y="123"/>
                  </a:lnTo>
                  <a:lnTo>
                    <a:pt x="185" y="127"/>
                  </a:lnTo>
                  <a:lnTo>
                    <a:pt x="175" y="139"/>
                  </a:lnTo>
                  <a:lnTo>
                    <a:pt x="171" y="133"/>
                  </a:lnTo>
                  <a:lnTo>
                    <a:pt x="152" y="133"/>
                  </a:lnTo>
                  <a:lnTo>
                    <a:pt x="141" y="116"/>
                  </a:lnTo>
                  <a:lnTo>
                    <a:pt x="131" y="114"/>
                  </a:lnTo>
                  <a:lnTo>
                    <a:pt x="116" y="125"/>
                  </a:lnTo>
                  <a:lnTo>
                    <a:pt x="106" y="123"/>
                  </a:lnTo>
                  <a:lnTo>
                    <a:pt x="102" y="131"/>
                  </a:lnTo>
                  <a:lnTo>
                    <a:pt x="94" y="127"/>
                  </a:lnTo>
                  <a:lnTo>
                    <a:pt x="83" y="127"/>
                  </a:lnTo>
                  <a:lnTo>
                    <a:pt x="85" y="112"/>
                  </a:lnTo>
                  <a:lnTo>
                    <a:pt x="69" y="102"/>
                  </a:lnTo>
                  <a:lnTo>
                    <a:pt x="73" y="87"/>
                  </a:lnTo>
                  <a:lnTo>
                    <a:pt x="58" y="87"/>
                  </a:lnTo>
                  <a:lnTo>
                    <a:pt x="44" y="75"/>
                  </a:lnTo>
                  <a:lnTo>
                    <a:pt x="41" y="64"/>
                  </a:lnTo>
                  <a:lnTo>
                    <a:pt x="35" y="64"/>
                  </a:lnTo>
                  <a:lnTo>
                    <a:pt x="27" y="73"/>
                  </a:lnTo>
                  <a:lnTo>
                    <a:pt x="19" y="68"/>
                  </a:lnTo>
                  <a:lnTo>
                    <a:pt x="8" y="68"/>
                  </a:lnTo>
                  <a:lnTo>
                    <a:pt x="0" y="54"/>
                  </a:lnTo>
                  <a:lnTo>
                    <a:pt x="2" y="50"/>
                  </a:lnTo>
                  <a:lnTo>
                    <a:pt x="12" y="50"/>
                  </a:lnTo>
                  <a:lnTo>
                    <a:pt x="27" y="33"/>
                  </a:lnTo>
                  <a:lnTo>
                    <a:pt x="35" y="35"/>
                  </a:lnTo>
                  <a:lnTo>
                    <a:pt x="39" y="25"/>
                  </a:lnTo>
                  <a:lnTo>
                    <a:pt x="54" y="25"/>
                  </a:lnTo>
                  <a:lnTo>
                    <a:pt x="56" y="12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60A1E34B-D088-D043-BC2F-E83D472DF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3" y="3268"/>
              <a:ext cx="135" cy="118"/>
            </a:xfrm>
            <a:custGeom>
              <a:avLst/>
              <a:gdLst>
                <a:gd name="T0" fmla="*/ 133 w 135"/>
                <a:gd name="T1" fmla="*/ 77 h 118"/>
                <a:gd name="T2" fmla="*/ 116 w 135"/>
                <a:gd name="T3" fmla="*/ 77 h 118"/>
                <a:gd name="T4" fmla="*/ 116 w 135"/>
                <a:gd name="T5" fmla="*/ 89 h 118"/>
                <a:gd name="T6" fmla="*/ 100 w 135"/>
                <a:gd name="T7" fmla="*/ 89 h 118"/>
                <a:gd name="T8" fmla="*/ 89 w 135"/>
                <a:gd name="T9" fmla="*/ 79 h 118"/>
                <a:gd name="T10" fmla="*/ 81 w 135"/>
                <a:gd name="T11" fmla="*/ 87 h 118"/>
                <a:gd name="T12" fmla="*/ 77 w 135"/>
                <a:gd name="T13" fmla="*/ 102 h 118"/>
                <a:gd name="T14" fmla="*/ 66 w 135"/>
                <a:gd name="T15" fmla="*/ 112 h 118"/>
                <a:gd name="T16" fmla="*/ 50 w 135"/>
                <a:gd name="T17" fmla="*/ 114 h 118"/>
                <a:gd name="T18" fmla="*/ 37 w 135"/>
                <a:gd name="T19" fmla="*/ 118 h 118"/>
                <a:gd name="T20" fmla="*/ 41 w 135"/>
                <a:gd name="T21" fmla="*/ 116 h 118"/>
                <a:gd name="T22" fmla="*/ 48 w 135"/>
                <a:gd name="T23" fmla="*/ 75 h 118"/>
                <a:gd name="T24" fmla="*/ 21 w 135"/>
                <a:gd name="T25" fmla="*/ 46 h 118"/>
                <a:gd name="T26" fmla="*/ 4 w 135"/>
                <a:gd name="T27" fmla="*/ 41 h 118"/>
                <a:gd name="T28" fmla="*/ 4 w 135"/>
                <a:gd name="T29" fmla="*/ 31 h 118"/>
                <a:gd name="T30" fmla="*/ 8 w 135"/>
                <a:gd name="T31" fmla="*/ 16 h 118"/>
                <a:gd name="T32" fmla="*/ 0 w 135"/>
                <a:gd name="T33" fmla="*/ 8 h 118"/>
                <a:gd name="T34" fmla="*/ 10 w 135"/>
                <a:gd name="T35" fmla="*/ 0 h 118"/>
                <a:gd name="T36" fmla="*/ 31 w 135"/>
                <a:gd name="T37" fmla="*/ 0 h 118"/>
                <a:gd name="T38" fmla="*/ 35 w 135"/>
                <a:gd name="T39" fmla="*/ 6 h 118"/>
                <a:gd name="T40" fmla="*/ 50 w 135"/>
                <a:gd name="T41" fmla="*/ 8 h 118"/>
                <a:gd name="T42" fmla="*/ 50 w 135"/>
                <a:gd name="T43" fmla="*/ 4 h 118"/>
                <a:gd name="T44" fmla="*/ 58 w 135"/>
                <a:gd name="T45" fmla="*/ 18 h 118"/>
                <a:gd name="T46" fmla="*/ 69 w 135"/>
                <a:gd name="T47" fmla="*/ 18 h 118"/>
                <a:gd name="T48" fmla="*/ 77 w 135"/>
                <a:gd name="T49" fmla="*/ 23 h 118"/>
                <a:gd name="T50" fmla="*/ 85 w 135"/>
                <a:gd name="T51" fmla="*/ 14 h 118"/>
                <a:gd name="T52" fmla="*/ 91 w 135"/>
                <a:gd name="T53" fmla="*/ 14 h 118"/>
                <a:gd name="T54" fmla="*/ 94 w 135"/>
                <a:gd name="T55" fmla="*/ 25 h 118"/>
                <a:gd name="T56" fmla="*/ 108 w 135"/>
                <a:gd name="T57" fmla="*/ 37 h 118"/>
                <a:gd name="T58" fmla="*/ 123 w 135"/>
                <a:gd name="T59" fmla="*/ 37 h 118"/>
                <a:gd name="T60" fmla="*/ 119 w 135"/>
                <a:gd name="T61" fmla="*/ 52 h 118"/>
                <a:gd name="T62" fmla="*/ 135 w 135"/>
                <a:gd name="T63" fmla="*/ 62 h 118"/>
                <a:gd name="T64" fmla="*/ 133 w 135"/>
                <a:gd name="T65" fmla="*/ 7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35" h="118">
                  <a:moveTo>
                    <a:pt x="133" y="77"/>
                  </a:moveTo>
                  <a:lnTo>
                    <a:pt x="116" y="77"/>
                  </a:lnTo>
                  <a:lnTo>
                    <a:pt x="116" y="89"/>
                  </a:lnTo>
                  <a:lnTo>
                    <a:pt x="100" y="89"/>
                  </a:lnTo>
                  <a:lnTo>
                    <a:pt x="89" y="79"/>
                  </a:lnTo>
                  <a:lnTo>
                    <a:pt x="81" y="87"/>
                  </a:lnTo>
                  <a:lnTo>
                    <a:pt x="77" y="102"/>
                  </a:lnTo>
                  <a:lnTo>
                    <a:pt x="66" y="112"/>
                  </a:lnTo>
                  <a:lnTo>
                    <a:pt x="50" y="114"/>
                  </a:lnTo>
                  <a:lnTo>
                    <a:pt x="37" y="118"/>
                  </a:lnTo>
                  <a:lnTo>
                    <a:pt x="41" y="116"/>
                  </a:lnTo>
                  <a:lnTo>
                    <a:pt x="48" y="75"/>
                  </a:lnTo>
                  <a:lnTo>
                    <a:pt x="21" y="46"/>
                  </a:lnTo>
                  <a:lnTo>
                    <a:pt x="4" y="41"/>
                  </a:lnTo>
                  <a:lnTo>
                    <a:pt x="4" y="31"/>
                  </a:lnTo>
                  <a:lnTo>
                    <a:pt x="8" y="16"/>
                  </a:lnTo>
                  <a:lnTo>
                    <a:pt x="0" y="8"/>
                  </a:lnTo>
                  <a:lnTo>
                    <a:pt x="10" y="0"/>
                  </a:lnTo>
                  <a:lnTo>
                    <a:pt x="31" y="0"/>
                  </a:lnTo>
                  <a:lnTo>
                    <a:pt x="35" y="6"/>
                  </a:lnTo>
                  <a:lnTo>
                    <a:pt x="50" y="8"/>
                  </a:lnTo>
                  <a:lnTo>
                    <a:pt x="50" y="4"/>
                  </a:lnTo>
                  <a:lnTo>
                    <a:pt x="58" y="18"/>
                  </a:lnTo>
                  <a:lnTo>
                    <a:pt x="69" y="18"/>
                  </a:lnTo>
                  <a:lnTo>
                    <a:pt x="77" y="23"/>
                  </a:lnTo>
                  <a:lnTo>
                    <a:pt x="85" y="14"/>
                  </a:lnTo>
                  <a:lnTo>
                    <a:pt x="91" y="14"/>
                  </a:lnTo>
                  <a:lnTo>
                    <a:pt x="94" y="25"/>
                  </a:lnTo>
                  <a:lnTo>
                    <a:pt x="108" y="37"/>
                  </a:lnTo>
                  <a:lnTo>
                    <a:pt x="123" y="37"/>
                  </a:lnTo>
                  <a:lnTo>
                    <a:pt x="119" y="52"/>
                  </a:lnTo>
                  <a:lnTo>
                    <a:pt x="135" y="62"/>
                  </a:lnTo>
                  <a:lnTo>
                    <a:pt x="133" y="77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28" name="Freeform 34">
              <a:extLst>
                <a:ext uri="{FF2B5EF4-FFF2-40B4-BE49-F238E27FC236}">
                  <a16:creationId xmlns:a16="http://schemas.microsoft.com/office/drawing/2014/main" id="{3C9D02A0-1F12-3B47-96D5-E629F0690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3264"/>
              <a:ext cx="109" cy="139"/>
            </a:xfrm>
            <a:custGeom>
              <a:avLst/>
              <a:gdLst>
                <a:gd name="T0" fmla="*/ 102 w 109"/>
                <a:gd name="T1" fmla="*/ 120 h 139"/>
                <a:gd name="T2" fmla="*/ 98 w 109"/>
                <a:gd name="T3" fmla="*/ 122 h 139"/>
                <a:gd name="T4" fmla="*/ 84 w 109"/>
                <a:gd name="T5" fmla="*/ 125 h 139"/>
                <a:gd name="T6" fmla="*/ 75 w 109"/>
                <a:gd name="T7" fmla="*/ 133 h 139"/>
                <a:gd name="T8" fmla="*/ 67 w 109"/>
                <a:gd name="T9" fmla="*/ 133 h 139"/>
                <a:gd name="T10" fmla="*/ 59 w 109"/>
                <a:gd name="T11" fmla="*/ 139 h 139"/>
                <a:gd name="T12" fmla="*/ 50 w 109"/>
                <a:gd name="T13" fmla="*/ 135 h 139"/>
                <a:gd name="T14" fmla="*/ 38 w 109"/>
                <a:gd name="T15" fmla="*/ 125 h 139"/>
                <a:gd name="T16" fmla="*/ 36 w 109"/>
                <a:gd name="T17" fmla="*/ 116 h 139"/>
                <a:gd name="T18" fmla="*/ 27 w 109"/>
                <a:gd name="T19" fmla="*/ 110 h 139"/>
                <a:gd name="T20" fmla="*/ 21 w 109"/>
                <a:gd name="T21" fmla="*/ 100 h 139"/>
                <a:gd name="T22" fmla="*/ 19 w 109"/>
                <a:gd name="T23" fmla="*/ 100 h 139"/>
                <a:gd name="T24" fmla="*/ 21 w 109"/>
                <a:gd name="T25" fmla="*/ 87 h 139"/>
                <a:gd name="T26" fmla="*/ 27 w 109"/>
                <a:gd name="T27" fmla="*/ 75 h 139"/>
                <a:gd name="T28" fmla="*/ 27 w 109"/>
                <a:gd name="T29" fmla="*/ 64 h 139"/>
                <a:gd name="T30" fmla="*/ 13 w 109"/>
                <a:gd name="T31" fmla="*/ 58 h 139"/>
                <a:gd name="T32" fmla="*/ 13 w 109"/>
                <a:gd name="T33" fmla="*/ 41 h 139"/>
                <a:gd name="T34" fmla="*/ 4 w 109"/>
                <a:gd name="T35" fmla="*/ 43 h 139"/>
                <a:gd name="T36" fmla="*/ 0 w 109"/>
                <a:gd name="T37" fmla="*/ 33 h 139"/>
                <a:gd name="T38" fmla="*/ 9 w 109"/>
                <a:gd name="T39" fmla="*/ 27 h 139"/>
                <a:gd name="T40" fmla="*/ 11 w 109"/>
                <a:gd name="T41" fmla="*/ 18 h 139"/>
                <a:gd name="T42" fmla="*/ 15 w 109"/>
                <a:gd name="T43" fmla="*/ 10 h 139"/>
                <a:gd name="T44" fmla="*/ 21 w 109"/>
                <a:gd name="T45" fmla="*/ 0 h 139"/>
                <a:gd name="T46" fmla="*/ 44 w 109"/>
                <a:gd name="T47" fmla="*/ 16 h 139"/>
                <a:gd name="T48" fmla="*/ 61 w 109"/>
                <a:gd name="T49" fmla="*/ 12 h 139"/>
                <a:gd name="T50" fmla="*/ 69 w 109"/>
                <a:gd name="T51" fmla="*/ 20 h 139"/>
                <a:gd name="T52" fmla="*/ 65 w 109"/>
                <a:gd name="T53" fmla="*/ 35 h 139"/>
                <a:gd name="T54" fmla="*/ 65 w 109"/>
                <a:gd name="T55" fmla="*/ 45 h 139"/>
                <a:gd name="T56" fmla="*/ 82 w 109"/>
                <a:gd name="T57" fmla="*/ 50 h 139"/>
                <a:gd name="T58" fmla="*/ 109 w 109"/>
                <a:gd name="T59" fmla="*/ 79 h 139"/>
                <a:gd name="T60" fmla="*/ 102 w 109"/>
                <a:gd name="T61" fmla="*/ 12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9" h="139">
                  <a:moveTo>
                    <a:pt x="102" y="120"/>
                  </a:moveTo>
                  <a:lnTo>
                    <a:pt x="98" y="122"/>
                  </a:lnTo>
                  <a:lnTo>
                    <a:pt x="84" y="125"/>
                  </a:lnTo>
                  <a:lnTo>
                    <a:pt x="75" y="133"/>
                  </a:lnTo>
                  <a:lnTo>
                    <a:pt x="67" y="133"/>
                  </a:lnTo>
                  <a:lnTo>
                    <a:pt x="59" y="139"/>
                  </a:lnTo>
                  <a:lnTo>
                    <a:pt x="50" y="135"/>
                  </a:lnTo>
                  <a:lnTo>
                    <a:pt x="38" y="125"/>
                  </a:lnTo>
                  <a:lnTo>
                    <a:pt x="36" y="116"/>
                  </a:lnTo>
                  <a:lnTo>
                    <a:pt x="27" y="110"/>
                  </a:lnTo>
                  <a:lnTo>
                    <a:pt x="21" y="100"/>
                  </a:lnTo>
                  <a:lnTo>
                    <a:pt x="19" y="100"/>
                  </a:lnTo>
                  <a:lnTo>
                    <a:pt x="21" y="87"/>
                  </a:lnTo>
                  <a:lnTo>
                    <a:pt x="27" y="75"/>
                  </a:lnTo>
                  <a:lnTo>
                    <a:pt x="27" y="64"/>
                  </a:lnTo>
                  <a:lnTo>
                    <a:pt x="13" y="58"/>
                  </a:lnTo>
                  <a:lnTo>
                    <a:pt x="13" y="41"/>
                  </a:lnTo>
                  <a:lnTo>
                    <a:pt x="4" y="43"/>
                  </a:lnTo>
                  <a:lnTo>
                    <a:pt x="0" y="33"/>
                  </a:lnTo>
                  <a:lnTo>
                    <a:pt x="9" y="27"/>
                  </a:lnTo>
                  <a:lnTo>
                    <a:pt x="11" y="18"/>
                  </a:lnTo>
                  <a:lnTo>
                    <a:pt x="15" y="10"/>
                  </a:lnTo>
                  <a:lnTo>
                    <a:pt x="21" y="0"/>
                  </a:lnTo>
                  <a:lnTo>
                    <a:pt x="44" y="16"/>
                  </a:lnTo>
                  <a:lnTo>
                    <a:pt x="61" y="12"/>
                  </a:lnTo>
                  <a:lnTo>
                    <a:pt x="69" y="20"/>
                  </a:lnTo>
                  <a:lnTo>
                    <a:pt x="65" y="35"/>
                  </a:lnTo>
                  <a:lnTo>
                    <a:pt x="65" y="45"/>
                  </a:lnTo>
                  <a:lnTo>
                    <a:pt x="82" y="50"/>
                  </a:lnTo>
                  <a:lnTo>
                    <a:pt x="109" y="79"/>
                  </a:lnTo>
                  <a:lnTo>
                    <a:pt x="102" y="120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A49EBF18-BDF4-474C-A8CF-990B0480E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3159"/>
              <a:ext cx="146" cy="121"/>
            </a:xfrm>
            <a:custGeom>
              <a:avLst/>
              <a:gdLst>
                <a:gd name="T0" fmla="*/ 63 w 146"/>
                <a:gd name="T1" fmla="*/ 0 h 121"/>
                <a:gd name="T2" fmla="*/ 88 w 146"/>
                <a:gd name="T3" fmla="*/ 0 h 121"/>
                <a:gd name="T4" fmla="*/ 111 w 146"/>
                <a:gd name="T5" fmla="*/ 21 h 121"/>
                <a:gd name="T6" fmla="*/ 119 w 146"/>
                <a:gd name="T7" fmla="*/ 15 h 121"/>
                <a:gd name="T8" fmla="*/ 127 w 146"/>
                <a:gd name="T9" fmla="*/ 25 h 121"/>
                <a:gd name="T10" fmla="*/ 127 w 146"/>
                <a:gd name="T11" fmla="*/ 52 h 121"/>
                <a:gd name="T12" fmla="*/ 146 w 146"/>
                <a:gd name="T13" fmla="*/ 71 h 121"/>
                <a:gd name="T14" fmla="*/ 144 w 146"/>
                <a:gd name="T15" fmla="*/ 84 h 121"/>
                <a:gd name="T16" fmla="*/ 129 w 146"/>
                <a:gd name="T17" fmla="*/ 84 h 121"/>
                <a:gd name="T18" fmla="*/ 125 w 146"/>
                <a:gd name="T19" fmla="*/ 94 h 121"/>
                <a:gd name="T20" fmla="*/ 117 w 146"/>
                <a:gd name="T21" fmla="*/ 92 h 121"/>
                <a:gd name="T22" fmla="*/ 102 w 146"/>
                <a:gd name="T23" fmla="*/ 109 h 121"/>
                <a:gd name="T24" fmla="*/ 92 w 146"/>
                <a:gd name="T25" fmla="*/ 109 h 121"/>
                <a:gd name="T26" fmla="*/ 90 w 146"/>
                <a:gd name="T27" fmla="*/ 117 h 121"/>
                <a:gd name="T28" fmla="*/ 75 w 146"/>
                <a:gd name="T29" fmla="*/ 115 h 121"/>
                <a:gd name="T30" fmla="*/ 71 w 146"/>
                <a:gd name="T31" fmla="*/ 109 h 121"/>
                <a:gd name="T32" fmla="*/ 50 w 146"/>
                <a:gd name="T33" fmla="*/ 109 h 121"/>
                <a:gd name="T34" fmla="*/ 40 w 146"/>
                <a:gd name="T35" fmla="*/ 117 h 121"/>
                <a:gd name="T36" fmla="*/ 23 w 146"/>
                <a:gd name="T37" fmla="*/ 121 h 121"/>
                <a:gd name="T38" fmla="*/ 0 w 146"/>
                <a:gd name="T39" fmla="*/ 105 h 121"/>
                <a:gd name="T40" fmla="*/ 2 w 146"/>
                <a:gd name="T41" fmla="*/ 100 h 121"/>
                <a:gd name="T42" fmla="*/ 6 w 146"/>
                <a:gd name="T43" fmla="*/ 86 h 121"/>
                <a:gd name="T44" fmla="*/ 29 w 146"/>
                <a:gd name="T45" fmla="*/ 71 h 121"/>
                <a:gd name="T46" fmla="*/ 23 w 146"/>
                <a:gd name="T47" fmla="*/ 55 h 121"/>
                <a:gd name="T48" fmla="*/ 31 w 146"/>
                <a:gd name="T49" fmla="*/ 48 h 121"/>
                <a:gd name="T50" fmla="*/ 29 w 146"/>
                <a:gd name="T51" fmla="*/ 30 h 121"/>
                <a:gd name="T52" fmla="*/ 40 w 146"/>
                <a:gd name="T53" fmla="*/ 23 h 121"/>
                <a:gd name="T54" fmla="*/ 44 w 146"/>
                <a:gd name="T55" fmla="*/ 23 h 121"/>
                <a:gd name="T56" fmla="*/ 50 w 146"/>
                <a:gd name="T57" fmla="*/ 9 h 121"/>
                <a:gd name="T58" fmla="*/ 63 w 146"/>
                <a:gd name="T59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6" h="121">
                  <a:moveTo>
                    <a:pt x="63" y="0"/>
                  </a:moveTo>
                  <a:lnTo>
                    <a:pt x="88" y="0"/>
                  </a:lnTo>
                  <a:lnTo>
                    <a:pt x="111" y="21"/>
                  </a:lnTo>
                  <a:lnTo>
                    <a:pt x="119" y="15"/>
                  </a:lnTo>
                  <a:lnTo>
                    <a:pt x="127" y="25"/>
                  </a:lnTo>
                  <a:lnTo>
                    <a:pt x="127" y="52"/>
                  </a:lnTo>
                  <a:lnTo>
                    <a:pt x="146" y="71"/>
                  </a:lnTo>
                  <a:lnTo>
                    <a:pt x="144" y="84"/>
                  </a:lnTo>
                  <a:lnTo>
                    <a:pt x="129" y="84"/>
                  </a:lnTo>
                  <a:lnTo>
                    <a:pt x="125" y="94"/>
                  </a:lnTo>
                  <a:lnTo>
                    <a:pt x="117" y="92"/>
                  </a:lnTo>
                  <a:lnTo>
                    <a:pt x="102" y="109"/>
                  </a:lnTo>
                  <a:lnTo>
                    <a:pt x="92" y="109"/>
                  </a:lnTo>
                  <a:lnTo>
                    <a:pt x="90" y="117"/>
                  </a:lnTo>
                  <a:lnTo>
                    <a:pt x="75" y="115"/>
                  </a:lnTo>
                  <a:lnTo>
                    <a:pt x="71" y="109"/>
                  </a:lnTo>
                  <a:lnTo>
                    <a:pt x="50" y="109"/>
                  </a:lnTo>
                  <a:lnTo>
                    <a:pt x="40" y="117"/>
                  </a:lnTo>
                  <a:lnTo>
                    <a:pt x="23" y="121"/>
                  </a:lnTo>
                  <a:lnTo>
                    <a:pt x="0" y="105"/>
                  </a:lnTo>
                  <a:lnTo>
                    <a:pt x="2" y="100"/>
                  </a:lnTo>
                  <a:lnTo>
                    <a:pt x="6" y="86"/>
                  </a:lnTo>
                  <a:lnTo>
                    <a:pt x="29" y="71"/>
                  </a:lnTo>
                  <a:lnTo>
                    <a:pt x="23" y="55"/>
                  </a:lnTo>
                  <a:lnTo>
                    <a:pt x="31" y="48"/>
                  </a:lnTo>
                  <a:lnTo>
                    <a:pt x="29" y="30"/>
                  </a:lnTo>
                  <a:lnTo>
                    <a:pt x="40" y="23"/>
                  </a:lnTo>
                  <a:lnTo>
                    <a:pt x="44" y="23"/>
                  </a:lnTo>
                  <a:lnTo>
                    <a:pt x="50" y="9"/>
                  </a:lnTo>
                  <a:lnTo>
                    <a:pt x="63" y="0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1E28F0AD-4FCC-9743-BAC9-B8450DDCF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" y="3072"/>
              <a:ext cx="263" cy="173"/>
            </a:xfrm>
            <a:custGeom>
              <a:avLst/>
              <a:gdLst>
                <a:gd name="T0" fmla="*/ 0 w 263"/>
                <a:gd name="T1" fmla="*/ 64 h 173"/>
                <a:gd name="T2" fmla="*/ 6 w 263"/>
                <a:gd name="T3" fmla="*/ 52 h 173"/>
                <a:gd name="T4" fmla="*/ 17 w 263"/>
                <a:gd name="T5" fmla="*/ 48 h 173"/>
                <a:gd name="T6" fmla="*/ 25 w 263"/>
                <a:gd name="T7" fmla="*/ 33 h 173"/>
                <a:gd name="T8" fmla="*/ 23 w 263"/>
                <a:gd name="T9" fmla="*/ 19 h 173"/>
                <a:gd name="T10" fmla="*/ 33 w 263"/>
                <a:gd name="T11" fmla="*/ 12 h 173"/>
                <a:gd name="T12" fmla="*/ 38 w 263"/>
                <a:gd name="T13" fmla="*/ 0 h 173"/>
                <a:gd name="T14" fmla="*/ 48 w 263"/>
                <a:gd name="T15" fmla="*/ 8 h 173"/>
                <a:gd name="T16" fmla="*/ 69 w 263"/>
                <a:gd name="T17" fmla="*/ 12 h 173"/>
                <a:gd name="T18" fmla="*/ 75 w 263"/>
                <a:gd name="T19" fmla="*/ 19 h 173"/>
                <a:gd name="T20" fmla="*/ 88 w 263"/>
                <a:gd name="T21" fmla="*/ 19 h 173"/>
                <a:gd name="T22" fmla="*/ 90 w 263"/>
                <a:gd name="T23" fmla="*/ 25 h 173"/>
                <a:gd name="T24" fmla="*/ 106 w 263"/>
                <a:gd name="T25" fmla="*/ 25 h 173"/>
                <a:gd name="T26" fmla="*/ 117 w 263"/>
                <a:gd name="T27" fmla="*/ 31 h 173"/>
                <a:gd name="T28" fmla="*/ 123 w 263"/>
                <a:gd name="T29" fmla="*/ 31 h 173"/>
                <a:gd name="T30" fmla="*/ 131 w 263"/>
                <a:gd name="T31" fmla="*/ 23 h 173"/>
                <a:gd name="T32" fmla="*/ 144 w 263"/>
                <a:gd name="T33" fmla="*/ 25 h 173"/>
                <a:gd name="T34" fmla="*/ 152 w 263"/>
                <a:gd name="T35" fmla="*/ 16 h 173"/>
                <a:gd name="T36" fmla="*/ 167 w 263"/>
                <a:gd name="T37" fmla="*/ 19 h 173"/>
                <a:gd name="T38" fmla="*/ 169 w 263"/>
                <a:gd name="T39" fmla="*/ 29 h 173"/>
                <a:gd name="T40" fmla="*/ 175 w 263"/>
                <a:gd name="T41" fmla="*/ 39 h 173"/>
                <a:gd name="T42" fmla="*/ 186 w 263"/>
                <a:gd name="T43" fmla="*/ 39 h 173"/>
                <a:gd name="T44" fmla="*/ 196 w 263"/>
                <a:gd name="T45" fmla="*/ 50 h 173"/>
                <a:gd name="T46" fmla="*/ 202 w 263"/>
                <a:gd name="T47" fmla="*/ 46 h 173"/>
                <a:gd name="T48" fmla="*/ 202 w 263"/>
                <a:gd name="T49" fmla="*/ 42 h 173"/>
                <a:gd name="T50" fmla="*/ 234 w 263"/>
                <a:gd name="T51" fmla="*/ 60 h 173"/>
                <a:gd name="T52" fmla="*/ 261 w 263"/>
                <a:gd name="T53" fmla="*/ 60 h 173"/>
                <a:gd name="T54" fmla="*/ 263 w 263"/>
                <a:gd name="T55" fmla="*/ 87 h 173"/>
                <a:gd name="T56" fmla="*/ 250 w 263"/>
                <a:gd name="T57" fmla="*/ 96 h 173"/>
                <a:gd name="T58" fmla="*/ 244 w 263"/>
                <a:gd name="T59" fmla="*/ 110 h 173"/>
                <a:gd name="T60" fmla="*/ 240 w 263"/>
                <a:gd name="T61" fmla="*/ 110 h 173"/>
                <a:gd name="T62" fmla="*/ 229 w 263"/>
                <a:gd name="T63" fmla="*/ 117 h 173"/>
                <a:gd name="T64" fmla="*/ 231 w 263"/>
                <a:gd name="T65" fmla="*/ 135 h 173"/>
                <a:gd name="T66" fmla="*/ 223 w 263"/>
                <a:gd name="T67" fmla="*/ 142 h 173"/>
                <a:gd name="T68" fmla="*/ 229 w 263"/>
                <a:gd name="T69" fmla="*/ 158 h 173"/>
                <a:gd name="T70" fmla="*/ 206 w 263"/>
                <a:gd name="T71" fmla="*/ 173 h 173"/>
                <a:gd name="T72" fmla="*/ 190 w 263"/>
                <a:gd name="T73" fmla="*/ 169 h 173"/>
                <a:gd name="T74" fmla="*/ 171 w 263"/>
                <a:gd name="T75" fmla="*/ 160 h 173"/>
                <a:gd name="T76" fmla="*/ 163 w 263"/>
                <a:gd name="T77" fmla="*/ 160 h 173"/>
                <a:gd name="T78" fmla="*/ 146 w 263"/>
                <a:gd name="T79" fmla="*/ 152 h 173"/>
                <a:gd name="T80" fmla="*/ 133 w 263"/>
                <a:gd name="T81" fmla="*/ 150 h 173"/>
                <a:gd name="T82" fmla="*/ 125 w 263"/>
                <a:gd name="T83" fmla="*/ 133 h 173"/>
                <a:gd name="T84" fmla="*/ 113 w 263"/>
                <a:gd name="T85" fmla="*/ 144 h 173"/>
                <a:gd name="T86" fmla="*/ 100 w 263"/>
                <a:gd name="T87" fmla="*/ 144 h 173"/>
                <a:gd name="T88" fmla="*/ 100 w 263"/>
                <a:gd name="T89" fmla="*/ 146 h 173"/>
                <a:gd name="T90" fmla="*/ 90 w 263"/>
                <a:gd name="T91" fmla="*/ 131 h 173"/>
                <a:gd name="T92" fmla="*/ 77 w 263"/>
                <a:gd name="T93" fmla="*/ 121 h 173"/>
                <a:gd name="T94" fmla="*/ 75 w 263"/>
                <a:gd name="T95" fmla="*/ 110 h 173"/>
                <a:gd name="T96" fmla="*/ 69 w 263"/>
                <a:gd name="T97" fmla="*/ 108 h 173"/>
                <a:gd name="T98" fmla="*/ 58 w 263"/>
                <a:gd name="T99" fmla="*/ 110 h 173"/>
                <a:gd name="T100" fmla="*/ 46 w 263"/>
                <a:gd name="T101" fmla="*/ 112 h 173"/>
                <a:gd name="T102" fmla="*/ 15 w 263"/>
                <a:gd name="T103" fmla="*/ 87 h 173"/>
                <a:gd name="T104" fmla="*/ 15 w 263"/>
                <a:gd name="T105" fmla="*/ 75 h 173"/>
                <a:gd name="T106" fmla="*/ 0 w 263"/>
                <a:gd name="T107" fmla="*/ 64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3" h="173">
                  <a:moveTo>
                    <a:pt x="0" y="64"/>
                  </a:moveTo>
                  <a:lnTo>
                    <a:pt x="6" y="52"/>
                  </a:lnTo>
                  <a:lnTo>
                    <a:pt x="17" y="48"/>
                  </a:lnTo>
                  <a:lnTo>
                    <a:pt x="25" y="33"/>
                  </a:lnTo>
                  <a:lnTo>
                    <a:pt x="23" y="19"/>
                  </a:lnTo>
                  <a:lnTo>
                    <a:pt x="33" y="12"/>
                  </a:lnTo>
                  <a:lnTo>
                    <a:pt x="38" y="0"/>
                  </a:lnTo>
                  <a:lnTo>
                    <a:pt x="48" y="8"/>
                  </a:lnTo>
                  <a:lnTo>
                    <a:pt x="69" y="12"/>
                  </a:lnTo>
                  <a:lnTo>
                    <a:pt x="75" y="19"/>
                  </a:lnTo>
                  <a:lnTo>
                    <a:pt x="88" y="19"/>
                  </a:lnTo>
                  <a:lnTo>
                    <a:pt x="90" y="25"/>
                  </a:lnTo>
                  <a:lnTo>
                    <a:pt x="106" y="25"/>
                  </a:lnTo>
                  <a:lnTo>
                    <a:pt x="117" y="31"/>
                  </a:lnTo>
                  <a:lnTo>
                    <a:pt x="123" y="31"/>
                  </a:lnTo>
                  <a:lnTo>
                    <a:pt x="131" y="23"/>
                  </a:lnTo>
                  <a:lnTo>
                    <a:pt x="144" y="25"/>
                  </a:lnTo>
                  <a:lnTo>
                    <a:pt x="152" y="16"/>
                  </a:lnTo>
                  <a:lnTo>
                    <a:pt x="167" y="19"/>
                  </a:lnTo>
                  <a:lnTo>
                    <a:pt x="169" y="29"/>
                  </a:lnTo>
                  <a:lnTo>
                    <a:pt x="175" y="39"/>
                  </a:lnTo>
                  <a:lnTo>
                    <a:pt x="186" y="39"/>
                  </a:lnTo>
                  <a:lnTo>
                    <a:pt x="196" y="50"/>
                  </a:lnTo>
                  <a:lnTo>
                    <a:pt x="202" y="46"/>
                  </a:lnTo>
                  <a:lnTo>
                    <a:pt x="202" y="42"/>
                  </a:lnTo>
                  <a:lnTo>
                    <a:pt x="234" y="60"/>
                  </a:lnTo>
                  <a:lnTo>
                    <a:pt x="261" y="60"/>
                  </a:lnTo>
                  <a:lnTo>
                    <a:pt x="263" y="87"/>
                  </a:lnTo>
                  <a:lnTo>
                    <a:pt x="250" y="96"/>
                  </a:lnTo>
                  <a:lnTo>
                    <a:pt x="244" y="110"/>
                  </a:lnTo>
                  <a:lnTo>
                    <a:pt x="240" y="110"/>
                  </a:lnTo>
                  <a:lnTo>
                    <a:pt x="229" y="117"/>
                  </a:lnTo>
                  <a:lnTo>
                    <a:pt x="231" y="135"/>
                  </a:lnTo>
                  <a:lnTo>
                    <a:pt x="223" y="142"/>
                  </a:lnTo>
                  <a:lnTo>
                    <a:pt x="229" y="158"/>
                  </a:lnTo>
                  <a:lnTo>
                    <a:pt x="206" y="173"/>
                  </a:lnTo>
                  <a:lnTo>
                    <a:pt x="190" y="169"/>
                  </a:lnTo>
                  <a:lnTo>
                    <a:pt x="171" y="160"/>
                  </a:lnTo>
                  <a:lnTo>
                    <a:pt x="163" y="160"/>
                  </a:lnTo>
                  <a:lnTo>
                    <a:pt x="146" y="152"/>
                  </a:lnTo>
                  <a:lnTo>
                    <a:pt x="133" y="150"/>
                  </a:lnTo>
                  <a:lnTo>
                    <a:pt x="125" y="133"/>
                  </a:lnTo>
                  <a:lnTo>
                    <a:pt x="113" y="144"/>
                  </a:lnTo>
                  <a:lnTo>
                    <a:pt x="100" y="144"/>
                  </a:lnTo>
                  <a:lnTo>
                    <a:pt x="100" y="146"/>
                  </a:lnTo>
                  <a:lnTo>
                    <a:pt x="90" y="131"/>
                  </a:lnTo>
                  <a:lnTo>
                    <a:pt x="77" y="121"/>
                  </a:lnTo>
                  <a:lnTo>
                    <a:pt x="75" y="110"/>
                  </a:lnTo>
                  <a:lnTo>
                    <a:pt x="69" y="108"/>
                  </a:lnTo>
                  <a:lnTo>
                    <a:pt x="58" y="110"/>
                  </a:lnTo>
                  <a:lnTo>
                    <a:pt x="46" y="112"/>
                  </a:lnTo>
                  <a:lnTo>
                    <a:pt x="15" y="87"/>
                  </a:lnTo>
                  <a:lnTo>
                    <a:pt x="15" y="75"/>
                  </a:lnTo>
                  <a:lnTo>
                    <a:pt x="0" y="64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31" name="Freeform 37">
              <a:extLst>
                <a:ext uri="{FF2B5EF4-FFF2-40B4-BE49-F238E27FC236}">
                  <a16:creationId xmlns:a16="http://schemas.microsoft.com/office/drawing/2014/main" id="{15B314A9-5984-D34C-BDA1-99D3CA62A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" y="3124"/>
              <a:ext cx="177" cy="156"/>
            </a:xfrm>
            <a:custGeom>
              <a:avLst/>
              <a:gdLst>
                <a:gd name="T0" fmla="*/ 3 w 85"/>
                <a:gd name="T1" fmla="*/ 66 h 75"/>
                <a:gd name="T2" fmla="*/ 5 w 85"/>
                <a:gd name="T3" fmla="*/ 61 h 75"/>
                <a:gd name="T4" fmla="*/ 6 w 85"/>
                <a:gd name="T5" fmla="*/ 54 h 75"/>
                <a:gd name="T6" fmla="*/ 1 w 85"/>
                <a:gd name="T7" fmla="*/ 47 h 75"/>
                <a:gd name="T8" fmla="*/ 5 w 85"/>
                <a:gd name="T9" fmla="*/ 41 h 75"/>
                <a:gd name="T10" fmla="*/ 4 w 85"/>
                <a:gd name="T11" fmla="*/ 34 h 75"/>
                <a:gd name="T12" fmla="*/ 10 w 85"/>
                <a:gd name="T13" fmla="*/ 25 h 75"/>
                <a:gd name="T14" fmla="*/ 10 w 85"/>
                <a:gd name="T15" fmla="*/ 16 h 75"/>
                <a:gd name="T16" fmla="*/ 20 w 85"/>
                <a:gd name="T17" fmla="*/ 12 h 75"/>
                <a:gd name="T18" fmla="*/ 26 w 85"/>
                <a:gd name="T19" fmla="*/ 4 h 75"/>
                <a:gd name="T20" fmla="*/ 29 w 85"/>
                <a:gd name="T21" fmla="*/ 0 h 75"/>
                <a:gd name="T22" fmla="*/ 34 w 85"/>
                <a:gd name="T23" fmla="*/ 0 h 75"/>
                <a:gd name="T24" fmla="*/ 37 w 85"/>
                <a:gd name="T25" fmla="*/ 6 h 75"/>
                <a:gd name="T26" fmla="*/ 44 w 85"/>
                <a:gd name="T27" fmla="*/ 11 h 75"/>
                <a:gd name="T28" fmla="*/ 44 w 85"/>
                <a:gd name="T29" fmla="*/ 17 h 75"/>
                <a:gd name="T30" fmla="*/ 59 w 85"/>
                <a:gd name="T31" fmla="*/ 29 h 75"/>
                <a:gd name="T32" fmla="*/ 65 w 85"/>
                <a:gd name="T33" fmla="*/ 28 h 75"/>
                <a:gd name="T34" fmla="*/ 70 w 85"/>
                <a:gd name="T35" fmla="*/ 27 h 75"/>
                <a:gd name="T36" fmla="*/ 73 w 85"/>
                <a:gd name="T37" fmla="*/ 28 h 75"/>
                <a:gd name="T38" fmla="*/ 74 w 85"/>
                <a:gd name="T39" fmla="*/ 33 h 75"/>
                <a:gd name="T40" fmla="*/ 80 w 85"/>
                <a:gd name="T41" fmla="*/ 38 h 75"/>
                <a:gd name="T42" fmla="*/ 85 w 85"/>
                <a:gd name="T43" fmla="*/ 45 h 75"/>
                <a:gd name="T44" fmla="*/ 84 w 85"/>
                <a:gd name="T45" fmla="*/ 53 h 75"/>
                <a:gd name="T46" fmla="*/ 77 w 85"/>
                <a:gd name="T47" fmla="*/ 55 h 75"/>
                <a:gd name="T48" fmla="*/ 70 w 85"/>
                <a:gd name="T49" fmla="*/ 65 h 75"/>
                <a:gd name="T50" fmla="*/ 62 w 85"/>
                <a:gd name="T51" fmla="*/ 64 h 75"/>
                <a:gd name="T52" fmla="*/ 54 w 85"/>
                <a:gd name="T53" fmla="*/ 69 h 75"/>
                <a:gd name="T54" fmla="*/ 47 w 85"/>
                <a:gd name="T55" fmla="*/ 63 h 75"/>
                <a:gd name="T56" fmla="*/ 42 w 85"/>
                <a:gd name="T57" fmla="*/ 65 h 75"/>
                <a:gd name="T58" fmla="*/ 38 w 85"/>
                <a:gd name="T59" fmla="*/ 57 h 75"/>
                <a:gd name="T60" fmla="*/ 32 w 85"/>
                <a:gd name="T61" fmla="*/ 57 h 75"/>
                <a:gd name="T62" fmla="*/ 29 w 85"/>
                <a:gd name="T63" fmla="*/ 61 h 75"/>
                <a:gd name="T64" fmla="*/ 25 w 85"/>
                <a:gd name="T65" fmla="*/ 62 h 75"/>
                <a:gd name="T66" fmla="*/ 23 w 85"/>
                <a:gd name="T67" fmla="*/ 64 h 75"/>
                <a:gd name="T68" fmla="*/ 23 w 85"/>
                <a:gd name="T69" fmla="*/ 63 h 75"/>
                <a:gd name="T70" fmla="*/ 13 w 85"/>
                <a:gd name="T71" fmla="*/ 67 h 75"/>
                <a:gd name="T72" fmla="*/ 7 w 85"/>
                <a:gd name="T73" fmla="*/ 75 h 75"/>
                <a:gd name="T74" fmla="*/ 5 w 85"/>
                <a:gd name="T75" fmla="*/ 68 h 75"/>
                <a:gd name="T76" fmla="*/ 3 w 85"/>
                <a:gd name="T77" fmla="*/ 6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5" h="75">
                  <a:moveTo>
                    <a:pt x="3" y="66"/>
                  </a:moveTo>
                  <a:cubicBezTo>
                    <a:pt x="4" y="65"/>
                    <a:pt x="4" y="64"/>
                    <a:pt x="5" y="61"/>
                  </a:cubicBezTo>
                  <a:cubicBezTo>
                    <a:pt x="5" y="56"/>
                    <a:pt x="6" y="57"/>
                    <a:pt x="6" y="54"/>
                  </a:cubicBezTo>
                  <a:cubicBezTo>
                    <a:pt x="6" y="51"/>
                    <a:pt x="2" y="50"/>
                    <a:pt x="1" y="47"/>
                  </a:cubicBezTo>
                  <a:cubicBezTo>
                    <a:pt x="0" y="43"/>
                    <a:pt x="5" y="43"/>
                    <a:pt x="5" y="41"/>
                  </a:cubicBezTo>
                  <a:cubicBezTo>
                    <a:pt x="6" y="39"/>
                    <a:pt x="4" y="36"/>
                    <a:pt x="4" y="34"/>
                  </a:cubicBezTo>
                  <a:cubicBezTo>
                    <a:pt x="3" y="31"/>
                    <a:pt x="8" y="27"/>
                    <a:pt x="10" y="25"/>
                  </a:cubicBezTo>
                  <a:cubicBezTo>
                    <a:pt x="11" y="23"/>
                    <a:pt x="10" y="18"/>
                    <a:pt x="10" y="16"/>
                  </a:cubicBezTo>
                  <a:cubicBezTo>
                    <a:pt x="11" y="13"/>
                    <a:pt x="17" y="13"/>
                    <a:pt x="20" y="12"/>
                  </a:cubicBezTo>
                  <a:cubicBezTo>
                    <a:pt x="24" y="11"/>
                    <a:pt x="21" y="6"/>
                    <a:pt x="26" y="4"/>
                  </a:cubicBezTo>
                  <a:cubicBezTo>
                    <a:pt x="28" y="3"/>
                    <a:pt x="29" y="2"/>
                    <a:pt x="2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3" y="28"/>
                    <a:pt x="73" y="28"/>
                    <a:pt x="73" y="28"/>
                  </a:cubicBezTo>
                  <a:cubicBezTo>
                    <a:pt x="74" y="33"/>
                    <a:pt x="74" y="33"/>
                    <a:pt x="74" y="33"/>
                  </a:cubicBezTo>
                  <a:cubicBezTo>
                    <a:pt x="80" y="38"/>
                    <a:pt x="80" y="38"/>
                    <a:pt x="80" y="38"/>
                  </a:cubicBezTo>
                  <a:cubicBezTo>
                    <a:pt x="85" y="45"/>
                    <a:pt x="85" y="45"/>
                    <a:pt x="85" y="45"/>
                  </a:cubicBezTo>
                  <a:cubicBezTo>
                    <a:pt x="84" y="53"/>
                    <a:pt x="84" y="53"/>
                    <a:pt x="84" y="53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54" y="69"/>
                    <a:pt x="54" y="69"/>
                    <a:pt x="54" y="69"/>
                  </a:cubicBezTo>
                  <a:cubicBezTo>
                    <a:pt x="47" y="63"/>
                    <a:pt x="47" y="63"/>
                    <a:pt x="47" y="63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29" y="61"/>
                    <a:pt x="29" y="61"/>
                    <a:pt x="29" y="61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5" y="68"/>
                    <a:pt x="5" y="68"/>
                    <a:pt x="5" y="68"/>
                  </a:cubicBezTo>
                  <a:lnTo>
                    <a:pt x="3" y="66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32" name="Freeform 38">
              <a:extLst>
                <a:ext uri="{FF2B5EF4-FFF2-40B4-BE49-F238E27FC236}">
                  <a16:creationId xmlns:a16="http://schemas.microsoft.com/office/drawing/2014/main" id="{2310F420-85E1-3B45-905D-C3D7635EB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3236"/>
              <a:ext cx="135" cy="132"/>
            </a:xfrm>
            <a:custGeom>
              <a:avLst/>
              <a:gdLst>
                <a:gd name="T0" fmla="*/ 28 w 65"/>
                <a:gd name="T1" fmla="*/ 59 h 63"/>
                <a:gd name="T2" fmla="*/ 29 w 65"/>
                <a:gd name="T3" fmla="*/ 47 h 63"/>
                <a:gd name="T4" fmla="*/ 23 w 65"/>
                <a:gd name="T5" fmla="*/ 40 h 63"/>
                <a:gd name="T6" fmla="*/ 14 w 65"/>
                <a:gd name="T7" fmla="*/ 37 h 63"/>
                <a:gd name="T8" fmla="*/ 11 w 65"/>
                <a:gd name="T9" fmla="*/ 31 h 63"/>
                <a:gd name="T10" fmla="*/ 5 w 65"/>
                <a:gd name="T11" fmla="*/ 31 h 63"/>
                <a:gd name="T12" fmla="*/ 1 w 65"/>
                <a:gd name="T13" fmla="*/ 27 h 63"/>
                <a:gd name="T14" fmla="*/ 5 w 65"/>
                <a:gd name="T15" fmla="*/ 18 h 63"/>
                <a:gd name="T16" fmla="*/ 12 w 65"/>
                <a:gd name="T17" fmla="*/ 7 h 63"/>
                <a:gd name="T18" fmla="*/ 18 w 65"/>
                <a:gd name="T19" fmla="*/ 1 h 63"/>
                <a:gd name="T20" fmla="*/ 23 w 65"/>
                <a:gd name="T21" fmla="*/ 8 h 63"/>
                <a:gd name="T22" fmla="*/ 34 w 65"/>
                <a:gd name="T23" fmla="*/ 13 h 63"/>
                <a:gd name="T24" fmla="*/ 39 w 65"/>
                <a:gd name="T25" fmla="*/ 12 h 63"/>
                <a:gd name="T26" fmla="*/ 41 w 65"/>
                <a:gd name="T27" fmla="*/ 14 h 63"/>
                <a:gd name="T28" fmla="*/ 43 w 65"/>
                <a:gd name="T29" fmla="*/ 21 h 63"/>
                <a:gd name="T30" fmla="*/ 49 w 65"/>
                <a:gd name="T31" fmla="*/ 13 h 63"/>
                <a:gd name="T32" fmla="*/ 59 w 65"/>
                <a:gd name="T33" fmla="*/ 9 h 63"/>
                <a:gd name="T34" fmla="*/ 61 w 65"/>
                <a:gd name="T35" fmla="*/ 10 h 63"/>
                <a:gd name="T36" fmla="*/ 62 w 65"/>
                <a:gd name="T37" fmla="*/ 18 h 63"/>
                <a:gd name="T38" fmla="*/ 63 w 65"/>
                <a:gd name="T39" fmla="*/ 23 h 63"/>
                <a:gd name="T40" fmla="*/ 63 w 65"/>
                <a:gd name="T41" fmla="*/ 29 h 63"/>
                <a:gd name="T42" fmla="*/ 59 w 65"/>
                <a:gd name="T43" fmla="*/ 32 h 63"/>
                <a:gd name="T44" fmla="*/ 60 w 65"/>
                <a:gd name="T45" fmla="*/ 36 h 63"/>
                <a:gd name="T46" fmla="*/ 65 w 65"/>
                <a:gd name="T47" fmla="*/ 41 h 63"/>
                <a:gd name="T48" fmla="*/ 65 w 65"/>
                <a:gd name="T49" fmla="*/ 45 h 63"/>
                <a:gd name="T50" fmla="*/ 62 w 65"/>
                <a:gd name="T51" fmla="*/ 46 h 63"/>
                <a:gd name="T52" fmla="*/ 62 w 65"/>
                <a:gd name="T53" fmla="*/ 51 h 63"/>
                <a:gd name="T54" fmla="*/ 59 w 65"/>
                <a:gd name="T55" fmla="*/ 53 h 63"/>
                <a:gd name="T56" fmla="*/ 56 w 65"/>
                <a:gd name="T57" fmla="*/ 49 h 63"/>
                <a:gd name="T58" fmla="*/ 50 w 65"/>
                <a:gd name="T59" fmla="*/ 51 h 63"/>
                <a:gd name="T60" fmla="*/ 50 w 65"/>
                <a:gd name="T61" fmla="*/ 57 h 63"/>
                <a:gd name="T62" fmla="*/ 44 w 65"/>
                <a:gd name="T63" fmla="*/ 59 h 63"/>
                <a:gd name="T64" fmla="*/ 43 w 65"/>
                <a:gd name="T65" fmla="*/ 63 h 63"/>
                <a:gd name="T66" fmla="*/ 38 w 65"/>
                <a:gd name="T67" fmla="*/ 61 h 63"/>
                <a:gd name="T68" fmla="*/ 32 w 65"/>
                <a:gd name="T69" fmla="*/ 60 h 63"/>
                <a:gd name="T70" fmla="*/ 27 w 65"/>
                <a:gd name="T71" fmla="*/ 60 h 63"/>
                <a:gd name="T72" fmla="*/ 28 w 65"/>
                <a:gd name="T73" fmla="*/ 59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5" h="63">
                  <a:moveTo>
                    <a:pt x="28" y="59"/>
                  </a:moveTo>
                  <a:cubicBezTo>
                    <a:pt x="30" y="56"/>
                    <a:pt x="30" y="51"/>
                    <a:pt x="29" y="47"/>
                  </a:cubicBezTo>
                  <a:cubicBezTo>
                    <a:pt x="29" y="43"/>
                    <a:pt x="25" y="43"/>
                    <a:pt x="23" y="40"/>
                  </a:cubicBezTo>
                  <a:cubicBezTo>
                    <a:pt x="21" y="37"/>
                    <a:pt x="15" y="40"/>
                    <a:pt x="14" y="37"/>
                  </a:cubicBezTo>
                  <a:cubicBezTo>
                    <a:pt x="14" y="34"/>
                    <a:pt x="12" y="31"/>
                    <a:pt x="11" y="31"/>
                  </a:cubicBezTo>
                  <a:cubicBezTo>
                    <a:pt x="10" y="31"/>
                    <a:pt x="8" y="31"/>
                    <a:pt x="5" y="31"/>
                  </a:cubicBezTo>
                  <a:cubicBezTo>
                    <a:pt x="2" y="32"/>
                    <a:pt x="0" y="31"/>
                    <a:pt x="1" y="27"/>
                  </a:cubicBezTo>
                  <a:cubicBezTo>
                    <a:pt x="1" y="23"/>
                    <a:pt x="4" y="21"/>
                    <a:pt x="5" y="18"/>
                  </a:cubicBezTo>
                  <a:cubicBezTo>
                    <a:pt x="5" y="15"/>
                    <a:pt x="12" y="14"/>
                    <a:pt x="12" y="7"/>
                  </a:cubicBezTo>
                  <a:cubicBezTo>
                    <a:pt x="12" y="0"/>
                    <a:pt x="15" y="1"/>
                    <a:pt x="18" y="1"/>
                  </a:cubicBezTo>
                  <a:cubicBezTo>
                    <a:pt x="21" y="1"/>
                    <a:pt x="23" y="2"/>
                    <a:pt x="23" y="8"/>
                  </a:cubicBezTo>
                  <a:cubicBezTo>
                    <a:pt x="23" y="14"/>
                    <a:pt x="29" y="13"/>
                    <a:pt x="34" y="13"/>
                  </a:cubicBezTo>
                  <a:cubicBezTo>
                    <a:pt x="36" y="13"/>
                    <a:pt x="38" y="13"/>
                    <a:pt x="39" y="12"/>
                  </a:cubicBezTo>
                  <a:cubicBezTo>
                    <a:pt x="41" y="14"/>
                    <a:pt x="41" y="14"/>
                    <a:pt x="41" y="14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59" y="9"/>
                    <a:pt x="59" y="9"/>
                    <a:pt x="59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2" y="18"/>
                    <a:pt x="62" y="18"/>
                    <a:pt x="62" y="18"/>
                  </a:cubicBezTo>
                  <a:cubicBezTo>
                    <a:pt x="63" y="23"/>
                    <a:pt x="63" y="23"/>
                    <a:pt x="63" y="23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5" y="41"/>
                    <a:pt x="65" y="41"/>
                    <a:pt x="65" y="41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2" y="46"/>
                    <a:pt x="62" y="46"/>
                    <a:pt x="62" y="46"/>
                  </a:cubicBezTo>
                  <a:cubicBezTo>
                    <a:pt x="62" y="51"/>
                    <a:pt x="62" y="51"/>
                    <a:pt x="62" y="51"/>
                  </a:cubicBezTo>
                  <a:cubicBezTo>
                    <a:pt x="59" y="53"/>
                    <a:pt x="59" y="53"/>
                    <a:pt x="59" y="53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50" y="51"/>
                    <a:pt x="50" y="51"/>
                    <a:pt x="50" y="51"/>
                  </a:cubicBezTo>
                  <a:cubicBezTo>
                    <a:pt x="50" y="57"/>
                    <a:pt x="50" y="57"/>
                    <a:pt x="50" y="57"/>
                  </a:cubicBezTo>
                  <a:cubicBezTo>
                    <a:pt x="44" y="59"/>
                    <a:pt x="44" y="59"/>
                    <a:pt x="44" y="59"/>
                  </a:cubicBezTo>
                  <a:cubicBezTo>
                    <a:pt x="43" y="63"/>
                    <a:pt x="43" y="63"/>
                    <a:pt x="43" y="63"/>
                  </a:cubicBezTo>
                  <a:cubicBezTo>
                    <a:pt x="38" y="61"/>
                    <a:pt x="38" y="61"/>
                    <a:pt x="38" y="61"/>
                  </a:cubicBezTo>
                  <a:cubicBezTo>
                    <a:pt x="32" y="60"/>
                    <a:pt x="32" y="60"/>
                    <a:pt x="32" y="60"/>
                  </a:cubicBezTo>
                  <a:cubicBezTo>
                    <a:pt x="27" y="60"/>
                    <a:pt x="27" y="60"/>
                    <a:pt x="27" y="60"/>
                  </a:cubicBezTo>
                  <a:lnTo>
                    <a:pt x="28" y="59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33" name="Freeform 39">
              <a:extLst>
                <a:ext uri="{FF2B5EF4-FFF2-40B4-BE49-F238E27FC236}">
                  <a16:creationId xmlns:a16="http://schemas.microsoft.com/office/drawing/2014/main" id="{A12ED701-959B-E141-988F-933878A11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" y="3361"/>
              <a:ext cx="138" cy="138"/>
            </a:xfrm>
            <a:custGeom>
              <a:avLst/>
              <a:gdLst>
                <a:gd name="T0" fmla="*/ 4 w 66"/>
                <a:gd name="T1" fmla="*/ 42 h 66"/>
                <a:gd name="T2" fmla="*/ 6 w 66"/>
                <a:gd name="T3" fmla="*/ 40 h 66"/>
                <a:gd name="T4" fmla="*/ 8 w 66"/>
                <a:gd name="T5" fmla="*/ 28 h 66"/>
                <a:gd name="T6" fmla="*/ 2 w 66"/>
                <a:gd name="T7" fmla="*/ 20 h 66"/>
                <a:gd name="T8" fmla="*/ 5 w 66"/>
                <a:gd name="T9" fmla="*/ 8 h 66"/>
                <a:gd name="T10" fmla="*/ 11 w 66"/>
                <a:gd name="T11" fmla="*/ 7 h 66"/>
                <a:gd name="T12" fmla="*/ 14 w 66"/>
                <a:gd name="T13" fmla="*/ 0 h 66"/>
                <a:gd name="T14" fmla="*/ 19 w 66"/>
                <a:gd name="T15" fmla="*/ 0 h 66"/>
                <a:gd name="T16" fmla="*/ 25 w 66"/>
                <a:gd name="T17" fmla="*/ 1 h 66"/>
                <a:gd name="T18" fmla="*/ 30 w 66"/>
                <a:gd name="T19" fmla="*/ 3 h 66"/>
                <a:gd name="T20" fmla="*/ 37 w 66"/>
                <a:gd name="T21" fmla="*/ 7 h 66"/>
                <a:gd name="T22" fmla="*/ 39 w 66"/>
                <a:gd name="T23" fmla="*/ 15 h 66"/>
                <a:gd name="T24" fmla="*/ 43 w 66"/>
                <a:gd name="T25" fmla="*/ 15 h 66"/>
                <a:gd name="T26" fmla="*/ 46 w 66"/>
                <a:gd name="T27" fmla="*/ 22 h 66"/>
                <a:gd name="T28" fmla="*/ 50 w 66"/>
                <a:gd name="T29" fmla="*/ 31 h 66"/>
                <a:gd name="T30" fmla="*/ 51 w 66"/>
                <a:gd name="T31" fmla="*/ 38 h 66"/>
                <a:gd name="T32" fmla="*/ 59 w 66"/>
                <a:gd name="T33" fmla="*/ 43 h 66"/>
                <a:gd name="T34" fmla="*/ 58 w 66"/>
                <a:gd name="T35" fmla="*/ 48 h 66"/>
                <a:gd name="T36" fmla="*/ 66 w 66"/>
                <a:gd name="T37" fmla="*/ 55 h 66"/>
                <a:gd name="T38" fmla="*/ 62 w 66"/>
                <a:gd name="T39" fmla="*/ 57 h 66"/>
                <a:gd name="T40" fmla="*/ 58 w 66"/>
                <a:gd name="T41" fmla="*/ 56 h 66"/>
                <a:gd name="T42" fmla="*/ 55 w 66"/>
                <a:gd name="T43" fmla="*/ 58 h 66"/>
                <a:gd name="T44" fmla="*/ 54 w 66"/>
                <a:gd name="T45" fmla="*/ 64 h 66"/>
                <a:gd name="T46" fmla="*/ 52 w 66"/>
                <a:gd name="T47" fmla="*/ 64 h 66"/>
                <a:gd name="T48" fmla="*/ 51 w 66"/>
                <a:gd name="T49" fmla="*/ 66 h 66"/>
                <a:gd name="T50" fmla="*/ 45 w 66"/>
                <a:gd name="T51" fmla="*/ 57 h 66"/>
                <a:gd name="T52" fmla="*/ 34 w 66"/>
                <a:gd name="T53" fmla="*/ 50 h 66"/>
                <a:gd name="T54" fmla="*/ 24 w 66"/>
                <a:gd name="T55" fmla="*/ 50 h 66"/>
                <a:gd name="T56" fmla="*/ 22 w 66"/>
                <a:gd name="T57" fmla="*/ 44 h 66"/>
                <a:gd name="T58" fmla="*/ 17 w 66"/>
                <a:gd name="T59" fmla="*/ 39 h 66"/>
                <a:gd name="T60" fmla="*/ 16 w 66"/>
                <a:gd name="T61" fmla="*/ 43 h 66"/>
                <a:gd name="T62" fmla="*/ 10 w 66"/>
                <a:gd name="T63" fmla="*/ 43 h 66"/>
                <a:gd name="T64" fmla="*/ 4 w 66"/>
                <a:gd name="T65" fmla="*/ 4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6" h="66">
                  <a:moveTo>
                    <a:pt x="4" y="42"/>
                  </a:moveTo>
                  <a:cubicBezTo>
                    <a:pt x="5" y="41"/>
                    <a:pt x="6" y="40"/>
                    <a:pt x="6" y="40"/>
                  </a:cubicBezTo>
                  <a:cubicBezTo>
                    <a:pt x="8" y="38"/>
                    <a:pt x="8" y="31"/>
                    <a:pt x="8" y="28"/>
                  </a:cubicBezTo>
                  <a:cubicBezTo>
                    <a:pt x="8" y="25"/>
                    <a:pt x="4" y="22"/>
                    <a:pt x="2" y="20"/>
                  </a:cubicBezTo>
                  <a:cubicBezTo>
                    <a:pt x="0" y="18"/>
                    <a:pt x="3" y="12"/>
                    <a:pt x="5" y="8"/>
                  </a:cubicBezTo>
                  <a:cubicBezTo>
                    <a:pt x="7" y="4"/>
                    <a:pt x="8" y="5"/>
                    <a:pt x="11" y="7"/>
                  </a:cubicBezTo>
                  <a:cubicBezTo>
                    <a:pt x="14" y="9"/>
                    <a:pt x="12" y="3"/>
                    <a:pt x="14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9" y="15"/>
                    <a:pt x="39" y="15"/>
                    <a:pt x="39" y="15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1" y="38"/>
                    <a:pt x="51" y="38"/>
                    <a:pt x="51" y="38"/>
                  </a:cubicBezTo>
                  <a:cubicBezTo>
                    <a:pt x="59" y="43"/>
                    <a:pt x="59" y="43"/>
                    <a:pt x="59" y="43"/>
                  </a:cubicBezTo>
                  <a:cubicBezTo>
                    <a:pt x="58" y="48"/>
                    <a:pt x="58" y="48"/>
                    <a:pt x="58" y="48"/>
                  </a:cubicBezTo>
                  <a:cubicBezTo>
                    <a:pt x="66" y="55"/>
                    <a:pt x="66" y="55"/>
                    <a:pt x="66" y="55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55" y="58"/>
                    <a:pt x="55" y="58"/>
                    <a:pt x="55" y="58"/>
                  </a:cubicBezTo>
                  <a:cubicBezTo>
                    <a:pt x="54" y="64"/>
                    <a:pt x="54" y="64"/>
                    <a:pt x="54" y="64"/>
                  </a:cubicBezTo>
                  <a:cubicBezTo>
                    <a:pt x="52" y="64"/>
                    <a:pt x="52" y="64"/>
                    <a:pt x="52" y="64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45" y="57"/>
                    <a:pt x="45" y="57"/>
                    <a:pt x="45" y="57"/>
                  </a:cubicBezTo>
                  <a:cubicBezTo>
                    <a:pt x="34" y="50"/>
                    <a:pt x="34" y="50"/>
                    <a:pt x="34" y="50"/>
                  </a:cubicBezTo>
                  <a:cubicBezTo>
                    <a:pt x="24" y="50"/>
                    <a:pt x="24" y="50"/>
                    <a:pt x="24" y="50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6" y="43"/>
                    <a:pt x="16" y="43"/>
                    <a:pt x="16" y="43"/>
                  </a:cubicBezTo>
                  <a:cubicBezTo>
                    <a:pt x="10" y="43"/>
                    <a:pt x="10" y="43"/>
                    <a:pt x="10" y="43"/>
                  </a:cubicBezTo>
                  <a:lnTo>
                    <a:pt x="4" y="42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34" name="Freeform 40">
              <a:extLst>
                <a:ext uri="{FF2B5EF4-FFF2-40B4-BE49-F238E27FC236}">
                  <a16:creationId xmlns:a16="http://schemas.microsoft.com/office/drawing/2014/main" id="{4D77FE01-C322-3445-BCDD-1B1EA16FE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3455"/>
              <a:ext cx="123" cy="136"/>
            </a:xfrm>
            <a:custGeom>
              <a:avLst/>
              <a:gdLst>
                <a:gd name="T0" fmla="*/ 123 w 123"/>
                <a:gd name="T1" fmla="*/ 23 h 136"/>
                <a:gd name="T2" fmla="*/ 121 w 123"/>
                <a:gd name="T3" fmla="*/ 23 h 136"/>
                <a:gd name="T4" fmla="*/ 108 w 123"/>
                <a:gd name="T5" fmla="*/ 36 h 136"/>
                <a:gd name="T6" fmla="*/ 110 w 123"/>
                <a:gd name="T7" fmla="*/ 48 h 136"/>
                <a:gd name="T8" fmla="*/ 106 w 123"/>
                <a:gd name="T9" fmla="*/ 69 h 136"/>
                <a:gd name="T10" fmla="*/ 112 w 123"/>
                <a:gd name="T11" fmla="*/ 79 h 136"/>
                <a:gd name="T12" fmla="*/ 112 w 123"/>
                <a:gd name="T13" fmla="*/ 100 h 136"/>
                <a:gd name="T14" fmla="*/ 96 w 123"/>
                <a:gd name="T15" fmla="*/ 98 h 136"/>
                <a:gd name="T16" fmla="*/ 92 w 123"/>
                <a:gd name="T17" fmla="*/ 109 h 136"/>
                <a:gd name="T18" fmla="*/ 60 w 123"/>
                <a:gd name="T19" fmla="*/ 132 h 136"/>
                <a:gd name="T20" fmla="*/ 46 w 123"/>
                <a:gd name="T21" fmla="*/ 136 h 136"/>
                <a:gd name="T22" fmla="*/ 52 w 123"/>
                <a:gd name="T23" fmla="*/ 134 h 136"/>
                <a:gd name="T24" fmla="*/ 27 w 123"/>
                <a:gd name="T25" fmla="*/ 102 h 136"/>
                <a:gd name="T26" fmla="*/ 6 w 123"/>
                <a:gd name="T27" fmla="*/ 86 h 136"/>
                <a:gd name="T28" fmla="*/ 8 w 123"/>
                <a:gd name="T29" fmla="*/ 79 h 136"/>
                <a:gd name="T30" fmla="*/ 0 w 123"/>
                <a:gd name="T31" fmla="*/ 67 h 136"/>
                <a:gd name="T32" fmla="*/ 21 w 123"/>
                <a:gd name="T33" fmla="*/ 67 h 136"/>
                <a:gd name="T34" fmla="*/ 23 w 123"/>
                <a:gd name="T35" fmla="*/ 54 h 136"/>
                <a:gd name="T36" fmla="*/ 19 w 123"/>
                <a:gd name="T37" fmla="*/ 50 h 136"/>
                <a:gd name="T38" fmla="*/ 19 w 123"/>
                <a:gd name="T39" fmla="*/ 34 h 136"/>
                <a:gd name="T40" fmla="*/ 14 w 123"/>
                <a:gd name="T41" fmla="*/ 27 h 136"/>
                <a:gd name="T42" fmla="*/ 27 w 123"/>
                <a:gd name="T43" fmla="*/ 19 h 136"/>
                <a:gd name="T44" fmla="*/ 48 w 123"/>
                <a:gd name="T45" fmla="*/ 0 h 136"/>
                <a:gd name="T46" fmla="*/ 69 w 123"/>
                <a:gd name="T47" fmla="*/ 2 h 136"/>
                <a:gd name="T48" fmla="*/ 79 w 123"/>
                <a:gd name="T49" fmla="*/ 13 h 136"/>
                <a:gd name="T50" fmla="*/ 92 w 123"/>
                <a:gd name="T51" fmla="*/ 15 h 136"/>
                <a:gd name="T52" fmla="*/ 98 w 123"/>
                <a:gd name="T53" fmla="*/ 7 h 136"/>
                <a:gd name="T54" fmla="*/ 104 w 123"/>
                <a:gd name="T55" fmla="*/ 13 h 136"/>
                <a:gd name="T56" fmla="*/ 119 w 123"/>
                <a:gd name="T57" fmla="*/ 15 h 136"/>
                <a:gd name="T58" fmla="*/ 123 w 123"/>
                <a:gd name="T59" fmla="*/ 23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3" h="136">
                  <a:moveTo>
                    <a:pt x="123" y="23"/>
                  </a:moveTo>
                  <a:lnTo>
                    <a:pt x="121" y="23"/>
                  </a:lnTo>
                  <a:lnTo>
                    <a:pt x="108" y="36"/>
                  </a:lnTo>
                  <a:lnTo>
                    <a:pt x="110" y="48"/>
                  </a:lnTo>
                  <a:lnTo>
                    <a:pt x="106" y="69"/>
                  </a:lnTo>
                  <a:lnTo>
                    <a:pt x="112" y="79"/>
                  </a:lnTo>
                  <a:lnTo>
                    <a:pt x="112" y="100"/>
                  </a:lnTo>
                  <a:lnTo>
                    <a:pt x="96" y="98"/>
                  </a:lnTo>
                  <a:lnTo>
                    <a:pt x="92" y="109"/>
                  </a:lnTo>
                  <a:lnTo>
                    <a:pt x="60" y="132"/>
                  </a:lnTo>
                  <a:lnTo>
                    <a:pt x="46" y="136"/>
                  </a:lnTo>
                  <a:lnTo>
                    <a:pt x="52" y="134"/>
                  </a:lnTo>
                  <a:lnTo>
                    <a:pt x="27" y="102"/>
                  </a:lnTo>
                  <a:lnTo>
                    <a:pt x="6" y="86"/>
                  </a:lnTo>
                  <a:lnTo>
                    <a:pt x="8" y="79"/>
                  </a:lnTo>
                  <a:lnTo>
                    <a:pt x="0" y="67"/>
                  </a:lnTo>
                  <a:lnTo>
                    <a:pt x="21" y="67"/>
                  </a:lnTo>
                  <a:lnTo>
                    <a:pt x="23" y="54"/>
                  </a:lnTo>
                  <a:lnTo>
                    <a:pt x="19" y="50"/>
                  </a:lnTo>
                  <a:lnTo>
                    <a:pt x="19" y="34"/>
                  </a:lnTo>
                  <a:lnTo>
                    <a:pt x="14" y="27"/>
                  </a:lnTo>
                  <a:lnTo>
                    <a:pt x="27" y="19"/>
                  </a:lnTo>
                  <a:lnTo>
                    <a:pt x="48" y="0"/>
                  </a:lnTo>
                  <a:lnTo>
                    <a:pt x="69" y="2"/>
                  </a:lnTo>
                  <a:lnTo>
                    <a:pt x="79" y="13"/>
                  </a:lnTo>
                  <a:lnTo>
                    <a:pt x="92" y="15"/>
                  </a:lnTo>
                  <a:lnTo>
                    <a:pt x="98" y="7"/>
                  </a:lnTo>
                  <a:lnTo>
                    <a:pt x="104" y="13"/>
                  </a:lnTo>
                  <a:lnTo>
                    <a:pt x="119" y="15"/>
                  </a:lnTo>
                  <a:lnTo>
                    <a:pt x="123" y="23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35" name="Freeform 41">
              <a:extLst>
                <a:ext uri="{FF2B5EF4-FFF2-40B4-BE49-F238E27FC236}">
                  <a16:creationId xmlns:a16="http://schemas.microsoft.com/office/drawing/2014/main" id="{F69412B4-694B-E24E-8444-404168E8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3443"/>
              <a:ext cx="109" cy="146"/>
            </a:xfrm>
            <a:custGeom>
              <a:avLst/>
              <a:gdLst>
                <a:gd name="T0" fmla="*/ 36 w 52"/>
                <a:gd name="T1" fmla="*/ 70 h 70"/>
                <a:gd name="T2" fmla="*/ 31 w 52"/>
                <a:gd name="T3" fmla="*/ 64 h 70"/>
                <a:gd name="T4" fmla="*/ 29 w 52"/>
                <a:gd name="T5" fmla="*/ 56 h 70"/>
                <a:gd name="T6" fmla="*/ 22 w 52"/>
                <a:gd name="T7" fmla="*/ 53 h 70"/>
                <a:gd name="T8" fmla="*/ 20 w 52"/>
                <a:gd name="T9" fmla="*/ 46 h 70"/>
                <a:gd name="T10" fmla="*/ 24 w 52"/>
                <a:gd name="T11" fmla="*/ 36 h 70"/>
                <a:gd name="T12" fmla="*/ 14 w 52"/>
                <a:gd name="T13" fmla="*/ 31 h 70"/>
                <a:gd name="T14" fmla="*/ 6 w 52"/>
                <a:gd name="T15" fmla="*/ 23 h 70"/>
                <a:gd name="T16" fmla="*/ 3 w 52"/>
                <a:gd name="T17" fmla="*/ 14 h 70"/>
                <a:gd name="T18" fmla="*/ 0 w 52"/>
                <a:gd name="T19" fmla="*/ 8 h 70"/>
                <a:gd name="T20" fmla="*/ 3 w 52"/>
                <a:gd name="T21" fmla="*/ 3 h 70"/>
                <a:gd name="T22" fmla="*/ 9 w 52"/>
                <a:gd name="T23" fmla="*/ 4 h 70"/>
                <a:gd name="T24" fmla="*/ 15 w 52"/>
                <a:gd name="T25" fmla="*/ 4 h 70"/>
                <a:gd name="T26" fmla="*/ 16 w 52"/>
                <a:gd name="T27" fmla="*/ 0 h 70"/>
                <a:gd name="T28" fmla="*/ 21 w 52"/>
                <a:gd name="T29" fmla="*/ 5 h 70"/>
                <a:gd name="T30" fmla="*/ 23 w 52"/>
                <a:gd name="T31" fmla="*/ 11 h 70"/>
                <a:gd name="T32" fmla="*/ 33 w 52"/>
                <a:gd name="T33" fmla="*/ 11 h 70"/>
                <a:gd name="T34" fmla="*/ 44 w 52"/>
                <a:gd name="T35" fmla="*/ 18 h 70"/>
                <a:gd name="T36" fmla="*/ 50 w 52"/>
                <a:gd name="T37" fmla="*/ 27 h 70"/>
                <a:gd name="T38" fmla="*/ 50 w 52"/>
                <a:gd name="T39" fmla="*/ 31 h 70"/>
                <a:gd name="T40" fmla="*/ 49 w 52"/>
                <a:gd name="T41" fmla="*/ 36 h 70"/>
                <a:gd name="T42" fmla="*/ 52 w 52"/>
                <a:gd name="T43" fmla="*/ 41 h 70"/>
                <a:gd name="T44" fmla="*/ 46 w 52"/>
                <a:gd name="T45" fmla="*/ 44 h 70"/>
                <a:gd name="T46" fmla="*/ 47 w 52"/>
                <a:gd name="T47" fmla="*/ 55 h 70"/>
                <a:gd name="T48" fmla="*/ 42 w 52"/>
                <a:gd name="T49" fmla="*/ 58 h 70"/>
                <a:gd name="T50" fmla="*/ 42 w 52"/>
                <a:gd name="T51" fmla="*/ 62 h 70"/>
                <a:gd name="T52" fmla="*/ 40 w 52"/>
                <a:gd name="T53" fmla="*/ 63 h 70"/>
                <a:gd name="T54" fmla="*/ 40 w 52"/>
                <a:gd name="T55" fmla="*/ 67 h 70"/>
                <a:gd name="T56" fmla="*/ 36 w 52"/>
                <a:gd name="T57" fmla="*/ 7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2" h="70">
                  <a:moveTo>
                    <a:pt x="36" y="70"/>
                  </a:moveTo>
                  <a:cubicBezTo>
                    <a:pt x="34" y="69"/>
                    <a:pt x="32" y="67"/>
                    <a:pt x="31" y="64"/>
                  </a:cubicBezTo>
                  <a:cubicBezTo>
                    <a:pt x="30" y="60"/>
                    <a:pt x="29" y="60"/>
                    <a:pt x="29" y="56"/>
                  </a:cubicBezTo>
                  <a:cubicBezTo>
                    <a:pt x="29" y="53"/>
                    <a:pt x="25" y="55"/>
                    <a:pt x="22" y="53"/>
                  </a:cubicBezTo>
                  <a:cubicBezTo>
                    <a:pt x="19" y="50"/>
                    <a:pt x="20" y="49"/>
                    <a:pt x="20" y="46"/>
                  </a:cubicBezTo>
                  <a:cubicBezTo>
                    <a:pt x="20" y="43"/>
                    <a:pt x="23" y="41"/>
                    <a:pt x="24" y="36"/>
                  </a:cubicBezTo>
                  <a:cubicBezTo>
                    <a:pt x="24" y="32"/>
                    <a:pt x="18" y="33"/>
                    <a:pt x="14" y="31"/>
                  </a:cubicBezTo>
                  <a:cubicBezTo>
                    <a:pt x="10" y="29"/>
                    <a:pt x="6" y="27"/>
                    <a:pt x="6" y="23"/>
                  </a:cubicBezTo>
                  <a:cubicBezTo>
                    <a:pt x="6" y="19"/>
                    <a:pt x="6" y="14"/>
                    <a:pt x="3" y="14"/>
                  </a:cubicBezTo>
                  <a:cubicBezTo>
                    <a:pt x="1" y="14"/>
                    <a:pt x="0" y="11"/>
                    <a:pt x="0" y="8"/>
                  </a:cubicBezTo>
                  <a:cubicBezTo>
                    <a:pt x="0" y="6"/>
                    <a:pt x="2" y="4"/>
                    <a:pt x="3" y="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44" y="18"/>
                    <a:pt x="44" y="18"/>
                    <a:pt x="44" y="18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0" y="67"/>
                    <a:pt x="40" y="67"/>
                    <a:pt x="40" y="67"/>
                  </a:cubicBezTo>
                  <a:lnTo>
                    <a:pt x="36" y="70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36" name="Freeform 42">
              <a:extLst>
                <a:ext uri="{FF2B5EF4-FFF2-40B4-BE49-F238E27FC236}">
                  <a16:creationId xmlns:a16="http://schemas.microsoft.com/office/drawing/2014/main" id="{296BEE08-0223-9742-B651-4B626CF08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" y="3474"/>
              <a:ext cx="169" cy="169"/>
            </a:xfrm>
            <a:custGeom>
              <a:avLst/>
              <a:gdLst>
                <a:gd name="T0" fmla="*/ 7 w 81"/>
                <a:gd name="T1" fmla="*/ 72 h 81"/>
                <a:gd name="T2" fmla="*/ 4 w 81"/>
                <a:gd name="T3" fmla="*/ 65 h 81"/>
                <a:gd name="T4" fmla="*/ 0 w 81"/>
                <a:gd name="T5" fmla="*/ 55 h 81"/>
                <a:gd name="T6" fmla="*/ 0 w 81"/>
                <a:gd name="T7" fmla="*/ 55 h 81"/>
                <a:gd name="T8" fmla="*/ 4 w 81"/>
                <a:gd name="T9" fmla="*/ 52 h 81"/>
                <a:gd name="T10" fmla="*/ 4 w 81"/>
                <a:gd name="T11" fmla="*/ 48 h 81"/>
                <a:gd name="T12" fmla="*/ 6 w 81"/>
                <a:gd name="T13" fmla="*/ 47 h 81"/>
                <a:gd name="T14" fmla="*/ 6 w 81"/>
                <a:gd name="T15" fmla="*/ 43 h 81"/>
                <a:gd name="T16" fmla="*/ 11 w 81"/>
                <a:gd name="T17" fmla="*/ 40 h 81"/>
                <a:gd name="T18" fmla="*/ 10 w 81"/>
                <a:gd name="T19" fmla="*/ 29 h 81"/>
                <a:gd name="T20" fmla="*/ 16 w 81"/>
                <a:gd name="T21" fmla="*/ 26 h 81"/>
                <a:gd name="T22" fmla="*/ 13 w 81"/>
                <a:gd name="T23" fmla="*/ 21 h 81"/>
                <a:gd name="T24" fmla="*/ 14 w 81"/>
                <a:gd name="T25" fmla="*/ 16 h 81"/>
                <a:gd name="T26" fmla="*/ 15 w 81"/>
                <a:gd name="T27" fmla="*/ 10 h 81"/>
                <a:gd name="T28" fmla="*/ 17 w 81"/>
                <a:gd name="T29" fmla="*/ 10 h 81"/>
                <a:gd name="T30" fmla="*/ 18 w 81"/>
                <a:gd name="T31" fmla="*/ 4 h 81"/>
                <a:gd name="T32" fmla="*/ 21 w 81"/>
                <a:gd name="T33" fmla="*/ 2 h 81"/>
                <a:gd name="T34" fmla="*/ 25 w 81"/>
                <a:gd name="T35" fmla="*/ 3 h 81"/>
                <a:gd name="T36" fmla="*/ 29 w 81"/>
                <a:gd name="T37" fmla="*/ 1 h 81"/>
                <a:gd name="T38" fmla="*/ 35 w 81"/>
                <a:gd name="T39" fmla="*/ 0 h 81"/>
                <a:gd name="T40" fmla="*/ 38 w 81"/>
                <a:gd name="T41" fmla="*/ 6 h 81"/>
                <a:gd name="T42" fmla="*/ 45 w 81"/>
                <a:gd name="T43" fmla="*/ 8 h 81"/>
                <a:gd name="T44" fmla="*/ 44 w 81"/>
                <a:gd name="T45" fmla="*/ 15 h 81"/>
                <a:gd name="T46" fmla="*/ 47 w 81"/>
                <a:gd name="T47" fmla="*/ 16 h 81"/>
                <a:gd name="T48" fmla="*/ 53 w 81"/>
                <a:gd name="T49" fmla="*/ 18 h 81"/>
                <a:gd name="T50" fmla="*/ 60 w 81"/>
                <a:gd name="T51" fmla="*/ 29 h 81"/>
                <a:gd name="T52" fmla="*/ 59 w 81"/>
                <a:gd name="T53" fmla="*/ 32 h 81"/>
                <a:gd name="T54" fmla="*/ 69 w 81"/>
                <a:gd name="T55" fmla="*/ 40 h 81"/>
                <a:gd name="T56" fmla="*/ 81 w 81"/>
                <a:gd name="T57" fmla="*/ 55 h 81"/>
                <a:gd name="T58" fmla="*/ 78 w 81"/>
                <a:gd name="T59" fmla="*/ 56 h 81"/>
                <a:gd name="T60" fmla="*/ 81 w 81"/>
                <a:gd name="T61" fmla="*/ 62 h 81"/>
                <a:gd name="T62" fmla="*/ 78 w 81"/>
                <a:gd name="T63" fmla="*/ 65 h 81"/>
                <a:gd name="T64" fmla="*/ 72 w 81"/>
                <a:gd name="T65" fmla="*/ 64 h 81"/>
                <a:gd name="T66" fmla="*/ 67 w 81"/>
                <a:gd name="T67" fmla="*/ 61 h 81"/>
                <a:gd name="T68" fmla="*/ 61 w 81"/>
                <a:gd name="T69" fmla="*/ 58 h 81"/>
                <a:gd name="T70" fmla="*/ 56 w 81"/>
                <a:gd name="T71" fmla="*/ 61 h 81"/>
                <a:gd name="T72" fmla="*/ 45 w 81"/>
                <a:gd name="T73" fmla="*/ 61 h 81"/>
                <a:gd name="T74" fmla="*/ 45 w 81"/>
                <a:gd name="T75" fmla="*/ 66 h 81"/>
                <a:gd name="T76" fmla="*/ 36 w 81"/>
                <a:gd name="T77" fmla="*/ 77 h 81"/>
                <a:gd name="T78" fmla="*/ 27 w 81"/>
                <a:gd name="T79" fmla="*/ 77 h 81"/>
                <a:gd name="T80" fmla="*/ 25 w 81"/>
                <a:gd name="T81" fmla="*/ 79 h 81"/>
                <a:gd name="T82" fmla="*/ 20 w 81"/>
                <a:gd name="T83" fmla="*/ 81 h 81"/>
                <a:gd name="T84" fmla="*/ 17 w 81"/>
                <a:gd name="T85" fmla="*/ 77 h 81"/>
                <a:gd name="T86" fmla="*/ 11 w 81"/>
                <a:gd name="T87" fmla="*/ 76 h 81"/>
                <a:gd name="T88" fmla="*/ 10 w 81"/>
                <a:gd name="T89" fmla="*/ 71 h 81"/>
                <a:gd name="T90" fmla="*/ 7 w 81"/>
                <a:gd name="T91" fmla="*/ 72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1" h="81">
                  <a:moveTo>
                    <a:pt x="7" y="72"/>
                  </a:moveTo>
                  <a:cubicBezTo>
                    <a:pt x="6" y="69"/>
                    <a:pt x="3" y="68"/>
                    <a:pt x="4" y="65"/>
                  </a:cubicBezTo>
                  <a:cubicBezTo>
                    <a:pt x="4" y="62"/>
                    <a:pt x="1" y="57"/>
                    <a:pt x="0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6" y="47"/>
                    <a:pt x="6" y="47"/>
                    <a:pt x="6" y="47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7" y="16"/>
                    <a:pt x="47" y="16"/>
                    <a:pt x="47" y="16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81" y="55"/>
                    <a:pt x="81" y="55"/>
                    <a:pt x="81" y="55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81" y="62"/>
                    <a:pt x="81" y="62"/>
                    <a:pt x="81" y="62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77" y="65"/>
                    <a:pt x="72" y="64"/>
                    <a:pt x="72" y="64"/>
                  </a:cubicBezTo>
                  <a:cubicBezTo>
                    <a:pt x="71" y="64"/>
                    <a:pt x="67" y="63"/>
                    <a:pt x="67" y="61"/>
                  </a:cubicBezTo>
                  <a:cubicBezTo>
                    <a:pt x="67" y="58"/>
                    <a:pt x="63" y="58"/>
                    <a:pt x="61" y="58"/>
                  </a:cubicBezTo>
                  <a:cubicBezTo>
                    <a:pt x="58" y="58"/>
                    <a:pt x="56" y="61"/>
                    <a:pt x="56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5" y="61"/>
                    <a:pt x="45" y="64"/>
                    <a:pt x="45" y="66"/>
                  </a:cubicBezTo>
                  <a:cubicBezTo>
                    <a:pt x="46" y="69"/>
                    <a:pt x="36" y="77"/>
                    <a:pt x="36" y="77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7" y="77"/>
                    <a:pt x="25" y="78"/>
                    <a:pt x="25" y="79"/>
                  </a:cubicBezTo>
                  <a:cubicBezTo>
                    <a:pt x="25" y="81"/>
                    <a:pt x="22" y="81"/>
                    <a:pt x="20" y="81"/>
                  </a:cubicBezTo>
                  <a:cubicBezTo>
                    <a:pt x="19" y="81"/>
                    <a:pt x="17" y="77"/>
                    <a:pt x="17" y="77"/>
                  </a:cubicBezTo>
                  <a:cubicBezTo>
                    <a:pt x="11" y="76"/>
                    <a:pt x="11" y="76"/>
                    <a:pt x="11" y="76"/>
                  </a:cubicBezTo>
                  <a:cubicBezTo>
                    <a:pt x="10" y="71"/>
                    <a:pt x="10" y="71"/>
                    <a:pt x="10" y="71"/>
                  </a:cubicBezTo>
                  <a:lnTo>
                    <a:pt x="7" y="72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37" name="Freeform 43">
              <a:extLst>
                <a:ext uri="{FF2B5EF4-FFF2-40B4-BE49-F238E27FC236}">
                  <a16:creationId xmlns:a16="http://schemas.microsoft.com/office/drawing/2014/main" id="{7A2B1C81-2899-9C43-89F2-C02FBB91D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" y="3364"/>
              <a:ext cx="154" cy="114"/>
            </a:xfrm>
            <a:custGeom>
              <a:avLst/>
              <a:gdLst>
                <a:gd name="T0" fmla="*/ 146 w 154"/>
                <a:gd name="T1" fmla="*/ 39 h 114"/>
                <a:gd name="T2" fmla="*/ 144 w 154"/>
                <a:gd name="T3" fmla="*/ 41 h 114"/>
                <a:gd name="T4" fmla="*/ 142 w 154"/>
                <a:gd name="T5" fmla="*/ 56 h 114"/>
                <a:gd name="T6" fmla="*/ 154 w 154"/>
                <a:gd name="T7" fmla="*/ 68 h 114"/>
                <a:gd name="T8" fmla="*/ 154 w 154"/>
                <a:gd name="T9" fmla="*/ 85 h 114"/>
                <a:gd name="T10" fmla="*/ 137 w 154"/>
                <a:gd name="T11" fmla="*/ 87 h 114"/>
                <a:gd name="T12" fmla="*/ 129 w 154"/>
                <a:gd name="T13" fmla="*/ 100 h 114"/>
                <a:gd name="T14" fmla="*/ 121 w 154"/>
                <a:gd name="T15" fmla="*/ 100 h 114"/>
                <a:gd name="T16" fmla="*/ 121 w 154"/>
                <a:gd name="T17" fmla="*/ 106 h 114"/>
                <a:gd name="T18" fmla="*/ 110 w 154"/>
                <a:gd name="T19" fmla="*/ 114 h 114"/>
                <a:gd name="T20" fmla="*/ 100 w 154"/>
                <a:gd name="T21" fmla="*/ 114 h 114"/>
                <a:gd name="T22" fmla="*/ 96 w 154"/>
                <a:gd name="T23" fmla="*/ 106 h 114"/>
                <a:gd name="T24" fmla="*/ 81 w 154"/>
                <a:gd name="T25" fmla="*/ 104 h 114"/>
                <a:gd name="T26" fmla="*/ 75 w 154"/>
                <a:gd name="T27" fmla="*/ 98 h 114"/>
                <a:gd name="T28" fmla="*/ 69 w 154"/>
                <a:gd name="T29" fmla="*/ 106 h 114"/>
                <a:gd name="T30" fmla="*/ 56 w 154"/>
                <a:gd name="T31" fmla="*/ 104 h 114"/>
                <a:gd name="T32" fmla="*/ 46 w 154"/>
                <a:gd name="T33" fmla="*/ 93 h 114"/>
                <a:gd name="T34" fmla="*/ 29 w 154"/>
                <a:gd name="T35" fmla="*/ 91 h 114"/>
                <a:gd name="T36" fmla="*/ 27 w 154"/>
                <a:gd name="T37" fmla="*/ 73 h 114"/>
                <a:gd name="T38" fmla="*/ 16 w 154"/>
                <a:gd name="T39" fmla="*/ 62 h 114"/>
                <a:gd name="T40" fmla="*/ 6 w 154"/>
                <a:gd name="T41" fmla="*/ 68 h 114"/>
                <a:gd name="T42" fmla="*/ 4 w 154"/>
                <a:gd name="T43" fmla="*/ 60 h 114"/>
                <a:gd name="T44" fmla="*/ 4 w 154"/>
                <a:gd name="T45" fmla="*/ 50 h 114"/>
                <a:gd name="T46" fmla="*/ 0 w 154"/>
                <a:gd name="T47" fmla="*/ 48 h 114"/>
                <a:gd name="T48" fmla="*/ 4 w 154"/>
                <a:gd name="T49" fmla="*/ 41 h 114"/>
                <a:gd name="T50" fmla="*/ 19 w 154"/>
                <a:gd name="T51" fmla="*/ 31 h 114"/>
                <a:gd name="T52" fmla="*/ 19 w 154"/>
                <a:gd name="T53" fmla="*/ 18 h 114"/>
                <a:gd name="T54" fmla="*/ 33 w 154"/>
                <a:gd name="T55" fmla="*/ 10 h 114"/>
                <a:gd name="T56" fmla="*/ 37 w 154"/>
                <a:gd name="T57" fmla="*/ 2 h 114"/>
                <a:gd name="T58" fmla="*/ 46 w 154"/>
                <a:gd name="T59" fmla="*/ 2 h 114"/>
                <a:gd name="T60" fmla="*/ 50 w 154"/>
                <a:gd name="T61" fmla="*/ 6 h 114"/>
                <a:gd name="T62" fmla="*/ 64 w 154"/>
                <a:gd name="T63" fmla="*/ 0 h 114"/>
                <a:gd name="T64" fmla="*/ 79 w 154"/>
                <a:gd name="T65" fmla="*/ 6 h 114"/>
                <a:gd name="T66" fmla="*/ 91 w 154"/>
                <a:gd name="T67" fmla="*/ 0 h 114"/>
                <a:gd name="T68" fmla="*/ 108 w 154"/>
                <a:gd name="T69" fmla="*/ 0 h 114"/>
                <a:gd name="T70" fmla="*/ 114 w 154"/>
                <a:gd name="T71" fmla="*/ 10 h 114"/>
                <a:gd name="T72" fmla="*/ 123 w 154"/>
                <a:gd name="T73" fmla="*/ 16 h 114"/>
                <a:gd name="T74" fmla="*/ 125 w 154"/>
                <a:gd name="T75" fmla="*/ 25 h 114"/>
                <a:gd name="T76" fmla="*/ 137 w 154"/>
                <a:gd name="T77" fmla="*/ 35 h 114"/>
                <a:gd name="T78" fmla="*/ 146 w 154"/>
                <a:gd name="T79" fmla="*/ 39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54" h="114">
                  <a:moveTo>
                    <a:pt x="146" y="39"/>
                  </a:moveTo>
                  <a:lnTo>
                    <a:pt x="144" y="41"/>
                  </a:lnTo>
                  <a:lnTo>
                    <a:pt x="142" y="56"/>
                  </a:lnTo>
                  <a:lnTo>
                    <a:pt x="154" y="68"/>
                  </a:lnTo>
                  <a:lnTo>
                    <a:pt x="154" y="85"/>
                  </a:lnTo>
                  <a:lnTo>
                    <a:pt x="137" y="87"/>
                  </a:lnTo>
                  <a:lnTo>
                    <a:pt x="129" y="100"/>
                  </a:lnTo>
                  <a:lnTo>
                    <a:pt x="121" y="100"/>
                  </a:lnTo>
                  <a:lnTo>
                    <a:pt x="121" y="106"/>
                  </a:lnTo>
                  <a:lnTo>
                    <a:pt x="110" y="114"/>
                  </a:lnTo>
                  <a:lnTo>
                    <a:pt x="100" y="114"/>
                  </a:lnTo>
                  <a:lnTo>
                    <a:pt x="96" y="106"/>
                  </a:lnTo>
                  <a:lnTo>
                    <a:pt x="81" y="104"/>
                  </a:lnTo>
                  <a:lnTo>
                    <a:pt x="75" y="98"/>
                  </a:lnTo>
                  <a:lnTo>
                    <a:pt x="69" y="106"/>
                  </a:lnTo>
                  <a:lnTo>
                    <a:pt x="56" y="104"/>
                  </a:lnTo>
                  <a:lnTo>
                    <a:pt x="46" y="93"/>
                  </a:lnTo>
                  <a:lnTo>
                    <a:pt x="29" y="91"/>
                  </a:lnTo>
                  <a:lnTo>
                    <a:pt x="27" y="73"/>
                  </a:lnTo>
                  <a:lnTo>
                    <a:pt x="16" y="62"/>
                  </a:lnTo>
                  <a:lnTo>
                    <a:pt x="6" y="68"/>
                  </a:lnTo>
                  <a:lnTo>
                    <a:pt x="4" y="60"/>
                  </a:lnTo>
                  <a:lnTo>
                    <a:pt x="4" y="50"/>
                  </a:lnTo>
                  <a:lnTo>
                    <a:pt x="0" y="48"/>
                  </a:lnTo>
                  <a:lnTo>
                    <a:pt x="4" y="41"/>
                  </a:lnTo>
                  <a:lnTo>
                    <a:pt x="19" y="31"/>
                  </a:lnTo>
                  <a:lnTo>
                    <a:pt x="19" y="18"/>
                  </a:lnTo>
                  <a:lnTo>
                    <a:pt x="33" y="10"/>
                  </a:lnTo>
                  <a:lnTo>
                    <a:pt x="37" y="2"/>
                  </a:lnTo>
                  <a:lnTo>
                    <a:pt x="46" y="2"/>
                  </a:lnTo>
                  <a:lnTo>
                    <a:pt x="50" y="6"/>
                  </a:lnTo>
                  <a:lnTo>
                    <a:pt x="64" y="0"/>
                  </a:lnTo>
                  <a:lnTo>
                    <a:pt x="79" y="6"/>
                  </a:lnTo>
                  <a:lnTo>
                    <a:pt x="91" y="0"/>
                  </a:lnTo>
                  <a:lnTo>
                    <a:pt x="108" y="0"/>
                  </a:lnTo>
                  <a:lnTo>
                    <a:pt x="114" y="10"/>
                  </a:lnTo>
                  <a:lnTo>
                    <a:pt x="123" y="16"/>
                  </a:lnTo>
                  <a:lnTo>
                    <a:pt x="125" y="25"/>
                  </a:lnTo>
                  <a:lnTo>
                    <a:pt x="137" y="35"/>
                  </a:lnTo>
                  <a:lnTo>
                    <a:pt x="146" y="39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38" name="Freeform 44">
              <a:extLst>
                <a:ext uri="{FF2B5EF4-FFF2-40B4-BE49-F238E27FC236}">
                  <a16:creationId xmlns:a16="http://schemas.microsoft.com/office/drawing/2014/main" id="{65337F60-C6DF-4345-8731-4D6A96760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" y="3412"/>
              <a:ext cx="125" cy="110"/>
            </a:xfrm>
            <a:custGeom>
              <a:avLst/>
              <a:gdLst>
                <a:gd name="T0" fmla="*/ 2 w 125"/>
                <a:gd name="T1" fmla="*/ 39 h 110"/>
                <a:gd name="T2" fmla="*/ 21 w 125"/>
                <a:gd name="T3" fmla="*/ 33 h 110"/>
                <a:gd name="T4" fmla="*/ 25 w 125"/>
                <a:gd name="T5" fmla="*/ 29 h 110"/>
                <a:gd name="T6" fmla="*/ 21 w 125"/>
                <a:gd name="T7" fmla="*/ 22 h 110"/>
                <a:gd name="T8" fmla="*/ 31 w 125"/>
                <a:gd name="T9" fmla="*/ 14 h 110"/>
                <a:gd name="T10" fmla="*/ 37 w 125"/>
                <a:gd name="T11" fmla="*/ 2 h 110"/>
                <a:gd name="T12" fmla="*/ 52 w 125"/>
                <a:gd name="T13" fmla="*/ 0 h 110"/>
                <a:gd name="T14" fmla="*/ 60 w 125"/>
                <a:gd name="T15" fmla="*/ 14 h 110"/>
                <a:gd name="T16" fmla="*/ 71 w 125"/>
                <a:gd name="T17" fmla="*/ 14 h 110"/>
                <a:gd name="T18" fmla="*/ 75 w 125"/>
                <a:gd name="T19" fmla="*/ 4 h 110"/>
                <a:gd name="T20" fmla="*/ 87 w 125"/>
                <a:gd name="T21" fmla="*/ 4 h 110"/>
                <a:gd name="T22" fmla="*/ 94 w 125"/>
                <a:gd name="T23" fmla="*/ 0 h 110"/>
                <a:gd name="T24" fmla="*/ 100 w 125"/>
                <a:gd name="T25" fmla="*/ 2 h 110"/>
                <a:gd name="T26" fmla="*/ 100 w 125"/>
                <a:gd name="T27" fmla="*/ 12 h 110"/>
                <a:gd name="T28" fmla="*/ 102 w 125"/>
                <a:gd name="T29" fmla="*/ 20 h 110"/>
                <a:gd name="T30" fmla="*/ 112 w 125"/>
                <a:gd name="T31" fmla="*/ 14 h 110"/>
                <a:gd name="T32" fmla="*/ 123 w 125"/>
                <a:gd name="T33" fmla="*/ 25 h 110"/>
                <a:gd name="T34" fmla="*/ 125 w 125"/>
                <a:gd name="T35" fmla="*/ 43 h 110"/>
                <a:gd name="T36" fmla="*/ 121 w 125"/>
                <a:gd name="T37" fmla="*/ 43 h 110"/>
                <a:gd name="T38" fmla="*/ 100 w 125"/>
                <a:gd name="T39" fmla="*/ 62 h 110"/>
                <a:gd name="T40" fmla="*/ 87 w 125"/>
                <a:gd name="T41" fmla="*/ 70 h 110"/>
                <a:gd name="T42" fmla="*/ 92 w 125"/>
                <a:gd name="T43" fmla="*/ 77 h 110"/>
                <a:gd name="T44" fmla="*/ 92 w 125"/>
                <a:gd name="T45" fmla="*/ 93 h 110"/>
                <a:gd name="T46" fmla="*/ 96 w 125"/>
                <a:gd name="T47" fmla="*/ 97 h 110"/>
                <a:gd name="T48" fmla="*/ 94 w 125"/>
                <a:gd name="T49" fmla="*/ 110 h 110"/>
                <a:gd name="T50" fmla="*/ 73 w 125"/>
                <a:gd name="T51" fmla="*/ 110 h 110"/>
                <a:gd name="T52" fmla="*/ 67 w 125"/>
                <a:gd name="T53" fmla="*/ 100 h 110"/>
                <a:gd name="T54" fmla="*/ 54 w 125"/>
                <a:gd name="T55" fmla="*/ 95 h 110"/>
                <a:gd name="T56" fmla="*/ 48 w 125"/>
                <a:gd name="T57" fmla="*/ 93 h 110"/>
                <a:gd name="T58" fmla="*/ 50 w 125"/>
                <a:gd name="T59" fmla="*/ 79 h 110"/>
                <a:gd name="T60" fmla="*/ 35 w 125"/>
                <a:gd name="T61" fmla="*/ 75 h 110"/>
                <a:gd name="T62" fmla="*/ 29 w 125"/>
                <a:gd name="T63" fmla="*/ 62 h 110"/>
                <a:gd name="T64" fmla="*/ 17 w 125"/>
                <a:gd name="T65" fmla="*/ 64 h 110"/>
                <a:gd name="T66" fmla="*/ 17 w 125"/>
                <a:gd name="T67" fmla="*/ 64 h 110"/>
                <a:gd name="T68" fmla="*/ 0 w 125"/>
                <a:gd name="T69" fmla="*/ 50 h 110"/>
                <a:gd name="T70" fmla="*/ 2 w 125"/>
                <a:gd name="T71" fmla="*/ 39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5" h="110">
                  <a:moveTo>
                    <a:pt x="2" y="39"/>
                  </a:moveTo>
                  <a:lnTo>
                    <a:pt x="21" y="33"/>
                  </a:lnTo>
                  <a:lnTo>
                    <a:pt x="25" y="29"/>
                  </a:lnTo>
                  <a:lnTo>
                    <a:pt x="21" y="22"/>
                  </a:lnTo>
                  <a:lnTo>
                    <a:pt x="31" y="14"/>
                  </a:lnTo>
                  <a:lnTo>
                    <a:pt x="37" y="2"/>
                  </a:lnTo>
                  <a:lnTo>
                    <a:pt x="52" y="0"/>
                  </a:lnTo>
                  <a:lnTo>
                    <a:pt x="60" y="14"/>
                  </a:lnTo>
                  <a:lnTo>
                    <a:pt x="71" y="14"/>
                  </a:lnTo>
                  <a:lnTo>
                    <a:pt x="75" y="4"/>
                  </a:lnTo>
                  <a:lnTo>
                    <a:pt x="87" y="4"/>
                  </a:lnTo>
                  <a:lnTo>
                    <a:pt x="94" y="0"/>
                  </a:lnTo>
                  <a:lnTo>
                    <a:pt x="100" y="2"/>
                  </a:lnTo>
                  <a:lnTo>
                    <a:pt x="100" y="12"/>
                  </a:lnTo>
                  <a:lnTo>
                    <a:pt x="102" y="20"/>
                  </a:lnTo>
                  <a:lnTo>
                    <a:pt x="112" y="14"/>
                  </a:lnTo>
                  <a:lnTo>
                    <a:pt x="123" y="25"/>
                  </a:lnTo>
                  <a:lnTo>
                    <a:pt x="125" y="43"/>
                  </a:lnTo>
                  <a:lnTo>
                    <a:pt x="121" y="43"/>
                  </a:lnTo>
                  <a:lnTo>
                    <a:pt x="100" y="62"/>
                  </a:lnTo>
                  <a:lnTo>
                    <a:pt x="87" y="70"/>
                  </a:lnTo>
                  <a:lnTo>
                    <a:pt x="92" y="77"/>
                  </a:lnTo>
                  <a:lnTo>
                    <a:pt x="92" y="93"/>
                  </a:lnTo>
                  <a:lnTo>
                    <a:pt x="96" y="97"/>
                  </a:lnTo>
                  <a:lnTo>
                    <a:pt x="94" y="110"/>
                  </a:lnTo>
                  <a:lnTo>
                    <a:pt x="73" y="110"/>
                  </a:lnTo>
                  <a:lnTo>
                    <a:pt x="67" y="100"/>
                  </a:lnTo>
                  <a:lnTo>
                    <a:pt x="54" y="95"/>
                  </a:lnTo>
                  <a:lnTo>
                    <a:pt x="48" y="93"/>
                  </a:lnTo>
                  <a:lnTo>
                    <a:pt x="50" y="79"/>
                  </a:lnTo>
                  <a:lnTo>
                    <a:pt x="35" y="75"/>
                  </a:lnTo>
                  <a:lnTo>
                    <a:pt x="29" y="62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0" y="50"/>
                  </a:lnTo>
                  <a:lnTo>
                    <a:pt x="2" y="39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39" name="Freeform 45">
              <a:extLst>
                <a:ext uri="{FF2B5EF4-FFF2-40B4-BE49-F238E27FC236}">
                  <a16:creationId xmlns:a16="http://schemas.microsoft.com/office/drawing/2014/main" id="{D5D5EB2B-743B-1546-ABDF-4FDDB736E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" y="3330"/>
              <a:ext cx="108" cy="121"/>
            </a:xfrm>
            <a:custGeom>
              <a:avLst/>
              <a:gdLst>
                <a:gd name="T0" fmla="*/ 0 w 108"/>
                <a:gd name="T1" fmla="*/ 38 h 121"/>
                <a:gd name="T2" fmla="*/ 2 w 108"/>
                <a:gd name="T3" fmla="*/ 29 h 121"/>
                <a:gd name="T4" fmla="*/ 14 w 108"/>
                <a:gd name="T5" fmla="*/ 25 h 121"/>
                <a:gd name="T6" fmla="*/ 14 w 108"/>
                <a:gd name="T7" fmla="*/ 13 h 121"/>
                <a:gd name="T8" fmla="*/ 27 w 108"/>
                <a:gd name="T9" fmla="*/ 9 h 121"/>
                <a:gd name="T10" fmla="*/ 33 w 108"/>
                <a:gd name="T11" fmla="*/ 17 h 121"/>
                <a:gd name="T12" fmla="*/ 39 w 108"/>
                <a:gd name="T13" fmla="*/ 13 h 121"/>
                <a:gd name="T14" fmla="*/ 39 w 108"/>
                <a:gd name="T15" fmla="*/ 2 h 121"/>
                <a:gd name="T16" fmla="*/ 45 w 108"/>
                <a:gd name="T17" fmla="*/ 0 h 121"/>
                <a:gd name="T18" fmla="*/ 60 w 108"/>
                <a:gd name="T19" fmla="*/ 6 h 121"/>
                <a:gd name="T20" fmla="*/ 75 w 108"/>
                <a:gd name="T21" fmla="*/ 6 h 121"/>
                <a:gd name="T22" fmla="*/ 79 w 108"/>
                <a:gd name="T23" fmla="*/ 11 h 121"/>
                <a:gd name="T24" fmla="*/ 81 w 108"/>
                <a:gd name="T25" fmla="*/ 27 h 121"/>
                <a:gd name="T26" fmla="*/ 95 w 108"/>
                <a:gd name="T27" fmla="*/ 50 h 121"/>
                <a:gd name="T28" fmla="*/ 108 w 108"/>
                <a:gd name="T29" fmla="*/ 59 h 121"/>
                <a:gd name="T30" fmla="*/ 108 w 108"/>
                <a:gd name="T31" fmla="*/ 82 h 121"/>
                <a:gd name="T32" fmla="*/ 95 w 108"/>
                <a:gd name="T33" fmla="*/ 84 h 121"/>
                <a:gd name="T34" fmla="*/ 89 w 108"/>
                <a:gd name="T35" fmla="*/ 96 h 121"/>
                <a:gd name="T36" fmla="*/ 79 w 108"/>
                <a:gd name="T37" fmla="*/ 104 h 121"/>
                <a:gd name="T38" fmla="*/ 83 w 108"/>
                <a:gd name="T39" fmla="*/ 111 h 121"/>
                <a:gd name="T40" fmla="*/ 79 w 108"/>
                <a:gd name="T41" fmla="*/ 115 h 121"/>
                <a:gd name="T42" fmla="*/ 60 w 108"/>
                <a:gd name="T43" fmla="*/ 121 h 121"/>
                <a:gd name="T44" fmla="*/ 60 w 108"/>
                <a:gd name="T45" fmla="*/ 121 h 121"/>
                <a:gd name="T46" fmla="*/ 43 w 108"/>
                <a:gd name="T47" fmla="*/ 111 h 121"/>
                <a:gd name="T48" fmla="*/ 41 w 108"/>
                <a:gd name="T49" fmla="*/ 96 h 121"/>
                <a:gd name="T50" fmla="*/ 33 w 108"/>
                <a:gd name="T51" fmla="*/ 77 h 121"/>
                <a:gd name="T52" fmla="*/ 27 w 108"/>
                <a:gd name="T53" fmla="*/ 63 h 121"/>
                <a:gd name="T54" fmla="*/ 18 w 108"/>
                <a:gd name="T55" fmla="*/ 63 h 121"/>
                <a:gd name="T56" fmla="*/ 14 w 108"/>
                <a:gd name="T57" fmla="*/ 46 h 121"/>
                <a:gd name="T58" fmla="*/ 0 w 108"/>
                <a:gd name="T59" fmla="*/ 38 h 121"/>
                <a:gd name="T60" fmla="*/ 0 w 108"/>
                <a:gd name="T61" fmla="*/ 38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8" h="121">
                  <a:moveTo>
                    <a:pt x="0" y="38"/>
                  </a:moveTo>
                  <a:lnTo>
                    <a:pt x="2" y="29"/>
                  </a:lnTo>
                  <a:lnTo>
                    <a:pt x="14" y="25"/>
                  </a:lnTo>
                  <a:lnTo>
                    <a:pt x="14" y="13"/>
                  </a:lnTo>
                  <a:lnTo>
                    <a:pt x="27" y="9"/>
                  </a:lnTo>
                  <a:lnTo>
                    <a:pt x="33" y="17"/>
                  </a:lnTo>
                  <a:lnTo>
                    <a:pt x="39" y="13"/>
                  </a:lnTo>
                  <a:lnTo>
                    <a:pt x="39" y="2"/>
                  </a:lnTo>
                  <a:lnTo>
                    <a:pt x="45" y="0"/>
                  </a:lnTo>
                  <a:lnTo>
                    <a:pt x="60" y="6"/>
                  </a:lnTo>
                  <a:lnTo>
                    <a:pt x="75" y="6"/>
                  </a:lnTo>
                  <a:lnTo>
                    <a:pt x="79" y="11"/>
                  </a:lnTo>
                  <a:lnTo>
                    <a:pt x="81" y="27"/>
                  </a:lnTo>
                  <a:lnTo>
                    <a:pt x="95" y="50"/>
                  </a:lnTo>
                  <a:lnTo>
                    <a:pt x="108" y="59"/>
                  </a:lnTo>
                  <a:lnTo>
                    <a:pt x="108" y="82"/>
                  </a:lnTo>
                  <a:lnTo>
                    <a:pt x="95" y="84"/>
                  </a:lnTo>
                  <a:lnTo>
                    <a:pt x="89" y="96"/>
                  </a:lnTo>
                  <a:lnTo>
                    <a:pt x="79" y="104"/>
                  </a:lnTo>
                  <a:lnTo>
                    <a:pt x="83" y="111"/>
                  </a:lnTo>
                  <a:lnTo>
                    <a:pt x="79" y="115"/>
                  </a:lnTo>
                  <a:lnTo>
                    <a:pt x="60" y="121"/>
                  </a:lnTo>
                  <a:lnTo>
                    <a:pt x="60" y="121"/>
                  </a:lnTo>
                  <a:lnTo>
                    <a:pt x="43" y="111"/>
                  </a:lnTo>
                  <a:lnTo>
                    <a:pt x="41" y="96"/>
                  </a:lnTo>
                  <a:lnTo>
                    <a:pt x="33" y="77"/>
                  </a:lnTo>
                  <a:lnTo>
                    <a:pt x="27" y="63"/>
                  </a:lnTo>
                  <a:lnTo>
                    <a:pt x="18" y="63"/>
                  </a:lnTo>
                  <a:lnTo>
                    <a:pt x="14" y="46"/>
                  </a:lnTo>
                  <a:lnTo>
                    <a:pt x="0" y="38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40" name="Freeform 46">
              <a:extLst>
                <a:ext uri="{FF2B5EF4-FFF2-40B4-BE49-F238E27FC236}">
                  <a16:creationId xmlns:a16="http://schemas.microsoft.com/office/drawing/2014/main" id="{61D219F5-7B0E-E345-A826-52E3AC0E12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8" y="3316"/>
              <a:ext cx="104" cy="112"/>
            </a:xfrm>
            <a:custGeom>
              <a:avLst/>
              <a:gdLst>
                <a:gd name="T0" fmla="*/ 0 w 104"/>
                <a:gd name="T1" fmla="*/ 23 h 112"/>
                <a:gd name="T2" fmla="*/ 10 w 104"/>
                <a:gd name="T3" fmla="*/ 10 h 112"/>
                <a:gd name="T4" fmla="*/ 23 w 104"/>
                <a:gd name="T5" fmla="*/ 12 h 112"/>
                <a:gd name="T6" fmla="*/ 27 w 104"/>
                <a:gd name="T7" fmla="*/ 4 h 112"/>
                <a:gd name="T8" fmla="*/ 37 w 104"/>
                <a:gd name="T9" fmla="*/ 2 h 112"/>
                <a:gd name="T10" fmla="*/ 54 w 104"/>
                <a:gd name="T11" fmla="*/ 14 h 112"/>
                <a:gd name="T12" fmla="*/ 60 w 104"/>
                <a:gd name="T13" fmla="*/ 14 h 112"/>
                <a:gd name="T14" fmla="*/ 60 w 104"/>
                <a:gd name="T15" fmla="*/ 2 h 112"/>
                <a:gd name="T16" fmla="*/ 68 w 104"/>
                <a:gd name="T17" fmla="*/ 0 h 112"/>
                <a:gd name="T18" fmla="*/ 79 w 104"/>
                <a:gd name="T19" fmla="*/ 10 h 112"/>
                <a:gd name="T20" fmla="*/ 83 w 104"/>
                <a:gd name="T21" fmla="*/ 4 h 112"/>
                <a:gd name="T22" fmla="*/ 91 w 104"/>
                <a:gd name="T23" fmla="*/ 10 h 112"/>
                <a:gd name="T24" fmla="*/ 104 w 104"/>
                <a:gd name="T25" fmla="*/ 14 h 112"/>
                <a:gd name="T26" fmla="*/ 100 w 104"/>
                <a:gd name="T27" fmla="*/ 35 h 112"/>
                <a:gd name="T28" fmla="*/ 100 w 104"/>
                <a:gd name="T29" fmla="*/ 48 h 112"/>
                <a:gd name="T30" fmla="*/ 102 w 104"/>
                <a:gd name="T31" fmla="*/ 62 h 112"/>
                <a:gd name="T32" fmla="*/ 96 w 104"/>
                <a:gd name="T33" fmla="*/ 66 h 112"/>
                <a:gd name="T34" fmla="*/ 96 w 104"/>
                <a:gd name="T35" fmla="*/ 79 h 112"/>
                <a:gd name="T36" fmla="*/ 81 w 104"/>
                <a:gd name="T37" fmla="*/ 89 h 112"/>
                <a:gd name="T38" fmla="*/ 77 w 104"/>
                <a:gd name="T39" fmla="*/ 96 h 112"/>
                <a:gd name="T40" fmla="*/ 75 w 104"/>
                <a:gd name="T41" fmla="*/ 96 h 112"/>
                <a:gd name="T42" fmla="*/ 68 w 104"/>
                <a:gd name="T43" fmla="*/ 100 h 112"/>
                <a:gd name="T44" fmla="*/ 56 w 104"/>
                <a:gd name="T45" fmla="*/ 100 h 112"/>
                <a:gd name="T46" fmla="*/ 52 w 104"/>
                <a:gd name="T47" fmla="*/ 110 h 112"/>
                <a:gd name="T48" fmla="*/ 41 w 104"/>
                <a:gd name="T49" fmla="*/ 110 h 112"/>
                <a:gd name="T50" fmla="*/ 33 w 104"/>
                <a:gd name="T51" fmla="*/ 96 h 112"/>
                <a:gd name="T52" fmla="*/ 18 w 104"/>
                <a:gd name="T53" fmla="*/ 98 h 112"/>
                <a:gd name="T54" fmla="*/ 31 w 104"/>
                <a:gd name="T55" fmla="*/ 96 h 112"/>
                <a:gd name="T56" fmla="*/ 31 w 104"/>
                <a:gd name="T57" fmla="*/ 73 h 112"/>
                <a:gd name="T58" fmla="*/ 18 w 104"/>
                <a:gd name="T59" fmla="*/ 64 h 112"/>
                <a:gd name="T60" fmla="*/ 4 w 104"/>
                <a:gd name="T61" fmla="*/ 41 h 112"/>
                <a:gd name="T62" fmla="*/ 2 w 104"/>
                <a:gd name="T63" fmla="*/ 25 h 112"/>
                <a:gd name="T64" fmla="*/ 0 w 104"/>
                <a:gd name="T65" fmla="*/ 23 h 112"/>
                <a:gd name="T66" fmla="*/ 0 w 104"/>
                <a:gd name="T67" fmla="*/ 23 h 112"/>
                <a:gd name="T68" fmla="*/ 10 w 104"/>
                <a:gd name="T69" fmla="*/ 112 h 112"/>
                <a:gd name="T70" fmla="*/ 10 w 104"/>
                <a:gd name="T71" fmla="*/ 112 h 112"/>
                <a:gd name="T72" fmla="*/ 12 w 104"/>
                <a:gd name="T73" fmla="*/ 110 h 112"/>
                <a:gd name="T74" fmla="*/ 10 w 104"/>
                <a:gd name="T75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4" h="112">
                  <a:moveTo>
                    <a:pt x="0" y="23"/>
                  </a:moveTo>
                  <a:lnTo>
                    <a:pt x="10" y="10"/>
                  </a:lnTo>
                  <a:lnTo>
                    <a:pt x="23" y="12"/>
                  </a:lnTo>
                  <a:lnTo>
                    <a:pt x="27" y="4"/>
                  </a:lnTo>
                  <a:lnTo>
                    <a:pt x="37" y="2"/>
                  </a:lnTo>
                  <a:lnTo>
                    <a:pt x="54" y="14"/>
                  </a:lnTo>
                  <a:lnTo>
                    <a:pt x="60" y="14"/>
                  </a:lnTo>
                  <a:lnTo>
                    <a:pt x="60" y="2"/>
                  </a:lnTo>
                  <a:lnTo>
                    <a:pt x="68" y="0"/>
                  </a:lnTo>
                  <a:lnTo>
                    <a:pt x="79" y="10"/>
                  </a:lnTo>
                  <a:lnTo>
                    <a:pt x="83" y="4"/>
                  </a:lnTo>
                  <a:lnTo>
                    <a:pt x="91" y="10"/>
                  </a:lnTo>
                  <a:lnTo>
                    <a:pt x="104" y="14"/>
                  </a:lnTo>
                  <a:lnTo>
                    <a:pt x="100" y="35"/>
                  </a:lnTo>
                  <a:lnTo>
                    <a:pt x="100" y="48"/>
                  </a:lnTo>
                  <a:lnTo>
                    <a:pt x="102" y="62"/>
                  </a:lnTo>
                  <a:lnTo>
                    <a:pt x="96" y="66"/>
                  </a:lnTo>
                  <a:lnTo>
                    <a:pt x="96" y="79"/>
                  </a:lnTo>
                  <a:lnTo>
                    <a:pt x="81" y="89"/>
                  </a:lnTo>
                  <a:lnTo>
                    <a:pt x="77" y="96"/>
                  </a:lnTo>
                  <a:lnTo>
                    <a:pt x="75" y="96"/>
                  </a:lnTo>
                  <a:lnTo>
                    <a:pt x="68" y="100"/>
                  </a:lnTo>
                  <a:lnTo>
                    <a:pt x="56" y="100"/>
                  </a:lnTo>
                  <a:lnTo>
                    <a:pt x="52" y="110"/>
                  </a:lnTo>
                  <a:lnTo>
                    <a:pt x="41" y="110"/>
                  </a:lnTo>
                  <a:lnTo>
                    <a:pt x="33" y="96"/>
                  </a:lnTo>
                  <a:lnTo>
                    <a:pt x="18" y="98"/>
                  </a:lnTo>
                  <a:lnTo>
                    <a:pt x="31" y="96"/>
                  </a:lnTo>
                  <a:lnTo>
                    <a:pt x="31" y="73"/>
                  </a:lnTo>
                  <a:lnTo>
                    <a:pt x="18" y="64"/>
                  </a:lnTo>
                  <a:lnTo>
                    <a:pt x="4" y="41"/>
                  </a:lnTo>
                  <a:lnTo>
                    <a:pt x="2" y="25"/>
                  </a:lnTo>
                  <a:lnTo>
                    <a:pt x="0" y="23"/>
                  </a:lnTo>
                  <a:lnTo>
                    <a:pt x="0" y="23"/>
                  </a:lnTo>
                  <a:close/>
                  <a:moveTo>
                    <a:pt x="10" y="112"/>
                  </a:moveTo>
                  <a:lnTo>
                    <a:pt x="10" y="112"/>
                  </a:lnTo>
                  <a:lnTo>
                    <a:pt x="12" y="110"/>
                  </a:lnTo>
                  <a:lnTo>
                    <a:pt x="10" y="112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41" name="Freeform 47">
              <a:extLst>
                <a:ext uri="{FF2B5EF4-FFF2-40B4-BE49-F238E27FC236}">
                  <a16:creationId xmlns:a16="http://schemas.microsoft.com/office/drawing/2014/main" id="{399AB197-C532-F144-AF2F-2D92CCA34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3243"/>
              <a:ext cx="142" cy="96"/>
            </a:xfrm>
            <a:custGeom>
              <a:avLst/>
              <a:gdLst>
                <a:gd name="T0" fmla="*/ 0 w 142"/>
                <a:gd name="T1" fmla="*/ 14 h 96"/>
                <a:gd name="T2" fmla="*/ 4 w 142"/>
                <a:gd name="T3" fmla="*/ 10 h 96"/>
                <a:gd name="T4" fmla="*/ 12 w 142"/>
                <a:gd name="T5" fmla="*/ 8 h 96"/>
                <a:gd name="T6" fmla="*/ 19 w 142"/>
                <a:gd name="T7" fmla="*/ 0 h 96"/>
                <a:gd name="T8" fmla="*/ 31 w 142"/>
                <a:gd name="T9" fmla="*/ 0 h 96"/>
                <a:gd name="T10" fmla="*/ 40 w 142"/>
                <a:gd name="T11" fmla="*/ 16 h 96"/>
                <a:gd name="T12" fmla="*/ 50 w 142"/>
                <a:gd name="T13" fmla="*/ 12 h 96"/>
                <a:gd name="T14" fmla="*/ 65 w 142"/>
                <a:gd name="T15" fmla="*/ 25 h 96"/>
                <a:gd name="T16" fmla="*/ 81 w 142"/>
                <a:gd name="T17" fmla="*/ 14 h 96"/>
                <a:gd name="T18" fmla="*/ 104 w 142"/>
                <a:gd name="T19" fmla="*/ 16 h 96"/>
                <a:gd name="T20" fmla="*/ 121 w 142"/>
                <a:gd name="T21" fmla="*/ 33 h 96"/>
                <a:gd name="T22" fmla="*/ 133 w 142"/>
                <a:gd name="T23" fmla="*/ 35 h 96"/>
                <a:gd name="T24" fmla="*/ 142 w 142"/>
                <a:gd name="T25" fmla="*/ 50 h 96"/>
                <a:gd name="T26" fmla="*/ 131 w 142"/>
                <a:gd name="T27" fmla="*/ 62 h 96"/>
                <a:gd name="T28" fmla="*/ 131 w 142"/>
                <a:gd name="T29" fmla="*/ 81 h 96"/>
                <a:gd name="T30" fmla="*/ 127 w 142"/>
                <a:gd name="T31" fmla="*/ 77 h 96"/>
                <a:gd name="T32" fmla="*/ 123 w 142"/>
                <a:gd name="T33" fmla="*/ 83 h 96"/>
                <a:gd name="T34" fmla="*/ 112 w 142"/>
                <a:gd name="T35" fmla="*/ 73 h 96"/>
                <a:gd name="T36" fmla="*/ 104 w 142"/>
                <a:gd name="T37" fmla="*/ 75 h 96"/>
                <a:gd name="T38" fmla="*/ 104 w 142"/>
                <a:gd name="T39" fmla="*/ 87 h 96"/>
                <a:gd name="T40" fmla="*/ 98 w 142"/>
                <a:gd name="T41" fmla="*/ 87 h 96"/>
                <a:gd name="T42" fmla="*/ 81 w 142"/>
                <a:gd name="T43" fmla="*/ 75 h 96"/>
                <a:gd name="T44" fmla="*/ 71 w 142"/>
                <a:gd name="T45" fmla="*/ 77 h 96"/>
                <a:gd name="T46" fmla="*/ 67 w 142"/>
                <a:gd name="T47" fmla="*/ 85 h 96"/>
                <a:gd name="T48" fmla="*/ 54 w 142"/>
                <a:gd name="T49" fmla="*/ 83 h 96"/>
                <a:gd name="T50" fmla="*/ 44 w 142"/>
                <a:gd name="T51" fmla="*/ 96 h 96"/>
                <a:gd name="T52" fmla="*/ 42 w 142"/>
                <a:gd name="T53" fmla="*/ 93 h 96"/>
                <a:gd name="T54" fmla="*/ 27 w 142"/>
                <a:gd name="T55" fmla="*/ 93 h 96"/>
                <a:gd name="T56" fmla="*/ 12 w 142"/>
                <a:gd name="T57" fmla="*/ 87 h 96"/>
                <a:gd name="T58" fmla="*/ 12 w 142"/>
                <a:gd name="T59" fmla="*/ 79 h 96"/>
                <a:gd name="T60" fmla="*/ 2 w 142"/>
                <a:gd name="T61" fmla="*/ 68 h 96"/>
                <a:gd name="T62" fmla="*/ 0 w 142"/>
                <a:gd name="T63" fmla="*/ 60 h 96"/>
                <a:gd name="T64" fmla="*/ 8 w 142"/>
                <a:gd name="T65" fmla="*/ 54 h 96"/>
                <a:gd name="T66" fmla="*/ 8 w 142"/>
                <a:gd name="T67" fmla="*/ 41 h 96"/>
                <a:gd name="T68" fmla="*/ 6 w 142"/>
                <a:gd name="T69" fmla="*/ 31 h 96"/>
                <a:gd name="T70" fmla="*/ 4 w 142"/>
                <a:gd name="T71" fmla="*/ 14 h 96"/>
                <a:gd name="T72" fmla="*/ 0 w 142"/>
                <a:gd name="T73" fmla="*/ 1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2" h="96">
                  <a:moveTo>
                    <a:pt x="0" y="14"/>
                  </a:moveTo>
                  <a:lnTo>
                    <a:pt x="4" y="10"/>
                  </a:lnTo>
                  <a:lnTo>
                    <a:pt x="12" y="8"/>
                  </a:lnTo>
                  <a:lnTo>
                    <a:pt x="19" y="0"/>
                  </a:lnTo>
                  <a:lnTo>
                    <a:pt x="31" y="0"/>
                  </a:lnTo>
                  <a:lnTo>
                    <a:pt x="40" y="16"/>
                  </a:lnTo>
                  <a:lnTo>
                    <a:pt x="50" y="12"/>
                  </a:lnTo>
                  <a:lnTo>
                    <a:pt x="65" y="25"/>
                  </a:lnTo>
                  <a:lnTo>
                    <a:pt x="81" y="14"/>
                  </a:lnTo>
                  <a:lnTo>
                    <a:pt x="104" y="16"/>
                  </a:lnTo>
                  <a:lnTo>
                    <a:pt x="121" y="33"/>
                  </a:lnTo>
                  <a:lnTo>
                    <a:pt x="133" y="35"/>
                  </a:lnTo>
                  <a:lnTo>
                    <a:pt x="142" y="50"/>
                  </a:lnTo>
                  <a:lnTo>
                    <a:pt x="131" y="62"/>
                  </a:lnTo>
                  <a:lnTo>
                    <a:pt x="131" y="81"/>
                  </a:lnTo>
                  <a:lnTo>
                    <a:pt x="127" y="77"/>
                  </a:lnTo>
                  <a:lnTo>
                    <a:pt x="123" y="83"/>
                  </a:lnTo>
                  <a:lnTo>
                    <a:pt x="112" y="73"/>
                  </a:lnTo>
                  <a:lnTo>
                    <a:pt x="104" y="75"/>
                  </a:lnTo>
                  <a:lnTo>
                    <a:pt x="104" y="87"/>
                  </a:lnTo>
                  <a:lnTo>
                    <a:pt x="98" y="87"/>
                  </a:lnTo>
                  <a:lnTo>
                    <a:pt x="81" y="75"/>
                  </a:lnTo>
                  <a:lnTo>
                    <a:pt x="71" y="77"/>
                  </a:lnTo>
                  <a:lnTo>
                    <a:pt x="67" y="85"/>
                  </a:lnTo>
                  <a:lnTo>
                    <a:pt x="54" y="83"/>
                  </a:lnTo>
                  <a:lnTo>
                    <a:pt x="44" y="96"/>
                  </a:lnTo>
                  <a:lnTo>
                    <a:pt x="42" y="93"/>
                  </a:lnTo>
                  <a:lnTo>
                    <a:pt x="27" y="93"/>
                  </a:lnTo>
                  <a:lnTo>
                    <a:pt x="12" y="87"/>
                  </a:lnTo>
                  <a:lnTo>
                    <a:pt x="12" y="79"/>
                  </a:lnTo>
                  <a:lnTo>
                    <a:pt x="2" y="68"/>
                  </a:lnTo>
                  <a:lnTo>
                    <a:pt x="0" y="60"/>
                  </a:lnTo>
                  <a:lnTo>
                    <a:pt x="8" y="54"/>
                  </a:lnTo>
                  <a:lnTo>
                    <a:pt x="8" y="41"/>
                  </a:lnTo>
                  <a:lnTo>
                    <a:pt x="6" y="31"/>
                  </a:lnTo>
                  <a:lnTo>
                    <a:pt x="4" y="14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42" name="Freeform 48">
              <a:extLst>
                <a:ext uri="{FF2B5EF4-FFF2-40B4-BE49-F238E27FC236}">
                  <a16:creationId xmlns:a16="http://schemas.microsoft.com/office/drawing/2014/main" id="{5CF10BB9-689D-C84F-8BC6-369279C3F0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52" y="3205"/>
              <a:ext cx="137" cy="173"/>
            </a:xfrm>
            <a:custGeom>
              <a:avLst/>
              <a:gdLst>
                <a:gd name="T0" fmla="*/ 31 w 137"/>
                <a:gd name="T1" fmla="*/ 11 h 173"/>
                <a:gd name="T2" fmla="*/ 44 w 137"/>
                <a:gd name="T3" fmla="*/ 11 h 173"/>
                <a:gd name="T4" fmla="*/ 56 w 137"/>
                <a:gd name="T5" fmla="*/ 0 h 173"/>
                <a:gd name="T6" fmla="*/ 64 w 137"/>
                <a:gd name="T7" fmla="*/ 17 h 173"/>
                <a:gd name="T8" fmla="*/ 77 w 137"/>
                <a:gd name="T9" fmla="*/ 19 h 173"/>
                <a:gd name="T10" fmla="*/ 94 w 137"/>
                <a:gd name="T11" fmla="*/ 27 h 173"/>
                <a:gd name="T12" fmla="*/ 102 w 137"/>
                <a:gd name="T13" fmla="*/ 27 h 173"/>
                <a:gd name="T14" fmla="*/ 121 w 137"/>
                <a:gd name="T15" fmla="*/ 36 h 173"/>
                <a:gd name="T16" fmla="*/ 137 w 137"/>
                <a:gd name="T17" fmla="*/ 40 h 173"/>
                <a:gd name="T18" fmla="*/ 133 w 137"/>
                <a:gd name="T19" fmla="*/ 54 h 173"/>
                <a:gd name="T20" fmla="*/ 125 w 137"/>
                <a:gd name="T21" fmla="*/ 69 h 173"/>
                <a:gd name="T22" fmla="*/ 121 w 137"/>
                <a:gd name="T23" fmla="*/ 77 h 173"/>
                <a:gd name="T24" fmla="*/ 119 w 137"/>
                <a:gd name="T25" fmla="*/ 86 h 173"/>
                <a:gd name="T26" fmla="*/ 110 w 137"/>
                <a:gd name="T27" fmla="*/ 92 h 173"/>
                <a:gd name="T28" fmla="*/ 114 w 137"/>
                <a:gd name="T29" fmla="*/ 102 h 173"/>
                <a:gd name="T30" fmla="*/ 123 w 137"/>
                <a:gd name="T31" fmla="*/ 100 h 173"/>
                <a:gd name="T32" fmla="*/ 123 w 137"/>
                <a:gd name="T33" fmla="*/ 117 h 173"/>
                <a:gd name="T34" fmla="*/ 137 w 137"/>
                <a:gd name="T35" fmla="*/ 123 h 173"/>
                <a:gd name="T36" fmla="*/ 137 w 137"/>
                <a:gd name="T37" fmla="*/ 134 h 173"/>
                <a:gd name="T38" fmla="*/ 131 w 137"/>
                <a:gd name="T39" fmla="*/ 146 h 173"/>
                <a:gd name="T40" fmla="*/ 129 w 137"/>
                <a:gd name="T41" fmla="*/ 159 h 173"/>
                <a:gd name="T42" fmla="*/ 114 w 137"/>
                <a:gd name="T43" fmla="*/ 159 h 173"/>
                <a:gd name="T44" fmla="*/ 102 w 137"/>
                <a:gd name="T45" fmla="*/ 165 h 173"/>
                <a:gd name="T46" fmla="*/ 87 w 137"/>
                <a:gd name="T47" fmla="*/ 159 h 173"/>
                <a:gd name="T48" fmla="*/ 73 w 137"/>
                <a:gd name="T49" fmla="*/ 165 h 173"/>
                <a:gd name="T50" fmla="*/ 69 w 137"/>
                <a:gd name="T51" fmla="*/ 161 h 173"/>
                <a:gd name="T52" fmla="*/ 60 w 137"/>
                <a:gd name="T53" fmla="*/ 161 h 173"/>
                <a:gd name="T54" fmla="*/ 56 w 137"/>
                <a:gd name="T55" fmla="*/ 169 h 173"/>
                <a:gd name="T56" fmla="*/ 48 w 137"/>
                <a:gd name="T57" fmla="*/ 173 h 173"/>
                <a:gd name="T58" fmla="*/ 46 w 137"/>
                <a:gd name="T59" fmla="*/ 159 h 173"/>
                <a:gd name="T60" fmla="*/ 46 w 137"/>
                <a:gd name="T61" fmla="*/ 146 h 173"/>
                <a:gd name="T62" fmla="*/ 50 w 137"/>
                <a:gd name="T63" fmla="*/ 125 h 173"/>
                <a:gd name="T64" fmla="*/ 37 w 137"/>
                <a:gd name="T65" fmla="*/ 121 h 173"/>
                <a:gd name="T66" fmla="*/ 33 w 137"/>
                <a:gd name="T67" fmla="*/ 119 h 173"/>
                <a:gd name="T68" fmla="*/ 33 w 137"/>
                <a:gd name="T69" fmla="*/ 100 h 173"/>
                <a:gd name="T70" fmla="*/ 44 w 137"/>
                <a:gd name="T71" fmla="*/ 88 h 173"/>
                <a:gd name="T72" fmla="*/ 35 w 137"/>
                <a:gd name="T73" fmla="*/ 73 h 173"/>
                <a:gd name="T74" fmla="*/ 23 w 137"/>
                <a:gd name="T75" fmla="*/ 71 h 173"/>
                <a:gd name="T76" fmla="*/ 6 w 137"/>
                <a:gd name="T77" fmla="*/ 54 h 173"/>
                <a:gd name="T78" fmla="*/ 0 w 137"/>
                <a:gd name="T79" fmla="*/ 54 h 173"/>
                <a:gd name="T80" fmla="*/ 14 w 137"/>
                <a:gd name="T81" fmla="*/ 34 h 173"/>
                <a:gd name="T82" fmla="*/ 29 w 137"/>
                <a:gd name="T83" fmla="*/ 29 h 173"/>
                <a:gd name="T84" fmla="*/ 31 w 137"/>
                <a:gd name="T85" fmla="*/ 13 h 173"/>
                <a:gd name="T86" fmla="*/ 31 w 137"/>
                <a:gd name="T87" fmla="*/ 11 h 173"/>
                <a:gd name="T88" fmla="*/ 31 w 137"/>
                <a:gd name="T89" fmla="*/ 11 h 173"/>
                <a:gd name="T90" fmla="*/ 60 w 137"/>
                <a:gd name="T91" fmla="*/ 73 h 173"/>
                <a:gd name="T92" fmla="*/ 62 w 137"/>
                <a:gd name="T93" fmla="*/ 81 h 173"/>
                <a:gd name="T94" fmla="*/ 60 w 137"/>
                <a:gd name="T95" fmla="*/ 88 h 173"/>
                <a:gd name="T96" fmla="*/ 58 w 137"/>
                <a:gd name="T97" fmla="*/ 98 h 173"/>
                <a:gd name="T98" fmla="*/ 69 w 137"/>
                <a:gd name="T99" fmla="*/ 98 h 173"/>
                <a:gd name="T100" fmla="*/ 75 w 137"/>
                <a:gd name="T101" fmla="*/ 92 h 173"/>
                <a:gd name="T102" fmla="*/ 81 w 137"/>
                <a:gd name="T103" fmla="*/ 98 h 173"/>
                <a:gd name="T104" fmla="*/ 89 w 137"/>
                <a:gd name="T105" fmla="*/ 98 h 173"/>
                <a:gd name="T106" fmla="*/ 89 w 137"/>
                <a:gd name="T107" fmla="*/ 86 h 173"/>
                <a:gd name="T108" fmla="*/ 98 w 137"/>
                <a:gd name="T109" fmla="*/ 77 h 173"/>
                <a:gd name="T110" fmla="*/ 87 w 137"/>
                <a:gd name="T111" fmla="*/ 69 h 173"/>
                <a:gd name="T112" fmla="*/ 85 w 137"/>
                <a:gd name="T113" fmla="*/ 56 h 173"/>
                <a:gd name="T114" fmla="*/ 73 w 137"/>
                <a:gd name="T115" fmla="*/ 61 h 173"/>
                <a:gd name="T116" fmla="*/ 73 w 137"/>
                <a:gd name="T117" fmla="*/ 73 h 173"/>
                <a:gd name="T118" fmla="*/ 60 w 137"/>
                <a:gd name="T119" fmla="*/ 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7" h="173">
                  <a:moveTo>
                    <a:pt x="31" y="11"/>
                  </a:moveTo>
                  <a:lnTo>
                    <a:pt x="44" y="11"/>
                  </a:lnTo>
                  <a:lnTo>
                    <a:pt x="56" y="0"/>
                  </a:lnTo>
                  <a:lnTo>
                    <a:pt x="64" y="17"/>
                  </a:lnTo>
                  <a:lnTo>
                    <a:pt x="77" y="19"/>
                  </a:lnTo>
                  <a:lnTo>
                    <a:pt x="94" y="27"/>
                  </a:lnTo>
                  <a:lnTo>
                    <a:pt x="102" y="27"/>
                  </a:lnTo>
                  <a:lnTo>
                    <a:pt x="121" y="36"/>
                  </a:lnTo>
                  <a:lnTo>
                    <a:pt x="137" y="40"/>
                  </a:lnTo>
                  <a:lnTo>
                    <a:pt x="133" y="54"/>
                  </a:lnTo>
                  <a:lnTo>
                    <a:pt x="125" y="69"/>
                  </a:lnTo>
                  <a:lnTo>
                    <a:pt x="121" y="77"/>
                  </a:lnTo>
                  <a:lnTo>
                    <a:pt x="119" y="86"/>
                  </a:lnTo>
                  <a:lnTo>
                    <a:pt x="110" y="92"/>
                  </a:lnTo>
                  <a:lnTo>
                    <a:pt x="114" y="102"/>
                  </a:lnTo>
                  <a:lnTo>
                    <a:pt x="123" y="100"/>
                  </a:lnTo>
                  <a:lnTo>
                    <a:pt x="123" y="117"/>
                  </a:lnTo>
                  <a:lnTo>
                    <a:pt x="137" y="123"/>
                  </a:lnTo>
                  <a:lnTo>
                    <a:pt x="137" y="134"/>
                  </a:lnTo>
                  <a:lnTo>
                    <a:pt x="131" y="146"/>
                  </a:lnTo>
                  <a:lnTo>
                    <a:pt x="129" y="159"/>
                  </a:lnTo>
                  <a:lnTo>
                    <a:pt x="114" y="159"/>
                  </a:lnTo>
                  <a:lnTo>
                    <a:pt x="102" y="165"/>
                  </a:lnTo>
                  <a:lnTo>
                    <a:pt x="87" y="159"/>
                  </a:lnTo>
                  <a:lnTo>
                    <a:pt x="73" y="165"/>
                  </a:lnTo>
                  <a:lnTo>
                    <a:pt x="69" y="161"/>
                  </a:lnTo>
                  <a:lnTo>
                    <a:pt x="60" y="161"/>
                  </a:lnTo>
                  <a:lnTo>
                    <a:pt x="56" y="169"/>
                  </a:lnTo>
                  <a:lnTo>
                    <a:pt x="48" y="173"/>
                  </a:lnTo>
                  <a:lnTo>
                    <a:pt x="46" y="159"/>
                  </a:lnTo>
                  <a:lnTo>
                    <a:pt x="46" y="146"/>
                  </a:lnTo>
                  <a:lnTo>
                    <a:pt x="50" y="125"/>
                  </a:lnTo>
                  <a:lnTo>
                    <a:pt x="37" y="121"/>
                  </a:lnTo>
                  <a:lnTo>
                    <a:pt x="33" y="119"/>
                  </a:lnTo>
                  <a:lnTo>
                    <a:pt x="33" y="100"/>
                  </a:lnTo>
                  <a:lnTo>
                    <a:pt x="44" y="88"/>
                  </a:lnTo>
                  <a:lnTo>
                    <a:pt x="35" y="73"/>
                  </a:lnTo>
                  <a:lnTo>
                    <a:pt x="23" y="71"/>
                  </a:lnTo>
                  <a:lnTo>
                    <a:pt x="6" y="54"/>
                  </a:lnTo>
                  <a:lnTo>
                    <a:pt x="0" y="54"/>
                  </a:lnTo>
                  <a:lnTo>
                    <a:pt x="14" y="34"/>
                  </a:lnTo>
                  <a:lnTo>
                    <a:pt x="29" y="29"/>
                  </a:lnTo>
                  <a:lnTo>
                    <a:pt x="31" y="13"/>
                  </a:lnTo>
                  <a:lnTo>
                    <a:pt x="31" y="11"/>
                  </a:lnTo>
                  <a:lnTo>
                    <a:pt x="31" y="11"/>
                  </a:lnTo>
                  <a:close/>
                  <a:moveTo>
                    <a:pt x="60" y="73"/>
                  </a:moveTo>
                  <a:lnTo>
                    <a:pt x="62" y="81"/>
                  </a:lnTo>
                  <a:lnTo>
                    <a:pt x="60" y="88"/>
                  </a:lnTo>
                  <a:lnTo>
                    <a:pt x="58" y="98"/>
                  </a:lnTo>
                  <a:lnTo>
                    <a:pt x="69" y="98"/>
                  </a:lnTo>
                  <a:lnTo>
                    <a:pt x="75" y="92"/>
                  </a:lnTo>
                  <a:lnTo>
                    <a:pt x="81" y="98"/>
                  </a:lnTo>
                  <a:lnTo>
                    <a:pt x="89" y="98"/>
                  </a:lnTo>
                  <a:lnTo>
                    <a:pt x="89" y="86"/>
                  </a:lnTo>
                  <a:lnTo>
                    <a:pt x="98" y="77"/>
                  </a:lnTo>
                  <a:lnTo>
                    <a:pt x="87" y="69"/>
                  </a:lnTo>
                  <a:lnTo>
                    <a:pt x="85" y="56"/>
                  </a:lnTo>
                  <a:lnTo>
                    <a:pt x="73" y="61"/>
                  </a:lnTo>
                  <a:lnTo>
                    <a:pt x="73" y="73"/>
                  </a:lnTo>
                  <a:lnTo>
                    <a:pt x="60" y="73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43" name="Freeform 49">
              <a:extLst>
                <a:ext uri="{FF2B5EF4-FFF2-40B4-BE49-F238E27FC236}">
                  <a16:creationId xmlns:a16="http://schemas.microsoft.com/office/drawing/2014/main" id="{F26D49C3-E2F3-7D47-8AC6-6167FBAB7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0" y="3261"/>
              <a:ext cx="40" cy="42"/>
            </a:xfrm>
            <a:custGeom>
              <a:avLst/>
              <a:gdLst>
                <a:gd name="T0" fmla="*/ 2 w 40"/>
                <a:gd name="T1" fmla="*/ 17 h 42"/>
                <a:gd name="T2" fmla="*/ 15 w 40"/>
                <a:gd name="T3" fmla="*/ 17 h 42"/>
                <a:gd name="T4" fmla="*/ 15 w 40"/>
                <a:gd name="T5" fmla="*/ 5 h 42"/>
                <a:gd name="T6" fmla="*/ 27 w 40"/>
                <a:gd name="T7" fmla="*/ 0 h 42"/>
                <a:gd name="T8" fmla="*/ 29 w 40"/>
                <a:gd name="T9" fmla="*/ 13 h 42"/>
                <a:gd name="T10" fmla="*/ 40 w 40"/>
                <a:gd name="T11" fmla="*/ 21 h 42"/>
                <a:gd name="T12" fmla="*/ 31 w 40"/>
                <a:gd name="T13" fmla="*/ 30 h 42"/>
                <a:gd name="T14" fmla="*/ 31 w 40"/>
                <a:gd name="T15" fmla="*/ 42 h 42"/>
                <a:gd name="T16" fmla="*/ 23 w 40"/>
                <a:gd name="T17" fmla="*/ 42 h 42"/>
                <a:gd name="T18" fmla="*/ 17 w 40"/>
                <a:gd name="T19" fmla="*/ 36 h 42"/>
                <a:gd name="T20" fmla="*/ 11 w 40"/>
                <a:gd name="T21" fmla="*/ 42 h 42"/>
                <a:gd name="T22" fmla="*/ 0 w 40"/>
                <a:gd name="T23" fmla="*/ 42 h 42"/>
                <a:gd name="T24" fmla="*/ 2 w 40"/>
                <a:gd name="T25" fmla="*/ 32 h 42"/>
                <a:gd name="T26" fmla="*/ 4 w 40"/>
                <a:gd name="T27" fmla="*/ 25 h 42"/>
                <a:gd name="T28" fmla="*/ 2 w 40"/>
                <a:gd name="T29" fmla="*/ 1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0" h="42">
                  <a:moveTo>
                    <a:pt x="2" y="17"/>
                  </a:moveTo>
                  <a:lnTo>
                    <a:pt x="15" y="17"/>
                  </a:lnTo>
                  <a:lnTo>
                    <a:pt x="15" y="5"/>
                  </a:lnTo>
                  <a:lnTo>
                    <a:pt x="27" y="0"/>
                  </a:lnTo>
                  <a:lnTo>
                    <a:pt x="29" y="13"/>
                  </a:lnTo>
                  <a:lnTo>
                    <a:pt x="40" y="21"/>
                  </a:lnTo>
                  <a:lnTo>
                    <a:pt x="31" y="30"/>
                  </a:lnTo>
                  <a:lnTo>
                    <a:pt x="31" y="42"/>
                  </a:lnTo>
                  <a:lnTo>
                    <a:pt x="23" y="42"/>
                  </a:lnTo>
                  <a:lnTo>
                    <a:pt x="17" y="36"/>
                  </a:lnTo>
                  <a:lnTo>
                    <a:pt x="11" y="42"/>
                  </a:lnTo>
                  <a:lnTo>
                    <a:pt x="0" y="42"/>
                  </a:lnTo>
                  <a:lnTo>
                    <a:pt x="2" y="32"/>
                  </a:lnTo>
                  <a:lnTo>
                    <a:pt x="4" y="25"/>
                  </a:lnTo>
                  <a:lnTo>
                    <a:pt x="2" y="17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44" name="Freeform 50">
              <a:extLst>
                <a:ext uri="{FF2B5EF4-FFF2-40B4-BE49-F238E27FC236}">
                  <a16:creationId xmlns:a16="http://schemas.microsoft.com/office/drawing/2014/main" id="{E4D1431D-0DCC-624C-8B1E-E75D07C95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4" y="3574"/>
              <a:ext cx="354" cy="290"/>
            </a:xfrm>
            <a:custGeom>
              <a:avLst/>
              <a:gdLst>
                <a:gd name="T0" fmla="*/ 159 w 170"/>
                <a:gd name="T1" fmla="*/ 70 h 139"/>
                <a:gd name="T2" fmla="*/ 139 w 170"/>
                <a:gd name="T3" fmla="*/ 65 h 139"/>
                <a:gd name="T4" fmla="*/ 132 w 170"/>
                <a:gd name="T5" fmla="*/ 70 h 139"/>
                <a:gd name="T6" fmla="*/ 117 w 170"/>
                <a:gd name="T7" fmla="*/ 63 h 139"/>
                <a:gd name="T8" fmla="*/ 110 w 170"/>
                <a:gd name="T9" fmla="*/ 58 h 139"/>
                <a:gd name="T10" fmla="*/ 106 w 170"/>
                <a:gd name="T11" fmla="*/ 50 h 139"/>
                <a:gd name="T12" fmla="*/ 97 w 170"/>
                <a:gd name="T13" fmla="*/ 67 h 139"/>
                <a:gd name="T14" fmla="*/ 94 w 170"/>
                <a:gd name="T15" fmla="*/ 77 h 139"/>
                <a:gd name="T16" fmla="*/ 101 w 170"/>
                <a:gd name="T17" fmla="*/ 84 h 139"/>
                <a:gd name="T18" fmla="*/ 109 w 170"/>
                <a:gd name="T19" fmla="*/ 95 h 139"/>
                <a:gd name="T20" fmla="*/ 102 w 170"/>
                <a:gd name="T21" fmla="*/ 100 h 139"/>
                <a:gd name="T22" fmla="*/ 90 w 170"/>
                <a:gd name="T23" fmla="*/ 107 h 139"/>
                <a:gd name="T24" fmla="*/ 88 w 170"/>
                <a:gd name="T25" fmla="*/ 119 h 139"/>
                <a:gd name="T26" fmla="*/ 81 w 170"/>
                <a:gd name="T27" fmla="*/ 128 h 139"/>
                <a:gd name="T28" fmla="*/ 77 w 170"/>
                <a:gd name="T29" fmla="*/ 136 h 139"/>
                <a:gd name="T30" fmla="*/ 66 w 170"/>
                <a:gd name="T31" fmla="*/ 133 h 139"/>
                <a:gd name="T32" fmla="*/ 44 w 170"/>
                <a:gd name="T33" fmla="*/ 127 h 139"/>
                <a:gd name="T34" fmla="*/ 32 w 170"/>
                <a:gd name="T35" fmla="*/ 112 h 139"/>
                <a:gd name="T36" fmla="*/ 26 w 170"/>
                <a:gd name="T37" fmla="*/ 98 h 139"/>
                <a:gd name="T38" fmla="*/ 10 w 170"/>
                <a:gd name="T39" fmla="*/ 93 h 139"/>
                <a:gd name="T40" fmla="*/ 0 w 170"/>
                <a:gd name="T41" fmla="*/ 75 h 139"/>
                <a:gd name="T42" fmla="*/ 7 w 170"/>
                <a:gd name="T43" fmla="*/ 59 h 139"/>
                <a:gd name="T44" fmla="*/ 9 w 170"/>
                <a:gd name="T45" fmla="*/ 47 h 139"/>
                <a:gd name="T46" fmla="*/ 20 w 170"/>
                <a:gd name="T47" fmla="*/ 44 h 139"/>
                <a:gd name="T48" fmla="*/ 28 w 170"/>
                <a:gd name="T49" fmla="*/ 43 h 139"/>
                <a:gd name="T50" fmla="*/ 33 w 170"/>
                <a:gd name="T51" fmla="*/ 33 h 139"/>
                <a:gd name="T52" fmla="*/ 41 w 170"/>
                <a:gd name="T53" fmla="*/ 24 h 139"/>
                <a:gd name="T54" fmla="*/ 54 w 170"/>
                <a:gd name="T55" fmla="*/ 17 h 139"/>
                <a:gd name="T56" fmla="*/ 64 w 170"/>
                <a:gd name="T57" fmla="*/ 19 h 139"/>
                <a:gd name="T58" fmla="*/ 80 w 170"/>
                <a:gd name="T59" fmla="*/ 15 h 139"/>
                <a:gd name="T60" fmla="*/ 95 w 170"/>
                <a:gd name="T61" fmla="*/ 8 h 139"/>
                <a:gd name="T62" fmla="*/ 101 w 170"/>
                <a:gd name="T63" fmla="*/ 1 h 139"/>
                <a:gd name="T64" fmla="*/ 121 w 170"/>
                <a:gd name="T65" fmla="*/ 11 h 139"/>
                <a:gd name="T66" fmla="*/ 137 w 170"/>
                <a:gd name="T67" fmla="*/ 32 h 139"/>
                <a:gd name="T68" fmla="*/ 145 w 170"/>
                <a:gd name="T69" fmla="*/ 39 h 139"/>
                <a:gd name="T70" fmla="*/ 156 w 170"/>
                <a:gd name="T71" fmla="*/ 52 h 139"/>
                <a:gd name="T72" fmla="*/ 170 w 170"/>
                <a:gd name="T73" fmla="*/ 58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0" h="139">
                  <a:moveTo>
                    <a:pt x="170" y="61"/>
                  </a:moveTo>
                  <a:cubicBezTo>
                    <a:pt x="159" y="70"/>
                    <a:pt x="159" y="70"/>
                    <a:pt x="159" y="70"/>
                  </a:cubicBezTo>
                  <a:cubicBezTo>
                    <a:pt x="145" y="69"/>
                    <a:pt x="145" y="69"/>
                    <a:pt x="145" y="69"/>
                  </a:cubicBezTo>
                  <a:cubicBezTo>
                    <a:pt x="139" y="65"/>
                    <a:pt x="139" y="65"/>
                    <a:pt x="139" y="65"/>
                  </a:cubicBezTo>
                  <a:cubicBezTo>
                    <a:pt x="136" y="69"/>
                    <a:pt x="136" y="69"/>
                    <a:pt x="136" y="69"/>
                  </a:cubicBezTo>
                  <a:cubicBezTo>
                    <a:pt x="132" y="70"/>
                    <a:pt x="132" y="70"/>
                    <a:pt x="132" y="70"/>
                  </a:cubicBezTo>
                  <a:cubicBezTo>
                    <a:pt x="126" y="67"/>
                    <a:pt x="126" y="67"/>
                    <a:pt x="126" y="67"/>
                  </a:cubicBezTo>
                  <a:cubicBezTo>
                    <a:pt x="117" y="63"/>
                    <a:pt x="117" y="63"/>
                    <a:pt x="117" y="63"/>
                  </a:cubicBezTo>
                  <a:cubicBezTo>
                    <a:pt x="111" y="62"/>
                    <a:pt x="111" y="62"/>
                    <a:pt x="111" y="62"/>
                  </a:cubicBezTo>
                  <a:cubicBezTo>
                    <a:pt x="110" y="58"/>
                    <a:pt x="110" y="58"/>
                    <a:pt x="110" y="58"/>
                  </a:cubicBezTo>
                  <a:cubicBezTo>
                    <a:pt x="114" y="53"/>
                    <a:pt x="114" y="53"/>
                    <a:pt x="114" y="53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67"/>
                    <a:pt x="97" y="67"/>
                    <a:pt x="97" y="67"/>
                  </a:cubicBezTo>
                  <a:cubicBezTo>
                    <a:pt x="98" y="73"/>
                    <a:pt x="98" y="73"/>
                    <a:pt x="98" y="73"/>
                  </a:cubicBezTo>
                  <a:cubicBezTo>
                    <a:pt x="94" y="77"/>
                    <a:pt x="94" y="77"/>
                    <a:pt x="94" y="77"/>
                  </a:cubicBezTo>
                  <a:cubicBezTo>
                    <a:pt x="93" y="79"/>
                    <a:pt x="93" y="79"/>
                    <a:pt x="93" y="79"/>
                  </a:cubicBezTo>
                  <a:cubicBezTo>
                    <a:pt x="101" y="84"/>
                    <a:pt x="101" y="84"/>
                    <a:pt x="101" y="84"/>
                  </a:cubicBezTo>
                  <a:cubicBezTo>
                    <a:pt x="104" y="89"/>
                    <a:pt x="104" y="89"/>
                    <a:pt x="104" y="89"/>
                  </a:cubicBezTo>
                  <a:cubicBezTo>
                    <a:pt x="109" y="95"/>
                    <a:pt x="109" y="95"/>
                    <a:pt x="109" y="95"/>
                  </a:cubicBezTo>
                  <a:cubicBezTo>
                    <a:pt x="106" y="98"/>
                    <a:pt x="106" y="98"/>
                    <a:pt x="106" y="98"/>
                  </a:cubicBezTo>
                  <a:cubicBezTo>
                    <a:pt x="102" y="100"/>
                    <a:pt x="102" y="100"/>
                    <a:pt x="102" y="100"/>
                  </a:cubicBezTo>
                  <a:cubicBezTo>
                    <a:pt x="98" y="101"/>
                    <a:pt x="98" y="101"/>
                    <a:pt x="98" y="101"/>
                  </a:cubicBezTo>
                  <a:cubicBezTo>
                    <a:pt x="90" y="107"/>
                    <a:pt x="90" y="107"/>
                    <a:pt x="90" y="107"/>
                  </a:cubicBezTo>
                  <a:cubicBezTo>
                    <a:pt x="90" y="116"/>
                    <a:pt x="90" y="116"/>
                    <a:pt x="90" y="116"/>
                  </a:cubicBezTo>
                  <a:cubicBezTo>
                    <a:pt x="88" y="119"/>
                    <a:pt x="88" y="119"/>
                    <a:pt x="88" y="119"/>
                  </a:cubicBezTo>
                  <a:cubicBezTo>
                    <a:pt x="82" y="122"/>
                    <a:pt x="82" y="122"/>
                    <a:pt x="82" y="122"/>
                  </a:cubicBezTo>
                  <a:cubicBezTo>
                    <a:pt x="81" y="128"/>
                    <a:pt x="81" y="128"/>
                    <a:pt x="81" y="128"/>
                  </a:cubicBezTo>
                  <a:cubicBezTo>
                    <a:pt x="77" y="131"/>
                    <a:pt x="77" y="131"/>
                    <a:pt x="77" y="131"/>
                  </a:cubicBezTo>
                  <a:cubicBezTo>
                    <a:pt x="77" y="136"/>
                    <a:pt x="77" y="136"/>
                    <a:pt x="77" y="136"/>
                  </a:cubicBezTo>
                  <a:cubicBezTo>
                    <a:pt x="75" y="136"/>
                    <a:pt x="74" y="136"/>
                    <a:pt x="72" y="137"/>
                  </a:cubicBezTo>
                  <a:cubicBezTo>
                    <a:pt x="69" y="139"/>
                    <a:pt x="67" y="136"/>
                    <a:pt x="66" y="133"/>
                  </a:cubicBezTo>
                  <a:cubicBezTo>
                    <a:pt x="65" y="131"/>
                    <a:pt x="58" y="124"/>
                    <a:pt x="52" y="124"/>
                  </a:cubicBezTo>
                  <a:cubicBezTo>
                    <a:pt x="48" y="124"/>
                    <a:pt x="47" y="127"/>
                    <a:pt x="44" y="127"/>
                  </a:cubicBezTo>
                  <a:cubicBezTo>
                    <a:pt x="45" y="117"/>
                    <a:pt x="45" y="117"/>
                    <a:pt x="45" y="117"/>
                  </a:cubicBezTo>
                  <a:cubicBezTo>
                    <a:pt x="32" y="112"/>
                    <a:pt x="32" y="112"/>
                    <a:pt x="32" y="112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26" y="98"/>
                    <a:pt x="26" y="98"/>
                    <a:pt x="26" y="98"/>
                  </a:cubicBezTo>
                  <a:cubicBezTo>
                    <a:pt x="18" y="96"/>
                    <a:pt x="18" y="96"/>
                    <a:pt x="18" y="96"/>
                  </a:cubicBezTo>
                  <a:cubicBezTo>
                    <a:pt x="10" y="93"/>
                    <a:pt x="10" y="93"/>
                    <a:pt x="10" y="93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5" y="67"/>
                    <a:pt x="5" y="67"/>
                    <a:pt x="5" y="67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54" y="17"/>
                    <a:pt x="54" y="17"/>
                    <a:pt x="54" y="17"/>
                  </a:cubicBezTo>
                  <a:cubicBezTo>
                    <a:pt x="57" y="16"/>
                    <a:pt x="57" y="16"/>
                    <a:pt x="57" y="16"/>
                  </a:cubicBezTo>
                  <a:cubicBezTo>
                    <a:pt x="64" y="19"/>
                    <a:pt x="64" y="19"/>
                    <a:pt x="64" y="19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80" y="15"/>
                    <a:pt x="80" y="15"/>
                    <a:pt x="80" y="15"/>
                  </a:cubicBezTo>
                  <a:cubicBezTo>
                    <a:pt x="86" y="10"/>
                    <a:pt x="86" y="10"/>
                    <a:pt x="86" y="10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101" y="1"/>
                    <a:pt x="101" y="1"/>
                    <a:pt x="101" y="1"/>
                  </a:cubicBezTo>
                  <a:cubicBezTo>
                    <a:pt x="110" y="9"/>
                    <a:pt x="110" y="9"/>
                    <a:pt x="110" y="9"/>
                  </a:cubicBezTo>
                  <a:cubicBezTo>
                    <a:pt x="121" y="11"/>
                    <a:pt x="121" y="11"/>
                    <a:pt x="121" y="11"/>
                  </a:cubicBezTo>
                  <a:cubicBezTo>
                    <a:pt x="133" y="22"/>
                    <a:pt x="133" y="22"/>
                    <a:pt x="133" y="22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7" y="39"/>
                    <a:pt x="137" y="39"/>
                    <a:pt x="137" y="39"/>
                  </a:cubicBezTo>
                  <a:cubicBezTo>
                    <a:pt x="145" y="39"/>
                    <a:pt x="145" y="39"/>
                    <a:pt x="145" y="39"/>
                  </a:cubicBezTo>
                  <a:cubicBezTo>
                    <a:pt x="145" y="46"/>
                    <a:pt x="145" y="46"/>
                    <a:pt x="145" y="46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63" y="54"/>
                    <a:pt x="163" y="54"/>
                    <a:pt x="163" y="54"/>
                  </a:cubicBezTo>
                  <a:cubicBezTo>
                    <a:pt x="170" y="58"/>
                    <a:pt x="170" y="58"/>
                    <a:pt x="170" y="58"/>
                  </a:cubicBezTo>
                  <a:lnTo>
                    <a:pt x="170" y="61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45" name="Freeform 51">
              <a:extLst>
                <a:ext uri="{FF2B5EF4-FFF2-40B4-BE49-F238E27FC236}">
                  <a16:creationId xmlns:a16="http://schemas.microsoft.com/office/drawing/2014/main" id="{3C0A23D2-0516-B041-8833-7CE2A8FF3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3" y="3697"/>
              <a:ext cx="225" cy="160"/>
            </a:xfrm>
            <a:custGeom>
              <a:avLst/>
              <a:gdLst>
                <a:gd name="T0" fmla="*/ 107 w 108"/>
                <a:gd name="T1" fmla="*/ 68 h 77"/>
                <a:gd name="T2" fmla="*/ 106 w 108"/>
                <a:gd name="T3" fmla="*/ 68 h 77"/>
                <a:gd name="T4" fmla="*/ 100 w 108"/>
                <a:gd name="T5" fmla="*/ 73 h 77"/>
                <a:gd name="T6" fmla="*/ 87 w 108"/>
                <a:gd name="T7" fmla="*/ 74 h 77"/>
                <a:gd name="T8" fmla="*/ 73 w 108"/>
                <a:gd name="T9" fmla="*/ 73 h 77"/>
                <a:gd name="T10" fmla="*/ 59 w 108"/>
                <a:gd name="T11" fmla="*/ 69 h 77"/>
                <a:gd name="T12" fmla="*/ 47 w 108"/>
                <a:gd name="T13" fmla="*/ 73 h 77"/>
                <a:gd name="T14" fmla="*/ 35 w 108"/>
                <a:gd name="T15" fmla="*/ 70 h 77"/>
                <a:gd name="T16" fmla="*/ 20 w 108"/>
                <a:gd name="T17" fmla="*/ 68 h 77"/>
                <a:gd name="T18" fmla="*/ 14 w 108"/>
                <a:gd name="T19" fmla="*/ 67 h 77"/>
                <a:gd name="T20" fmla="*/ 18 w 108"/>
                <a:gd name="T21" fmla="*/ 60 h 77"/>
                <a:gd name="T22" fmla="*/ 14 w 108"/>
                <a:gd name="T23" fmla="*/ 53 h 77"/>
                <a:gd name="T24" fmla="*/ 7 w 108"/>
                <a:gd name="T25" fmla="*/ 51 h 77"/>
                <a:gd name="T26" fmla="*/ 1 w 108"/>
                <a:gd name="T27" fmla="*/ 49 h 77"/>
                <a:gd name="T28" fmla="*/ 0 w 108"/>
                <a:gd name="T29" fmla="*/ 42 h 77"/>
                <a:gd name="T30" fmla="*/ 4 w 108"/>
                <a:gd name="T31" fmla="*/ 42 h 77"/>
                <a:gd name="T32" fmla="*/ 8 w 108"/>
                <a:gd name="T33" fmla="*/ 37 h 77"/>
                <a:gd name="T34" fmla="*/ 6 w 108"/>
                <a:gd name="T35" fmla="*/ 33 h 77"/>
                <a:gd name="T36" fmla="*/ 9 w 108"/>
                <a:gd name="T37" fmla="*/ 28 h 77"/>
                <a:gd name="T38" fmla="*/ 17 w 108"/>
                <a:gd name="T39" fmla="*/ 28 h 77"/>
                <a:gd name="T40" fmla="*/ 19 w 108"/>
                <a:gd name="T41" fmla="*/ 22 h 77"/>
                <a:gd name="T42" fmla="*/ 18 w 108"/>
                <a:gd name="T43" fmla="*/ 7 h 77"/>
                <a:gd name="T44" fmla="*/ 16 w 108"/>
                <a:gd name="T45" fmla="*/ 5 h 77"/>
                <a:gd name="T46" fmla="*/ 25 w 108"/>
                <a:gd name="T47" fmla="*/ 0 h 77"/>
                <a:gd name="T48" fmla="*/ 36 w 108"/>
                <a:gd name="T49" fmla="*/ 4 h 77"/>
                <a:gd name="T50" fmla="*/ 45 w 108"/>
                <a:gd name="T51" fmla="*/ 4 h 77"/>
                <a:gd name="T52" fmla="*/ 49 w 108"/>
                <a:gd name="T53" fmla="*/ 11 h 77"/>
                <a:gd name="T54" fmla="*/ 61 w 108"/>
                <a:gd name="T55" fmla="*/ 4 h 77"/>
                <a:gd name="T56" fmla="*/ 68 w 108"/>
                <a:gd name="T57" fmla="*/ 8 h 77"/>
                <a:gd name="T58" fmla="*/ 63 w 108"/>
                <a:gd name="T59" fmla="*/ 16 h 77"/>
                <a:gd name="T60" fmla="*/ 71 w 108"/>
                <a:gd name="T61" fmla="*/ 25 h 77"/>
                <a:gd name="T62" fmla="*/ 73 w 108"/>
                <a:gd name="T63" fmla="*/ 34 h 77"/>
                <a:gd name="T64" fmla="*/ 81 w 108"/>
                <a:gd name="T65" fmla="*/ 37 h 77"/>
                <a:gd name="T66" fmla="*/ 89 w 108"/>
                <a:gd name="T67" fmla="*/ 39 h 77"/>
                <a:gd name="T68" fmla="*/ 95 w 108"/>
                <a:gd name="T69" fmla="*/ 45 h 77"/>
                <a:gd name="T70" fmla="*/ 95 w 108"/>
                <a:gd name="T71" fmla="*/ 53 h 77"/>
                <a:gd name="T72" fmla="*/ 108 w 108"/>
                <a:gd name="T73" fmla="*/ 58 h 77"/>
                <a:gd name="T74" fmla="*/ 107 w 108"/>
                <a:gd name="T75" fmla="*/ 6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8" h="77">
                  <a:moveTo>
                    <a:pt x="107" y="68"/>
                  </a:moveTo>
                  <a:cubicBezTo>
                    <a:pt x="107" y="68"/>
                    <a:pt x="106" y="68"/>
                    <a:pt x="106" y="68"/>
                  </a:cubicBezTo>
                  <a:cubicBezTo>
                    <a:pt x="102" y="69"/>
                    <a:pt x="102" y="73"/>
                    <a:pt x="100" y="73"/>
                  </a:cubicBezTo>
                  <a:cubicBezTo>
                    <a:pt x="99" y="74"/>
                    <a:pt x="89" y="75"/>
                    <a:pt x="87" y="74"/>
                  </a:cubicBezTo>
                  <a:cubicBezTo>
                    <a:pt x="85" y="73"/>
                    <a:pt x="77" y="73"/>
                    <a:pt x="73" y="73"/>
                  </a:cubicBezTo>
                  <a:cubicBezTo>
                    <a:pt x="68" y="73"/>
                    <a:pt x="64" y="73"/>
                    <a:pt x="59" y="69"/>
                  </a:cubicBezTo>
                  <a:cubicBezTo>
                    <a:pt x="55" y="66"/>
                    <a:pt x="51" y="69"/>
                    <a:pt x="47" y="73"/>
                  </a:cubicBezTo>
                  <a:cubicBezTo>
                    <a:pt x="43" y="77"/>
                    <a:pt x="39" y="70"/>
                    <a:pt x="35" y="70"/>
                  </a:cubicBezTo>
                  <a:cubicBezTo>
                    <a:pt x="31" y="69"/>
                    <a:pt x="25" y="69"/>
                    <a:pt x="20" y="68"/>
                  </a:cubicBezTo>
                  <a:cubicBezTo>
                    <a:pt x="18" y="67"/>
                    <a:pt x="16" y="67"/>
                    <a:pt x="14" y="67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9" y="22"/>
                    <a:pt x="19" y="22"/>
                    <a:pt x="19" y="22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3" y="16"/>
                    <a:pt x="63" y="16"/>
                    <a:pt x="63" y="16"/>
                  </a:cubicBezTo>
                  <a:cubicBezTo>
                    <a:pt x="71" y="25"/>
                    <a:pt x="71" y="25"/>
                    <a:pt x="71" y="25"/>
                  </a:cubicBezTo>
                  <a:cubicBezTo>
                    <a:pt x="73" y="34"/>
                    <a:pt x="73" y="34"/>
                    <a:pt x="73" y="34"/>
                  </a:cubicBezTo>
                  <a:cubicBezTo>
                    <a:pt x="81" y="37"/>
                    <a:pt x="81" y="37"/>
                    <a:pt x="81" y="37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95" y="53"/>
                    <a:pt x="95" y="53"/>
                    <a:pt x="95" y="53"/>
                  </a:cubicBezTo>
                  <a:cubicBezTo>
                    <a:pt x="108" y="58"/>
                    <a:pt x="108" y="58"/>
                    <a:pt x="108" y="58"/>
                  </a:cubicBezTo>
                  <a:lnTo>
                    <a:pt x="107" y="68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46" name="Freeform 52">
              <a:extLst>
                <a:ext uri="{FF2B5EF4-FFF2-40B4-BE49-F238E27FC236}">
                  <a16:creationId xmlns:a16="http://schemas.microsoft.com/office/drawing/2014/main" id="{9E9D9793-0A48-644D-88D3-D47C40B89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" y="3664"/>
              <a:ext cx="217" cy="252"/>
            </a:xfrm>
            <a:custGeom>
              <a:avLst/>
              <a:gdLst>
                <a:gd name="T0" fmla="*/ 89 w 104"/>
                <a:gd name="T1" fmla="*/ 83 h 121"/>
                <a:gd name="T2" fmla="*/ 64 w 104"/>
                <a:gd name="T3" fmla="*/ 75 h 121"/>
                <a:gd name="T4" fmla="*/ 59 w 104"/>
                <a:gd name="T5" fmla="*/ 88 h 121"/>
                <a:gd name="T6" fmla="*/ 66 w 104"/>
                <a:gd name="T7" fmla="*/ 102 h 121"/>
                <a:gd name="T8" fmla="*/ 54 w 104"/>
                <a:gd name="T9" fmla="*/ 102 h 121"/>
                <a:gd name="T10" fmla="*/ 42 w 104"/>
                <a:gd name="T11" fmla="*/ 118 h 121"/>
                <a:gd name="T12" fmla="*/ 22 w 104"/>
                <a:gd name="T13" fmla="*/ 120 h 121"/>
                <a:gd name="T14" fmla="*/ 22 w 104"/>
                <a:gd name="T15" fmla="*/ 116 h 121"/>
                <a:gd name="T16" fmla="*/ 23 w 104"/>
                <a:gd name="T17" fmla="*/ 106 h 121"/>
                <a:gd name="T18" fmla="*/ 10 w 104"/>
                <a:gd name="T19" fmla="*/ 106 h 121"/>
                <a:gd name="T20" fmla="*/ 4 w 104"/>
                <a:gd name="T21" fmla="*/ 99 h 121"/>
                <a:gd name="T22" fmla="*/ 12 w 104"/>
                <a:gd name="T23" fmla="*/ 85 h 121"/>
                <a:gd name="T24" fmla="*/ 15 w 104"/>
                <a:gd name="T25" fmla="*/ 81 h 121"/>
                <a:gd name="T26" fmla="*/ 21 w 104"/>
                <a:gd name="T27" fmla="*/ 68 h 121"/>
                <a:gd name="T28" fmla="*/ 31 w 104"/>
                <a:gd name="T29" fmla="*/ 58 h 121"/>
                <a:gd name="T30" fmla="*/ 39 w 104"/>
                <a:gd name="T31" fmla="*/ 61 h 121"/>
                <a:gd name="T32" fmla="*/ 45 w 104"/>
                <a:gd name="T33" fmla="*/ 56 h 121"/>
                <a:gd name="T34" fmla="*/ 40 w 104"/>
                <a:gd name="T35" fmla="*/ 46 h 121"/>
                <a:gd name="T36" fmla="*/ 31 w 104"/>
                <a:gd name="T37" fmla="*/ 47 h 121"/>
                <a:gd name="T38" fmla="*/ 20 w 104"/>
                <a:gd name="T39" fmla="*/ 45 h 121"/>
                <a:gd name="T40" fmla="*/ 16 w 104"/>
                <a:gd name="T41" fmla="*/ 31 h 121"/>
                <a:gd name="T42" fmla="*/ 16 w 104"/>
                <a:gd name="T43" fmla="*/ 17 h 121"/>
                <a:gd name="T44" fmla="*/ 28 w 104"/>
                <a:gd name="T45" fmla="*/ 19 h 121"/>
                <a:gd name="T46" fmla="*/ 34 w 104"/>
                <a:gd name="T47" fmla="*/ 29 h 121"/>
                <a:gd name="T48" fmla="*/ 44 w 104"/>
                <a:gd name="T49" fmla="*/ 26 h 121"/>
                <a:gd name="T50" fmla="*/ 54 w 104"/>
                <a:gd name="T51" fmla="*/ 18 h 121"/>
                <a:gd name="T52" fmla="*/ 58 w 104"/>
                <a:gd name="T53" fmla="*/ 1 h 121"/>
                <a:gd name="T54" fmla="*/ 68 w 104"/>
                <a:gd name="T55" fmla="*/ 6 h 121"/>
                <a:gd name="T56" fmla="*/ 87 w 104"/>
                <a:gd name="T57" fmla="*/ 17 h 121"/>
                <a:gd name="T58" fmla="*/ 103 w 104"/>
                <a:gd name="T59" fmla="*/ 23 h 121"/>
                <a:gd name="T60" fmla="*/ 102 w 104"/>
                <a:gd name="T61" fmla="*/ 44 h 121"/>
                <a:gd name="T62" fmla="*/ 91 w 104"/>
                <a:gd name="T63" fmla="*/ 49 h 121"/>
                <a:gd name="T64" fmla="*/ 89 w 104"/>
                <a:gd name="T65" fmla="*/ 58 h 121"/>
                <a:gd name="T66" fmla="*/ 86 w 104"/>
                <a:gd name="T67" fmla="*/ 65 h 121"/>
                <a:gd name="T68" fmla="*/ 99 w 104"/>
                <a:gd name="T69" fmla="*/ 69 h 121"/>
                <a:gd name="T70" fmla="*/ 99 w 104"/>
                <a:gd name="T71" fmla="*/ 83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4" h="121">
                  <a:moveTo>
                    <a:pt x="99" y="83"/>
                  </a:moveTo>
                  <a:cubicBezTo>
                    <a:pt x="95" y="83"/>
                    <a:pt x="92" y="83"/>
                    <a:pt x="89" y="83"/>
                  </a:cubicBezTo>
                  <a:cubicBezTo>
                    <a:pt x="85" y="83"/>
                    <a:pt x="84" y="83"/>
                    <a:pt x="79" y="80"/>
                  </a:cubicBezTo>
                  <a:cubicBezTo>
                    <a:pt x="75" y="76"/>
                    <a:pt x="65" y="74"/>
                    <a:pt x="64" y="75"/>
                  </a:cubicBezTo>
                  <a:cubicBezTo>
                    <a:pt x="63" y="76"/>
                    <a:pt x="62" y="78"/>
                    <a:pt x="59" y="81"/>
                  </a:cubicBezTo>
                  <a:cubicBezTo>
                    <a:pt x="56" y="85"/>
                    <a:pt x="58" y="86"/>
                    <a:pt x="59" y="88"/>
                  </a:cubicBezTo>
                  <a:cubicBezTo>
                    <a:pt x="60" y="90"/>
                    <a:pt x="58" y="90"/>
                    <a:pt x="56" y="93"/>
                  </a:cubicBezTo>
                  <a:cubicBezTo>
                    <a:pt x="54" y="95"/>
                    <a:pt x="59" y="97"/>
                    <a:pt x="66" y="102"/>
                  </a:cubicBezTo>
                  <a:cubicBezTo>
                    <a:pt x="73" y="108"/>
                    <a:pt x="68" y="108"/>
                    <a:pt x="65" y="109"/>
                  </a:cubicBezTo>
                  <a:cubicBezTo>
                    <a:pt x="62" y="110"/>
                    <a:pt x="57" y="105"/>
                    <a:pt x="54" y="102"/>
                  </a:cubicBezTo>
                  <a:cubicBezTo>
                    <a:pt x="51" y="99"/>
                    <a:pt x="47" y="103"/>
                    <a:pt x="43" y="105"/>
                  </a:cubicBezTo>
                  <a:cubicBezTo>
                    <a:pt x="39" y="108"/>
                    <a:pt x="41" y="115"/>
                    <a:pt x="42" y="118"/>
                  </a:cubicBezTo>
                  <a:cubicBezTo>
                    <a:pt x="42" y="121"/>
                    <a:pt x="41" y="120"/>
                    <a:pt x="35" y="120"/>
                  </a:cubicBezTo>
                  <a:cubicBezTo>
                    <a:pt x="30" y="120"/>
                    <a:pt x="25" y="118"/>
                    <a:pt x="22" y="120"/>
                  </a:cubicBezTo>
                  <a:cubicBezTo>
                    <a:pt x="19" y="118"/>
                    <a:pt x="19" y="118"/>
                    <a:pt x="19" y="118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5" y="110"/>
                    <a:pt x="25" y="110"/>
                    <a:pt x="25" y="110"/>
                  </a:cubicBezTo>
                  <a:cubicBezTo>
                    <a:pt x="23" y="106"/>
                    <a:pt x="23" y="106"/>
                    <a:pt x="23" y="106"/>
                  </a:cubicBezTo>
                  <a:cubicBezTo>
                    <a:pt x="16" y="104"/>
                    <a:pt x="16" y="104"/>
                    <a:pt x="16" y="104"/>
                  </a:cubicBezTo>
                  <a:cubicBezTo>
                    <a:pt x="10" y="106"/>
                    <a:pt x="10" y="106"/>
                    <a:pt x="10" y="106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04"/>
                    <a:pt x="4" y="100"/>
                    <a:pt x="4" y="99"/>
                  </a:cubicBezTo>
                  <a:cubicBezTo>
                    <a:pt x="5" y="99"/>
                    <a:pt x="9" y="93"/>
                    <a:pt x="9" y="93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5" y="85"/>
                    <a:pt x="15" y="85"/>
                    <a:pt x="15" y="85"/>
                  </a:cubicBezTo>
                  <a:cubicBezTo>
                    <a:pt x="15" y="81"/>
                    <a:pt x="15" y="81"/>
                    <a:pt x="15" y="81"/>
                  </a:cubicBezTo>
                  <a:cubicBezTo>
                    <a:pt x="20" y="75"/>
                    <a:pt x="20" y="75"/>
                    <a:pt x="20" y="75"/>
                  </a:cubicBezTo>
                  <a:cubicBezTo>
                    <a:pt x="21" y="68"/>
                    <a:pt x="21" y="68"/>
                    <a:pt x="21" y="68"/>
                  </a:cubicBezTo>
                  <a:cubicBezTo>
                    <a:pt x="28" y="62"/>
                    <a:pt x="28" y="62"/>
                    <a:pt x="28" y="62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9" y="61"/>
                    <a:pt x="39" y="61"/>
                    <a:pt x="39" y="61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3" y="50"/>
                    <a:pt x="43" y="50"/>
                    <a:pt x="43" y="50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7"/>
                    <a:pt x="31" y="47"/>
                    <a:pt x="31" y="47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34" y="23"/>
                    <a:pt x="34" y="23"/>
                    <a:pt x="34" y="23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2" y="24"/>
                    <a:pt x="54" y="18"/>
                    <a:pt x="54" y="18"/>
                  </a:cubicBezTo>
                  <a:cubicBezTo>
                    <a:pt x="55" y="17"/>
                    <a:pt x="58" y="11"/>
                    <a:pt x="58" y="1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78" y="11"/>
                    <a:pt x="78" y="11"/>
                    <a:pt x="78" y="11"/>
                  </a:cubicBezTo>
                  <a:cubicBezTo>
                    <a:pt x="87" y="17"/>
                    <a:pt x="87" y="17"/>
                    <a:pt x="87" y="17"/>
                  </a:cubicBezTo>
                  <a:cubicBezTo>
                    <a:pt x="92" y="12"/>
                    <a:pt x="92" y="12"/>
                    <a:pt x="92" y="12"/>
                  </a:cubicBezTo>
                  <a:cubicBezTo>
                    <a:pt x="103" y="23"/>
                    <a:pt x="103" y="23"/>
                    <a:pt x="103" y="23"/>
                  </a:cubicBezTo>
                  <a:cubicBezTo>
                    <a:pt x="104" y="38"/>
                    <a:pt x="104" y="38"/>
                    <a:pt x="104" y="38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94" y="44"/>
                    <a:pt x="94" y="44"/>
                    <a:pt x="94" y="44"/>
                  </a:cubicBezTo>
                  <a:cubicBezTo>
                    <a:pt x="91" y="49"/>
                    <a:pt x="91" y="49"/>
                    <a:pt x="91" y="49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89" y="58"/>
                    <a:pt x="89" y="58"/>
                    <a:pt x="89" y="58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86" y="65"/>
                    <a:pt x="86" y="65"/>
                    <a:pt x="86" y="65"/>
                  </a:cubicBezTo>
                  <a:cubicBezTo>
                    <a:pt x="92" y="67"/>
                    <a:pt x="92" y="67"/>
                    <a:pt x="92" y="67"/>
                  </a:cubicBezTo>
                  <a:cubicBezTo>
                    <a:pt x="99" y="69"/>
                    <a:pt x="99" y="69"/>
                    <a:pt x="99" y="69"/>
                  </a:cubicBezTo>
                  <a:cubicBezTo>
                    <a:pt x="103" y="76"/>
                    <a:pt x="103" y="76"/>
                    <a:pt x="103" y="76"/>
                  </a:cubicBezTo>
                  <a:lnTo>
                    <a:pt x="99" y="83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47" name="Freeform 53">
              <a:extLst>
                <a:ext uri="{FF2B5EF4-FFF2-40B4-BE49-F238E27FC236}">
                  <a16:creationId xmlns:a16="http://schemas.microsoft.com/office/drawing/2014/main" id="{D6613AE9-C1DE-AF41-B46E-17295CF06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3355"/>
              <a:ext cx="315" cy="365"/>
            </a:xfrm>
            <a:custGeom>
              <a:avLst/>
              <a:gdLst>
                <a:gd name="T0" fmla="*/ 225 w 315"/>
                <a:gd name="T1" fmla="*/ 9 h 365"/>
                <a:gd name="T2" fmla="*/ 261 w 315"/>
                <a:gd name="T3" fmla="*/ 50 h 365"/>
                <a:gd name="T4" fmla="*/ 279 w 315"/>
                <a:gd name="T5" fmla="*/ 77 h 365"/>
                <a:gd name="T6" fmla="*/ 273 w 315"/>
                <a:gd name="T7" fmla="*/ 109 h 365"/>
                <a:gd name="T8" fmla="*/ 271 w 315"/>
                <a:gd name="T9" fmla="*/ 146 h 365"/>
                <a:gd name="T10" fmla="*/ 279 w 315"/>
                <a:gd name="T11" fmla="*/ 171 h 365"/>
                <a:gd name="T12" fmla="*/ 275 w 315"/>
                <a:gd name="T13" fmla="*/ 196 h 365"/>
                <a:gd name="T14" fmla="*/ 296 w 315"/>
                <a:gd name="T15" fmla="*/ 223 h 365"/>
                <a:gd name="T16" fmla="*/ 306 w 315"/>
                <a:gd name="T17" fmla="*/ 242 h 365"/>
                <a:gd name="T18" fmla="*/ 315 w 315"/>
                <a:gd name="T19" fmla="*/ 265 h 365"/>
                <a:gd name="T20" fmla="*/ 315 w 315"/>
                <a:gd name="T21" fmla="*/ 300 h 365"/>
                <a:gd name="T22" fmla="*/ 288 w 315"/>
                <a:gd name="T23" fmla="*/ 302 h 365"/>
                <a:gd name="T24" fmla="*/ 271 w 315"/>
                <a:gd name="T25" fmla="*/ 307 h 365"/>
                <a:gd name="T26" fmla="*/ 261 w 315"/>
                <a:gd name="T27" fmla="*/ 327 h 365"/>
                <a:gd name="T28" fmla="*/ 252 w 315"/>
                <a:gd name="T29" fmla="*/ 359 h 365"/>
                <a:gd name="T30" fmla="*/ 213 w 315"/>
                <a:gd name="T31" fmla="*/ 365 h 365"/>
                <a:gd name="T32" fmla="*/ 186 w 315"/>
                <a:gd name="T33" fmla="*/ 350 h 365"/>
                <a:gd name="T34" fmla="*/ 144 w 315"/>
                <a:gd name="T35" fmla="*/ 352 h 365"/>
                <a:gd name="T36" fmla="*/ 115 w 315"/>
                <a:gd name="T37" fmla="*/ 344 h 365"/>
                <a:gd name="T38" fmla="*/ 75 w 315"/>
                <a:gd name="T39" fmla="*/ 321 h 365"/>
                <a:gd name="T40" fmla="*/ 54 w 315"/>
                <a:gd name="T41" fmla="*/ 311 h 365"/>
                <a:gd name="T42" fmla="*/ 36 w 315"/>
                <a:gd name="T43" fmla="*/ 309 h 365"/>
                <a:gd name="T44" fmla="*/ 0 w 315"/>
                <a:gd name="T45" fmla="*/ 284 h 365"/>
                <a:gd name="T46" fmla="*/ 19 w 315"/>
                <a:gd name="T47" fmla="*/ 248 h 365"/>
                <a:gd name="T48" fmla="*/ 50 w 315"/>
                <a:gd name="T49" fmla="*/ 244 h 365"/>
                <a:gd name="T50" fmla="*/ 67 w 315"/>
                <a:gd name="T51" fmla="*/ 221 h 365"/>
                <a:gd name="T52" fmla="*/ 92 w 315"/>
                <a:gd name="T53" fmla="*/ 221 h 365"/>
                <a:gd name="T54" fmla="*/ 98 w 315"/>
                <a:gd name="T55" fmla="*/ 200 h 365"/>
                <a:gd name="T56" fmla="*/ 127 w 315"/>
                <a:gd name="T57" fmla="*/ 186 h 365"/>
                <a:gd name="T58" fmla="*/ 129 w 315"/>
                <a:gd name="T59" fmla="*/ 161 h 365"/>
                <a:gd name="T60" fmla="*/ 121 w 315"/>
                <a:gd name="T61" fmla="*/ 136 h 365"/>
                <a:gd name="T62" fmla="*/ 131 w 315"/>
                <a:gd name="T63" fmla="*/ 107 h 365"/>
                <a:gd name="T64" fmla="*/ 177 w 315"/>
                <a:gd name="T65" fmla="*/ 67 h 365"/>
                <a:gd name="T66" fmla="*/ 188 w 315"/>
                <a:gd name="T67" fmla="*/ 36 h 365"/>
                <a:gd name="T68" fmla="*/ 200 w 315"/>
                <a:gd name="T69" fmla="*/ 15 h 365"/>
                <a:gd name="T70" fmla="*/ 213 w 315"/>
                <a:gd name="T71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15" h="365">
                  <a:moveTo>
                    <a:pt x="213" y="0"/>
                  </a:moveTo>
                  <a:lnTo>
                    <a:pt x="225" y="9"/>
                  </a:lnTo>
                  <a:lnTo>
                    <a:pt x="223" y="19"/>
                  </a:lnTo>
                  <a:lnTo>
                    <a:pt x="261" y="50"/>
                  </a:lnTo>
                  <a:lnTo>
                    <a:pt x="267" y="67"/>
                  </a:lnTo>
                  <a:lnTo>
                    <a:pt x="279" y="77"/>
                  </a:lnTo>
                  <a:lnTo>
                    <a:pt x="279" y="98"/>
                  </a:lnTo>
                  <a:lnTo>
                    <a:pt x="273" y="109"/>
                  </a:lnTo>
                  <a:lnTo>
                    <a:pt x="273" y="129"/>
                  </a:lnTo>
                  <a:lnTo>
                    <a:pt x="271" y="146"/>
                  </a:lnTo>
                  <a:lnTo>
                    <a:pt x="281" y="161"/>
                  </a:lnTo>
                  <a:lnTo>
                    <a:pt x="279" y="171"/>
                  </a:lnTo>
                  <a:lnTo>
                    <a:pt x="271" y="182"/>
                  </a:lnTo>
                  <a:lnTo>
                    <a:pt x="275" y="196"/>
                  </a:lnTo>
                  <a:lnTo>
                    <a:pt x="292" y="202"/>
                  </a:lnTo>
                  <a:lnTo>
                    <a:pt x="296" y="223"/>
                  </a:lnTo>
                  <a:lnTo>
                    <a:pt x="309" y="227"/>
                  </a:lnTo>
                  <a:lnTo>
                    <a:pt x="306" y="242"/>
                  </a:lnTo>
                  <a:lnTo>
                    <a:pt x="309" y="259"/>
                  </a:lnTo>
                  <a:lnTo>
                    <a:pt x="315" y="265"/>
                  </a:lnTo>
                  <a:lnTo>
                    <a:pt x="311" y="288"/>
                  </a:lnTo>
                  <a:lnTo>
                    <a:pt x="315" y="300"/>
                  </a:lnTo>
                  <a:lnTo>
                    <a:pt x="300" y="309"/>
                  </a:lnTo>
                  <a:lnTo>
                    <a:pt x="288" y="302"/>
                  </a:lnTo>
                  <a:lnTo>
                    <a:pt x="284" y="311"/>
                  </a:lnTo>
                  <a:lnTo>
                    <a:pt x="271" y="307"/>
                  </a:lnTo>
                  <a:lnTo>
                    <a:pt x="261" y="317"/>
                  </a:lnTo>
                  <a:lnTo>
                    <a:pt x="261" y="327"/>
                  </a:lnTo>
                  <a:lnTo>
                    <a:pt x="256" y="342"/>
                  </a:lnTo>
                  <a:lnTo>
                    <a:pt x="252" y="359"/>
                  </a:lnTo>
                  <a:lnTo>
                    <a:pt x="238" y="350"/>
                  </a:lnTo>
                  <a:lnTo>
                    <a:pt x="213" y="365"/>
                  </a:lnTo>
                  <a:lnTo>
                    <a:pt x="204" y="350"/>
                  </a:lnTo>
                  <a:lnTo>
                    <a:pt x="186" y="350"/>
                  </a:lnTo>
                  <a:lnTo>
                    <a:pt x="163" y="342"/>
                  </a:lnTo>
                  <a:lnTo>
                    <a:pt x="144" y="352"/>
                  </a:lnTo>
                  <a:lnTo>
                    <a:pt x="125" y="334"/>
                  </a:lnTo>
                  <a:lnTo>
                    <a:pt x="115" y="344"/>
                  </a:lnTo>
                  <a:lnTo>
                    <a:pt x="96" y="332"/>
                  </a:lnTo>
                  <a:lnTo>
                    <a:pt x="75" y="321"/>
                  </a:lnTo>
                  <a:lnTo>
                    <a:pt x="65" y="309"/>
                  </a:lnTo>
                  <a:lnTo>
                    <a:pt x="54" y="311"/>
                  </a:lnTo>
                  <a:lnTo>
                    <a:pt x="42" y="323"/>
                  </a:lnTo>
                  <a:lnTo>
                    <a:pt x="36" y="309"/>
                  </a:lnTo>
                  <a:lnTo>
                    <a:pt x="21" y="307"/>
                  </a:lnTo>
                  <a:lnTo>
                    <a:pt x="0" y="284"/>
                  </a:lnTo>
                  <a:lnTo>
                    <a:pt x="15" y="267"/>
                  </a:lnTo>
                  <a:lnTo>
                    <a:pt x="19" y="248"/>
                  </a:lnTo>
                  <a:lnTo>
                    <a:pt x="40" y="250"/>
                  </a:lnTo>
                  <a:lnTo>
                    <a:pt x="50" y="244"/>
                  </a:lnTo>
                  <a:lnTo>
                    <a:pt x="56" y="225"/>
                  </a:lnTo>
                  <a:lnTo>
                    <a:pt x="67" y="221"/>
                  </a:lnTo>
                  <a:lnTo>
                    <a:pt x="79" y="232"/>
                  </a:lnTo>
                  <a:lnTo>
                    <a:pt x="92" y="221"/>
                  </a:lnTo>
                  <a:lnTo>
                    <a:pt x="83" y="209"/>
                  </a:lnTo>
                  <a:lnTo>
                    <a:pt x="98" y="200"/>
                  </a:lnTo>
                  <a:lnTo>
                    <a:pt x="113" y="200"/>
                  </a:lnTo>
                  <a:lnTo>
                    <a:pt x="127" y="186"/>
                  </a:lnTo>
                  <a:lnTo>
                    <a:pt x="117" y="173"/>
                  </a:lnTo>
                  <a:lnTo>
                    <a:pt x="129" y="161"/>
                  </a:lnTo>
                  <a:lnTo>
                    <a:pt x="129" y="146"/>
                  </a:lnTo>
                  <a:lnTo>
                    <a:pt x="121" y="136"/>
                  </a:lnTo>
                  <a:lnTo>
                    <a:pt x="123" y="119"/>
                  </a:lnTo>
                  <a:lnTo>
                    <a:pt x="131" y="107"/>
                  </a:lnTo>
                  <a:lnTo>
                    <a:pt x="150" y="107"/>
                  </a:lnTo>
                  <a:lnTo>
                    <a:pt x="177" y="67"/>
                  </a:lnTo>
                  <a:lnTo>
                    <a:pt x="188" y="54"/>
                  </a:lnTo>
                  <a:lnTo>
                    <a:pt x="188" y="36"/>
                  </a:lnTo>
                  <a:lnTo>
                    <a:pt x="202" y="29"/>
                  </a:lnTo>
                  <a:lnTo>
                    <a:pt x="200" y="15"/>
                  </a:lnTo>
                  <a:lnTo>
                    <a:pt x="208" y="4"/>
                  </a:lnTo>
                  <a:lnTo>
                    <a:pt x="213" y="0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48" name="Freeform 54">
              <a:extLst>
                <a:ext uri="{FF2B5EF4-FFF2-40B4-BE49-F238E27FC236}">
                  <a16:creationId xmlns:a16="http://schemas.microsoft.com/office/drawing/2014/main" id="{E54676D4-FDAD-F640-B02B-5259C302B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" y="3584"/>
              <a:ext cx="456" cy="334"/>
            </a:xfrm>
            <a:custGeom>
              <a:avLst/>
              <a:gdLst>
                <a:gd name="T0" fmla="*/ 31 w 456"/>
                <a:gd name="T1" fmla="*/ 207 h 334"/>
                <a:gd name="T2" fmla="*/ 69 w 456"/>
                <a:gd name="T3" fmla="*/ 219 h 334"/>
                <a:gd name="T4" fmla="*/ 146 w 456"/>
                <a:gd name="T5" fmla="*/ 278 h 334"/>
                <a:gd name="T6" fmla="*/ 192 w 456"/>
                <a:gd name="T7" fmla="*/ 292 h 334"/>
                <a:gd name="T8" fmla="*/ 231 w 456"/>
                <a:gd name="T9" fmla="*/ 278 h 334"/>
                <a:gd name="T10" fmla="*/ 244 w 456"/>
                <a:gd name="T11" fmla="*/ 313 h 334"/>
                <a:gd name="T12" fmla="*/ 244 w 456"/>
                <a:gd name="T13" fmla="*/ 326 h 334"/>
                <a:gd name="T14" fmla="*/ 269 w 456"/>
                <a:gd name="T15" fmla="*/ 313 h 334"/>
                <a:gd name="T16" fmla="*/ 300 w 456"/>
                <a:gd name="T17" fmla="*/ 307 h 334"/>
                <a:gd name="T18" fmla="*/ 352 w 456"/>
                <a:gd name="T19" fmla="*/ 290 h 334"/>
                <a:gd name="T20" fmla="*/ 377 w 456"/>
                <a:gd name="T21" fmla="*/ 294 h 334"/>
                <a:gd name="T22" fmla="*/ 398 w 456"/>
                <a:gd name="T23" fmla="*/ 290 h 334"/>
                <a:gd name="T24" fmla="*/ 427 w 456"/>
                <a:gd name="T25" fmla="*/ 271 h 334"/>
                <a:gd name="T26" fmla="*/ 442 w 456"/>
                <a:gd name="T27" fmla="*/ 232 h 334"/>
                <a:gd name="T28" fmla="*/ 452 w 456"/>
                <a:gd name="T29" fmla="*/ 213 h 334"/>
                <a:gd name="T30" fmla="*/ 421 w 456"/>
                <a:gd name="T31" fmla="*/ 205 h 334"/>
                <a:gd name="T32" fmla="*/ 411 w 456"/>
                <a:gd name="T33" fmla="*/ 171 h 334"/>
                <a:gd name="T34" fmla="*/ 429 w 456"/>
                <a:gd name="T35" fmla="*/ 128 h 334"/>
                <a:gd name="T36" fmla="*/ 406 w 456"/>
                <a:gd name="T37" fmla="*/ 111 h 334"/>
                <a:gd name="T38" fmla="*/ 338 w 456"/>
                <a:gd name="T39" fmla="*/ 82 h 334"/>
                <a:gd name="T40" fmla="*/ 313 w 456"/>
                <a:gd name="T41" fmla="*/ 82 h 334"/>
                <a:gd name="T42" fmla="*/ 319 w 456"/>
                <a:gd name="T43" fmla="*/ 55 h 334"/>
                <a:gd name="T44" fmla="*/ 275 w 456"/>
                <a:gd name="T45" fmla="*/ 7 h 334"/>
                <a:gd name="T46" fmla="*/ 244 w 456"/>
                <a:gd name="T47" fmla="*/ 36 h 334"/>
                <a:gd name="T48" fmla="*/ 213 w 456"/>
                <a:gd name="T49" fmla="*/ 28 h 334"/>
                <a:gd name="T50" fmla="*/ 181 w 456"/>
                <a:gd name="T51" fmla="*/ 17 h 334"/>
                <a:gd name="T52" fmla="*/ 150 w 456"/>
                <a:gd name="T53" fmla="*/ 7 h 334"/>
                <a:gd name="T54" fmla="*/ 113 w 456"/>
                <a:gd name="T55" fmla="*/ 0 h 334"/>
                <a:gd name="T56" fmla="*/ 71 w 456"/>
                <a:gd name="T57" fmla="*/ 40 h 334"/>
                <a:gd name="T58" fmla="*/ 52 w 456"/>
                <a:gd name="T59" fmla="*/ 67 h 334"/>
                <a:gd name="T60" fmla="*/ 27 w 456"/>
                <a:gd name="T61" fmla="*/ 96 h 334"/>
                <a:gd name="T62" fmla="*/ 2 w 456"/>
                <a:gd name="T63" fmla="*/ 115 h 334"/>
                <a:gd name="T64" fmla="*/ 0 w 456"/>
                <a:gd name="T65" fmla="*/ 151 h 334"/>
                <a:gd name="T66" fmla="*/ 8 w 456"/>
                <a:gd name="T67" fmla="*/ 173 h 334"/>
                <a:gd name="T68" fmla="*/ 19 w 456"/>
                <a:gd name="T69" fmla="*/ 205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56" h="334">
                  <a:moveTo>
                    <a:pt x="19" y="205"/>
                  </a:moveTo>
                  <a:lnTo>
                    <a:pt x="31" y="207"/>
                  </a:lnTo>
                  <a:lnTo>
                    <a:pt x="44" y="219"/>
                  </a:lnTo>
                  <a:lnTo>
                    <a:pt x="69" y="219"/>
                  </a:lnTo>
                  <a:lnTo>
                    <a:pt x="111" y="234"/>
                  </a:lnTo>
                  <a:lnTo>
                    <a:pt x="146" y="278"/>
                  </a:lnTo>
                  <a:lnTo>
                    <a:pt x="177" y="278"/>
                  </a:lnTo>
                  <a:lnTo>
                    <a:pt x="192" y="292"/>
                  </a:lnTo>
                  <a:lnTo>
                    <a:pt x="221" y="290"/>
                  </a:lnTo>
                  <a:lnTo>
                    <a:pt x="231" y="278"/>
                  </a:lnTo>
                  <a:lnTo>
                    <a:pt x="246" y="284"/>
                  </a:lnTo>
                  <a:lnTo>
                    <a:pt x="244" y="313"/>
                  </a:lnTo>
                  <a:lnTo>
                    <a:pt x="248" y="319"/>
                  </a:lnTo>
                  <a:lnTo>
                    <a:pt x="244" y="326"/>
                  </a:lnTo>
                  <a:lnTo>
                    <a:pt x="250" y="334"/>
                  </a:lnTo>
                  <a:lnTo>
                    <a:pt x="269" y="313"/>
                  </a:lnTo>
                  <a:lnTo>
                    <a:pt x="288" y="317"/>
                  </a:lnTo>
                  <a:lnTo>
                    <a:pt x="300" y="307"/>
                  </a:lnTo>
                  <a:lnTo>
                    <a:pt x="327" y="309"/>
                  </a:lnTo>
                  <a:lnTo>
                    <a:pt x="352" y="290"/>
                  </a:lnTo>
                  <a:lnTo>
                    <a:pt x="373" y="290"/>
                  </a:lnTo>
                  <a:lnTo>
                    <a:pt x="377" y="294"/>
                  </a:lnTo>
                  <a:lnTo>
                    <a:pt x="390" y="284"/>
                  </a:lnTo>
                  <a:lnTo>
                    <a:pt x="398" y="290"/>
                  </a:lnTo>
                  <a:lnTo>
                    <a:pt x="423" y="271"/>
                  </a:lnTo>
                  <a:lnTo>
                    <a:pt x="427" y="271"/>
                  </a:lnTo>
                  <a:lnTo>
                    <a:pt x="431" y="248"/>
                  </a:lnTo>
                  <a:lnTo>
                    <a:pt x="442" y="232"/>
                  </a:lnTo>
                  <a:lnTo>
                    <a:pt x="456" y="228"/>
                  </a:lnTo>
                  <a:lnTo>
                    <a:pt x="452" y="213"/>
                  </a:lnTo>
                  <a:lnTo>
                    <a:pt x="440" y="205"/>
                  </a:lnTo>
                  <a:lnTo>
                    <a:pt x="421" y="205"/>
                  </a:lnTo>
                  <a:lnTo>
                    <a:pt x="417" y="194"/>
                  </a:lnTo>
                  <a:lnTo>
                    <a:pt x="411" y="171"/>
                  </a:lnTo>
                  <a:lnTo>
                    <a:pt x="438" y="136"/>
                  </a:lnTo>
                  <a:lnTo>
                    <a:pt x="429" y="128"/>
                  </a:lnTo>
                  <a:lnTo>
                    <a:pt x="409" y="128"/>
                  </a:lnTo>
                  <a:lnTo>
                    <a:pt x="406" y="111"/>
                  </a:lnTo>
                  <a:lnTo>
                    <a:pt x="381" y="80"/>
                  </a:lnTo>
                  <a:lnTo>
                    <a:pt x="338" y="82"/>
                  </a:lnTo>
                  <a:lnTo>
                    <a:pt x="327" y="86"/>
                  </a:lnTo>
                  <a:lnTo>
                    <a:pt x="313" y="82"/>
                  </a:lnTo>
                  <a:lnTo>
                    <a:pt x="306" y="67"/>
                  </a:lnTo>
                  <a:lnTo>
                    <a:pt x="319" y="55"/>
                  </a:lnTo>
                  <a:lnTo>
                    <a:pt x="304" y="23"/>
                  </a:lnTo>
                  <a:lnTo>
                    <a:pt x="275" y="7"/>
                  </a:lnTo>
                  <a:lnTo>
                    <a:pt x="248" y="21"/>
                  </a:lnTo>
                  <a:lnTo>
                    <a:pt x="244" y="36"/>
                  </a:lnTo>
                  <a:lnTo>
                    <a:pt x="225" y="23"/>
                  </a:lnTo>
                  <a:lnTo>
                    <a:pt x="213" y="28"/>
                  </a:lnTo>
                  <a:lnTo>
                    <a:pt x="196" y="11"/>
                  </a:lnTo>
                  <a:lnTo>
                    <a:pt x="181" y="17"/>
                  </a:lnTo>
                  <a:lnTo>
                    <a:pt x="156" y="15"/>
                  </a:lnTo>
                  <a:lnTo>
                    <a:pt x="150" y="7"/>
                  </a:lnTo>
                  <a:lnTo>
                    <a:pt x="125" y="7"/>
                  </a:lnTo>
                  <a:lnTo>
                    <a:pt x="113" y="0"/>
                  </a:lnTo>
                  <a:lnTo>
                    <a:pt x="86" y="5"/>
                  </a:lnTo>
                  <a:lnTo>
                    <a:pt x="71" y="40"/>
                  </a:lnTo>
                  <a:lnTo>
                    <a:pt x="71" y="63"/>
                  </a:lnTo>
                  <a:lnTo>
                    <a:pt x="52" y="67"/>
                  </a:lnTo>
                  <a:lnTo>
                    <a:pt x="29" y="84"/>
                  </a:lnTo>
                  <a:lnTo>
                    <a:pt x="27" y="96"/>
                  </a:lnTo>
                  <a:lnTo>
                    <a:pt x="6" y="113"/>
                  </a:lnTo>
                  <a:lnTo>
                    <a:pt x="2" y="115"/>
                  </a:lnTo>
                  <a:lnTo>
                    <a:pt x="0" y="134"/>
                  </a:lnTo>
                  <a:lnTo>
                    <a:pt x="0" y="151"/>
                  </a:lnTo>
                  <a:lnTo>
                    <a:pt x="8" y="155"/>
                  </a:lnTo>
                  <a:lnTo>
                    <a:pt x="8" y="173"/>
                  </a:lnTo>
                  <a:lnTo>
                    <a:pt x="19" y="198"/>
                  </a:lnTo>
                  <a:lnTo>
                    <a:pt x="19" y="205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49" name="Freeform 55">
              <a:extLst>
                <a:ext uri="{FF2B5EF4-FFF2-40B4-BE49-F238E27FC236}">
                  <a16:creationId xmlns:a16="http://schemas.microsoft.com/office/drawing/2014/main" id="{112035DA-2BCB-0041-8198-F2A653830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3" y="3349"/>
              <a:ext cx="715" cy="802"/>
            </a:xfrm>
            <a:custGeom>
              <a:avLst/>
              <a:gdLst>
                <a:gd name="T0" fmla="*/ 130 w 343"/>
                <a:gd name="T1" fmla="*/ 6 h 385"/>
                <a:gd name="T2" fmla="*/ 122 w 343"/>
                <a:gd name="T3" fmla="*/ 28 h 385"/>
                <a:gd name="T4" fmla="*/ 130 w 343"/>
                <a:gd name="T5" fmla="*/ 52 h 385"/>
                <a:gd name="T6" fmla="*/ 125 w 343"/>
                <a:gd name="T7" fmla="*/ 69 h 385"/>
                <a:gd name="T8" fmla="*/ 112 w 343"/>
                <a:gd name="T9" fmla="*/ 91 h 385"/>
                <a:gd name="T10" fmla="*/ 121 w 343"/>
                <a:gd name="T11" fmla="*/ 120 h 385"/>
                <a:gd name="T12" fmla="*/ 126 w 343"/>
                <a:gd name="T13" fmla="*/ 134 h 385"/>
                <a:gd name="T14" fmla="*/ 135 w 343"/>
                <a:gd name="T15" fmla="*/ 155 h 385"/>
                <a:gd name="T16" fmla="*/ 117 w 343"/>
                <a:gd name="T17" fmla="*/ 166 h 385"/>
                <a:gd name="T18" fmla="*/ 101 w 343"/>
                <a:gd name="T19" fmla="*/ 156 h 385"/>
                <a:gd name="T20" fmla="*/ 93 w 343"/>
                <a:gd name="T21" fmla="*/ 172 h 385"/>
                <a:gd name="T22" fmla="*/ 76 w 343"/>
                <a:gd name="T23" fmla="*/ 211 h 385"/>
                <a:gd name="T24" fmla="*/ 61 w 343"/>
                <a:gd name="T25" fmla="*/ 202 h 385"/>
                <a:gd name="T26" fmla="*/ 47 w 343"/>
                <a:gd name="T27" fmla="*/ 209 h 385"/>
                <a:gd name="T28" fmla="*/ 28 w 343"/>
                <a:gd name="T29" fmla="*/ 221 h 385"/>
                <a:gd name="T30" fmla="*/ 30 w 343"/>
                <a:gd name="T31" fmla="*/ 240 h 385"/>
                <a:gd name="T32" fmla="*/ 21 w 343"/>
                <a:gd name="T33" fmla="*/ 260 h 385"/>
                <a:gd name="T34" fmla="*/ 19 w 343"/>
                <a:gd name="T35" fmla="*/ 279 h 385"/>
                <a:gd name="T36" fmla="*/ 16 w 343"/>
                <a:gd name="T37" fmla="*/ 301 h 385"/>
                <a:gd name="T38" fmla="*/ 4 w 343"/>
                <a:gd name="T39" fmla="*/ 310 h 385"/>
                <a:gd name="T40" fmla="*/ 21 w 343"/>
                <a:gd name="T41" fmla="*/ 331 h 385"/>
                <a:gd name="T42" fmla="*/ 50 w 343"/>
                <a:gd name="T43" fmla="*/ 343 h 385"/>
                <a:gd name="T44" fmla="*/ 81 w 343"/>
                <a:gd name="T45" fmla="*/ 335 h 385"/>
                <a:gd name="T46" fmla="*/ 94 w 343"/>
                <a:gd name="T47" fmla="*/ 348 h 385"/>
                <a:gd name="T48" fmla="*/ 125 w 343"/>
                <a:gd name="T49" fmla="*/ 359 h 385"/>
                <a:gd name="T50" fmla="*/ 146 w 343"/>
                <a:gd name="T51" fmla="*/ 378 h 385"/>
                <a:gd name="T52" fmla="*/ 165 w 343"/>
                <a:gd name="T53" fmla="*/ 380 h 385"/>
                <a:gd name="T54" fmla="*/ 188 w 343"/>
                <a:gd name="T55" fmla="*/ 351 h 385"/>
                <a:gd name="T56" fmla="*/ 219 w 343"/>
                <a:gd name="T57" fmla="*/ 286 h 385"/>
                <a:gd name="T58" fmla="*/ 210 w 343"/>
                <a:gd name="T59" fmla="*/ 235 h 385"/>
                <a:gd name="T60" fmla="*/ 204 w 343"/>
                <a:gd name="T61" fmla="*/ 208 h 385"/>
                <a:gd name="T62" fmla="*/ 220 w 343"/>
                <a:gd name="T63" fmla="*/ 196 h 385"/>
                <a:gd name="T64" fmla="*/ 240 w 343"/>
                <a:gd name="T65" fmla="*/ 194 h 385"/>
                <a:gd name="T66" fmla="*/ 246 w 343"/>
                <a:gd name="T67" fmla="*/ 189 h 385"/>
                <a:gd name="T68" fmla="*/ 264 w 343"/>
                <a:gd name="T69" fmla="*/ 189 h 385"/>
                <a:gd name="T70" fmla="*/ 284 w 343"/>
                <a:gd name="T71" fmla="*/ 188 h 385"/>
                <a:gd name="T72" fmla="*/ 294 w 343"/>
                <a:gd name="T73" fmla="*/ 170 h 385"/>
                <a:gd name="T74" fmla="*/ 315 w 343"/>
                <a:gd name="T75" fmla="*/ 161 h 385"/>
                <a:gd name="T76" fmla="*/ 319 w 343"/>
                <a:gd name="T77" fmla="*/ 165 h 385"/>
                <a:gd name="T78" fmla="*/ 337 w 343"/>
                <a:gd name="T79" fmla="*/ 152 h 385"/>
                <a:gd name="T80" fmla="*/ 318 w 343"/>
                <a:gd name="T81" fmla="*/ 136 h 385"/>
                <a:gd name="T82" fmla="*/ 320 w 343"/>
                <a:gd name="T83" fmla="*/ 126 h 385"/>
                <a:gd name="T84" fmla="*/ 331 w 343"/>
                <a:gd name="T85" fmla="*/ 116 h 385"/>
                <a:gd name="T86" fmla="*/ 343 w 343"/>
                <a:gd name="T87" fmla="*/ 109 h 385"/>
                <a:gd name="T88" fmla="*/ 326 w 343"/>
                <a:gd name="T89" fmla="*/ 93 h 385"/>
                <a:gd name="T90" fmla="*/ 312 w 343"/>
                <a:gd name="T91" fmla="*/ 81 h 385"/>
                <a:gd name="T92" fmla="*/ 298 w 343"/>
                <a:gd name="T93" fmla="*/ 82 h 385"/>
                <a:gd name="T94" fmla="*/ 282 w 343"/>
                <a:gd name="T95" fmla="*/ 70 h 385"/>
                <a:gd name="T96" fmla="*/ 260 w 343"/>
                <a:gd name="T97" fmla="*/ 82 h 385"/>
                <a:gd name="T98" fmla="*/ 255 w 343"/>
                <a:gd name="T99" fmla="*/ 98 h 385"/>
                <a:gd name="T100" fmla="*/ 242 w 343"/>
                <a:gd name="T101" fmla="*/ 123 h 385"/>
                <a:gd name="T102" fmla="*/ 237 w 343"/>
                <a:gd name="T103" fmla="*/ 120 h 385"/>
                <a:gd name="T104" fmla="*/ 224 w 343"/>
                <a:gd name="T105" fmla="*/ 124 h 385"/>
                <a:gd name="T106" fmla="*/ 199 w 343"/>
                <a:gd name="T107" fmla="*/ 139 h 385"/>
                <a:gd name="T108" fmla="*/ 191 w 343"/>
                <a:gd name="T109" fmla="*/ 91 h 385"/>
                <a:gd name="T110" fmla="*/ 181 w 343"/>
                <a:gd name="T111" fmla="*/ 68 h 385"/>
                <a:gd name="T112" fmla="*/ 175 w 343"/>
                <a:gd name="T113" fmla="*/ 56 h 385"/>
                <a:gd name="T114" fmla="*/ 173 w 343"/>
                <a:gd name="T115" fmla="*/ 44 h 385"/>
                <a:gd name="T116" fmla="*/ 163 w 343"/>
                <a:gd name="T117" fmla="*/ 28 h 385"/>
                <a:gd name="T118" fmla="*/ 144 w 343"/>
                <a:gd name="T119" fmla="*/ 16 h 385"/>
                <a:gd name="T120" fmla="*/ 143 w 343"/>
                <a:gd name="T121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43" h="385">
                  <a:moveTo>
                    <a:pt x="143" y="0"/>
                  </a:moveTo>
                  <a:cubicBezTo>
                    <a:pt x="136" y="5"/>
                    <a:pt x="136" y="5"/>
                    <a:pt x="136" y="5"/>
                  </a:cubicBezTo>
                  <a:cubicBezTo>
                    <a:pt x="130" y="6"/>
                    <a:pt x="130" y="6"/>
                    <a:pt x="130" y="6"/>
                  </a:cubicBezTo>
                  <a:cubicBezTo>
                    <a:pt x="120" y="13"/>
                    <a:pt x="120" y="13"/>
                    <a:pt x="120" y="13"/>
                  </a:cubicBezTo>
                  <a:cubicBezTo>
                    <a:pt x="119" y="21"/>
                    <a:pt x="119" y="21"/>
                    <a:pt x="119" y="21"/>
                  </a:cubicBezTo>
                  <a:cubicBezTo>
                    <a:pt x="122" y="28"/>
                    <a:pt x="122" y="28"/>
                    <a:pt x="122" y="28"/>
                  </a:cubicBezTo>
                  <a:cubicBezTo>
                    <a:pt x="121" y="35"/>
                    <a:pt x="121" y="35"/>
                    <a:pt x="121" y="35"/>
                  </a:cubicBezTo>
                  <a:cubicBezTo>
                    <a:pt x="121" y="42"/>
                    <a:pt x="121" y="42"/>
                    <a:pt x="121" y="42"/>
                  </a:cubicBezTo>
                  <a:cubicBezTo>
                    <a:pt x="130" y="52"/>
                    <a:pt x="130" y="52"/>
                    <a:pt x="130" y="52"/>
                  </a:cubicBezTo>
                  <a:cubicBezTo>
                    <a:pt x="128" y="57"/>
                    <a:pt x="128" y="57"/>
                    <a:pt x="128" y="57"/>
                  </a:cubicBezTo>
                  <a:cubicBezTo>
                    <a:pt x="131" y="63"/>
                    <a:pt x="131" y="63"/>
                    <a:pt x="131" y="63"/>
                  </a:cubicBezTo>
                  <a:cubicBezTo>
                    <a:pt x="125" y="69"/>
                    <a:pt x="125" y="69"/>
                    <a:pt x="125" y="69"/>
                  </a:cubicBezTo>
                  <a:cubicBezTo>
                    <a:pt x="125" y="79"/>
                    <a:pt x="125" y="79"/>
                    <a:pt x="125" y="79"/>
                  </a:cubicBezTo>
                  <a:cubicBezTo>
                    <a:pt x="121" y="84"/>
                    <a:pt x="121" y="84"/>
                    <a:pt x="121" y="8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3" y="104"/>
                    <a:pt x="113" y="104"/>
                    <a:pt x="113" y="104"/>
                  </a:cubicBezTo>
                  <a:cubicBezTo>
                    <a:pt x="111" y="113"/>
                    <a:pt x="111" y="113"/>
                    <a:pt x="111" y="113"/>
                  </a:cubicBezTo>
                  <a:cubicBezTo>
                    <a:pt x="121" y="120"/>
                    <a:pt x="121" y="120"/>
                    <a:pt x="121" y="120"/>
                  </a:cubicBezTo>
                  <a:cubicBezTo>
                    <a:pt x="127" y="119"/>
                    <a:pt x="127" y="119"/>
                    <a:pt x="127" y="119"/>
                  </a:cubicBezTo>
                  <a:cubicBezTo>
                    <a:pt x="131" y="132"/>
                    <a:pt x="131" y="132"/>
                    <a:pt x="131" y="132"/>
                  </a:cubicBezTo>
                  <a:cubicBezTo>
                    <a:pt x="126" y="134"/>
                    <a:pt x="126" y="134"/>
                    <a:pt x="126" y="134"/>
                  </a:cubicBezTo>
                  <a:cubicBezTo>
                    <a:pt x="126" y="141"/>
                    <a:pt x="126" y="141"/>
                    <a:pt x="126" y="141"/>
                  </a:cubicBezTo>
                  <a:cubicBezTo>
                    <a:pt x="132" y="142"/>
                    <a:pt x="132" y="142"/>
                    <a:pt x="132" y="142"/>
                  </a:cubicBezTo>
                  <a:cubicBezTo>
                    <a:pt x="135" y="155"/>
                    <a:pt x="135" y="155"/>
                    <a:pt x="135" y="155"/>
                  </a:cubicBezTo>
                  <a:cubicBezTo>
                    <a:pt x="129" y="161"/>
                    <a:pt x="129" y="161"/>
                    <a:pt x="129" y="161"/>
                  </a:cubicBezTo>
                  <a:cubicBezTo>
                    <a:pt x="125" y="167"/>
                    <a:pt x="125" y="167"/>
                    <a:pt x="125" y="167"/>
                  </a:cubicBezTo>
                  <a:cubicBezTo>
                    <a:pt x="117" y="166"/>
                    <a:pt x="117" y="166"/>
                    <a:pt x="117" y="166"/>
                  </a:cubicBezTo>
                  <a:cubicBezTo>
                    <a:pt x="113" y="163"/>
                    <a:pt x="113" y="163"/>
                    <a:pt x="113" y="163"/>
                  </a:cubicBezTo>
                  <a:cubicBezTo>
                    <a:pt x="106" y="162"/>
                    <a:pt x="106" y="162"/>
                    <a:pt x="106" y="162"/>
                  </a:cubicBezTo>
                  <a:cubicBezTo>
                    <a:pt x="101" y="156"/>
                    <a:pt x="101" y="156"/>
                    <a:pt x="101" y="156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1" y="163"/>
                    <a:pt x="91" y="163"/>
                    <a:pt x="91" y="163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77" y="191"/>
                    <a:pt x="77" y="191"/>
                    <a:pt x="77" y="191"/>
                  </a:cubicBezTo>
                  <a:cubicBezTo>
                    <a:pt x="73" y="205"/>
                    <a:pt x="73" y="205"/>
                    <a:pt x="73" y="205"/>
                  </a:cubicBezTo>
                  <a:cubicBezTo>
                    <a:pt x="76" y="211"/>
                    <a:pt x="76" y="211"/>
                    <a:pt x="76" y="211"/>
                  </a:cubicBezTo>
                  <a:cubicBezTo>
                    <a:pt x="74" y="216"/>
                    <a:pt x="74" y="216"/>
                    <a:pt x="74" y="216"/>
                  </a:cubicBezTo>
                  <a:cubicBezTo>
                    <a:pt x="67" y="212"/>
                    <a:pt x="67" y="212"/>
                    <a:pt x="67" y="212"/>
                  </a:cubicBezTo>
                  <a:cubicBezTo>
                    <a:pt x="61" y="202"/>
                    <a:pt x="61" y="202"/>
                    <a:pt x="61" y="202"/>
                  </a:cubicBezTo>
                  <a:cubicBezTo>
                    <a:pt x="56" y="198"/>
                    <a:pt x="56" y="198"/>
                    <a:pt x="56" y="198"/>
                  </a:cubicBezTo>
                  <a:cubicBezTo>
                    <a:pt x="53" y="201"/>
                    <a:pt x="53" y="201"/>
                    <a:pt x="53" y="201"/>
                  </a:cubicBezTo>
                  <a:cubicBezTo>
                    <a:pt x="47" y="209"/>
                    <a:pt x="47" y="209"/>
                    <a:pt x="47" y="209"/>
                  </a:cubicBezTo>
                  <a:cubicBezTo>
                    <a:pt x="36" y="210"/>
                    <a:pt x="36" y="210"/>
                    <a:pt x="36" y="210"/>
                  </a:cubicBezTo>
                  <a:cubicBezTo>
                    <a:pt x="29" y="211"/>
                    <a:pt x="29" y="211"/>
                    <a:pt x="29" y="211"/>
                  </a:cubicBezTo>
                  <a:cubicBezTo>
                    <a:pt x="28" y="221"/>
                    <a:pt x="28" y="221"/>
                    <a:pt x="28" y="221"/>
                  </a:cubicBezTo>
                  <a:cubicBezTo>
                    <a:pt x="23" y="225"/>
                    <a:pt x="23" y="225"/>
                    <a:pt x="23" y="225"/>
                  </a:cubicBezTo>
                  <a:cubicBezTo>
                    <a:pt x="24" y="232"/>
                    <a:pt x="24" y="232"/>
                    <a:pt x="24" y="232"/>
                  </a:cubicBezTo>
                  <a:cubicBezTo>
                    <a:pt x="30" y="240"/>
                    <a:pt x="30" y="240"/>
                    <a:pt x="30" y="240"/>
                  </a:cubicBezTo>
                  <a:cubicBezTo>
                    <a:pt x="32" y="250"/>
                    <a:pt x="32" y="250"/>
                    <a:pt x="32" y="250"/>
                  </a:cubicBezTo>
                  <a:cubicBezTo>
                    <a:pt x="26" y="256"/>
                    <a:pt x="26" y="256"/>
                    <a:pt x="26" y="256"/>
                  </a:cubicBezTo>
                  <a:cubicBezTo>
                    <a:pt x="21" y="260"/>
                    <a:pt x="21" y="260"/>
                    <a:pt x="21" y="260"/>
                  </a:cubicBezTo>
                  <a:cubicBezTo>
                    <a:pt x="16" y="261"/>
                    <a:pt x="16" y="261"/>
                    <a:pt x="16" y="261"/>
                  </a:cubicBezTo>
                  <a:cubicBezTo>
                    <a:pt x="14" y="271"/>
                    <a:pt x="14" y="271"/>
                    <a:pt x="14" y="271"/>
                  </a:cubicBezTo>
                  <a:cubicBezTo>
                    <a:pt x="19" y="279"/>
                    <a:pt x="19" y="279"/>
                    <a:pt x="19" y="279"/>
                  </a:cubicBezTo>
                  <a:cubicBezTo>
                    <a:pt x="16" y="286"/>
                    <a:pt x="16" y="286"/>
                    <a:pt x="16" y="286"/>
                  </a:cubicBezTo>
                  <a:cubicBezTo>
                    <a:pt x="18" y="297"/>
                    <a:pt x="18" y="297"/>
                    <a:pt x="18" y="297"/>
                  </a:cubicBezTo>
                  <a:cubicBezTo>
                    <a:pt x="16" y="301"/>
                    <a:pt x="16" y="301"/>
                    <a:pt x="16" y="301"/>
                  </a:cubicBezTo>
                  <a:cubicBezTo>
                    <a:pt x="16" y="306"/>
                    <a:pt x="16" y="306"/>
                    <a:pt x="16" y="306"/>
                  </a:cubicBezTo>
                  <a:cubicBezTo>
                    <a:pt x="9" y="307"/>
                    <a:pt x="9" y="307"/>
                    <a:pt x="9" y="307"/>
                  </a:cubicBezTo>
                  <a:cubicBezTo>
                    <a:pt x="4" y="310"/>
                    <a:pt x="4" y="310"/>
                    <a:pt x="4" y="310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2" y="321"/>
                    <a:pt x="2" y="321"/>
                    <a:pt x="2" y="321"/>
                  </a:cubicBezTo>
                  <a:cubicBezTo>
                    <a:pt x="21" y="331"/>
                    <a:pt x="21" y="331"/>
                    <a:pt x="21" y="331"/>
                  </a:cubicBezTo>
                  <a:cubicBezTo>
                    <a:pt x="30" y="333"/>
                    <a:pt x="30" y="333"/>
                    <a:pt x="30" y="333"/>
                  </a:cubicBezTo>
                  <a:cubicBezTo>
                    <a:pt x="41" y="336"/>
                    <a:pt x="41" y="336"/>
                    <a:pt x="41" y="336"/>
                  </a:cubicBezTo>
                  <a:cubicBezTo>
                    <a:pt x="50" y="343"/>
                    <a:pt x="50" y="343"/>
                    <a:pt x="50" y="343"/>
                  </a:cubicBezTo>
                  <a:cubicBezTo>
                    <a:pt x="62" y="341"/>
                    <a:pt x="62" y="341"/>
                    <a:pt x="62" y="341"/>
                  </a:cubicBezTo>
                  <a:cubicBezTo>
                    <a:pt x="67" y="348"/>
                    <a:pt x="67" y="348"/>
                    <a:pt x="67" y="348"/>
                  </a:cubicBezTo>
                  <a:cubicBezTo>
                    <a:pt x="81" y="335"/>
                    <a:pt x="81" y="335"/>
                    <a:pt x="81" y="335"/>
                  </a:cubicBezTo>
                  <a:cubicBezTo>
                    <a:pt x="87" y="339"/>
                    <a:pt x="87" y="339"/>
                    <a:pt x="87" y="339"/>
                  </a:cubicBezTo>
                  <a:cubicBezTo>
                    <a:pt x="86" y="342"/>
                    <a:pt x="86" y="342"/>
                    <a:pt x="86" y="342"/>
                  </a:cubicBezTo>
                  <a:cubicBezTo>
                    <a:pt x="94" y="348"/>
                    <a:pt x="94" y="348"/>
                    <a:pt x="94" y="348"/>
                  </a:cubicBezTo>
                  <a:cubicBezTo>
                    <a:pt x="103" y="349"/>
                    <a:pt x="103" y="349"/>
                    <a:pt x="103" y="349"/>
                  </a:cubicBezTo>
                  <a:cubicBezTo>
                    <a:pt x="118" y="361"/>
                    <a:pt x="118" y="361"/>
                    <a:pt x="118" y="361"/>
                  </a:cubicBezTo>
                  <a:cubicBezTo>
                    <a:pt x="125" y="359"/>
                    <a:pt x="125" y="359"/>
                    <a:pt x="125" y="359"/>
                  </a:cubicBezTo>
                  <a:cubicBezTo>
                    <a:pt x="135" y="368"/>
                    <a:pt x="135" y="368"/>
                    <a:pt x="135" y="368"/>
                  </a:cubicBezTo>
                  <a:cubicBezTo>
                    <a:pt x="143" y="367"/>
                    <a:pt x="143" y="367"/>
                    <a:pt x="143" y="367"/>
                  </a:cubicBezTo>
                  <a:cubicBezTo>
                    <a:pt x="146" y="378"/>
                    <a:pt x="146" y="378"/>
                    <a:pt x="146" y="378"/>
                  </a:cubicBezTo>
                  <a:cubicBezTo>
                    <a:pt x="155" y="379"/>
                    <a:pt x="155" y="379"/>
                    <a:pt x="155" y="379"/>
                  </a:cubicBezTo>
                  <a:cubicBezTo>
                    <a:pt x="160" y="385"/>
                    <a:pt x="160" y="385"/>
                    <a:pt x="160" y="385"/>
                  </a:cubicBezTo>
                  <a:cubicBezTo>
                    <a:pt x="165" y="380"/>
                    <a:pt x="165" y="380"/>
                    <a:pt x="165" y="380"/>
                  </a:cubicBezTo>
                  <a:cubicBezTo>
                    <a:pt x="170" y="380"/>
                    <a:pt x="170" y="380"/>
                    <a:pt x="170" y="380"/>
                  </a:cubicBezTo>
                  <a:cubicBezTo>
                    <a:pt x="171" y="369"/>
                    <a:pt x="171" y="369"/>
                    <a:pt x="171" y="369"/>
                  </a:cubicBezTo>
                  <a:cubicBezTo>
                    <a:pt x="188" y="351"/>
                    <a:pt x="188" y="351"/>
                    <a:pt x="188" y="351"/>
                  </a:cubicBezTo>
                  <a:cubicBezTo>
                    <a:pt x="191" y="341"/>
                    <a:pt x="191" y="341"/>
                    <a:pt x="191" y="341"/>
                  </a:cubicBezTo>
                  <a:cubicBezTo>
                    <a:pt x="217" y="313"/>
                    <a:pt x="217" y="313"/>
                    <a:pt x="217" y="313"/>
                  </a:cubicBezTo>
                  <a:cubicBezTo>
                    <a:pt x="219" y="286"/>
                    <a:pt x="219" y="286"/>
                    <a:pt x="219" y="286"/>
                  </a:cubicBezTo>
                  <a:cubicBezTo>
                    <a:pt x="224" y="270"/>
                    <a:pt x="224" y="270"/>
                    <a:pt x="224" y="270"/>
                  </a:cubicBezTo>
                  <a:cubicBezTo>
                    <a:pt x="215" y="267"/>
                    <a:pt x="215" y="267"/>
                    <a:pt x="215" y="267"/>
                  </a:cubicBezTo>
                  <a:cubicBezTo>
                    <a:pt x="210" y="235"/>
                    <a:pt x="210" y="235"/>
                    <a:pt x="210" y="235"/>
                  </a:cubicBezTo>
                  <a:cubicBezTo>
                    <a:pt x="216" y="226"/>
                    <a:pt x="216" y="226"/>
                    <a:pt x="216" y="226"/>
                  </a:cubicBezTo>
                  <a:cubicBezTo>
                    <a:pt x="207" y="220"/>
                    <a:pt x="207" y="220"/>
                    <a:pt x="207" y="220"/>
                  </a:cubicBezTo>
                  <a:cubicBezTo>
                    <a:pt x="204" y="208"/>
                    <a:pt x="204" y="208"/>
                    <a:pt x="204" y="208"/>
                  </a:cubicBezTo>
                  <a:cubicBezTo>
                    <a:pt x="212" y="203"/>
                    <a:pt x="212" y="203"/>
                    <a:pt x="212" y="203"/>
                  </a:cubicBezTo>
                  <a:cubicBezTo>
                    <a:pt x="219" y="205"/>
                    <a:pt x="219" y="205"/>
                    <a:pt x="219" y="205"/>
                  </a:cubicBezTo>
                  <a:cubicBezTo>
                    <a:pt x="220" y="196"/>
                    <a:pt x="220" y="196"/>
                    <a:pt x="220" y="196"/>
                  </a:cubicBezTo>
                  <a:cubicBezTo>
                    <a:pt x="224" y="195"/>
                    <a:pt x="224" y="195"/>
                    <a:pt x="224" y="195"/>
                  </a:cubicBezTo>
                  <a:cubicBezTo>
                    <a:pt x="232" y="197"/>
                    <a:pt x="232" y="197"/>
                    <a:pt x="232" y="197"/>
                  </a:cubicBezTo>
                  <a:cubicBezTo>
                    <a:pt x="240" y="194"/>
                    <a:pt x="240" y="194"/>
                    <a:pt x="240" y="194"/>
                  </a:cubicBezTo>
                  <a:cubicBezTo>
                    <a:pt x="239" y="188"/>
                    <a:pt x="239" y="188"/>
                    <a:pt x="239" y="188"/>
                  </a:cubicBezTo>
                  <a:cubicBezTo>
                    <a:pt x="244" y="182"/>
                    <a:pt x="244" y="182"/>
                    <a:pt x="244" y="182"/>
                  </a:cubicBezTo>
                  <a:cubicBezTo>
                    <a:pt x="246" y="189"/>
                    <a:pt x="246" y="189"/>
                    <a:pt x="246" y="189"/>
                  </a:cubicBezTo>
                  <a:cubicBezTo>
                    <a:pt x="256" y="189"/>
                    <a:pt x="256" y="189"/>
                    <a:pt x="256" y="189"/>
                  </a:cubicBezTo>
                  <a:cubicBezTo>
                    <a:pt x="261" y="184"/>
                    <a:pt x="261" y="184"/>
                    <a:pt x="261" y="184"/>
                  </a:cubicBezTo>
                  <a:cubicBezTo>
                    <a:pt x="264" y="189"/>
                    <a:pt x="264" y="189"/>
                    <a:pt x="264" y="189"/>
                  </a:cubicBezTo>
                  <a:cubicBezTo>
                    <a:pt x="274" y="189"/>
                    <a:pt x="274" y="189"/>
                    <a:pt x="274" y="189"/>
                  </a:cubicBezTo>
                  <a:cubicBezTo>
                    <a:pt x="277" y="183"/>
                    <a:pt x="277" y="183"/>
                    <a:pt x="277" y="183"/>
                  </a:cubicBezTo>
                  <a:cubicBezTo>
                    <a:pt x="284" y="188"/>
                    <a:pt x="284" y="188"/>
                    <a:pt x="284" y="188"/>
                  </a:cubicBezTo>
                  <a:cubicBezTo>
                    <a:pt x="290" y="182"/>
                    <a:pt x="290" y="182"/>
                    <a:pt x="290" y="182"/>
                  </a:cubicBezTo>
                  <a:cubicBezTo>
                    <a:pt x="296" y="182"/>
                    <a:pt x="296" y="182"/>
                    <a:pt x="296" y="182"/>
                  </a:cubicBezTo>
                  <a:cubicBezTo>
                    <a:pt x="294" y="170"/>
                    <a:pt x="294" y="170"/>
                    <a:pt x="294" y="170"/>
                  </a:cubicBezTo>
                  <a:cubicBezTo>
                    <a:pt x="302" y="163"/>
                    <a:pt x="302" y="163"/>
                    <a:pt x="302" y="163"/>
                  </a:cubicBezTo>
                  <a:cubicBezTo>
                    <a:pt x="307" y="157"/>
                    <a:pt x="307" y="157"/>
                    <a:pt x="307" y="157"/>
                  </a:cubicBezTo>
                  <a:cubicBezTo>
                    <a:pt x="315" y="161"/>
                    <a:pt x="315" y="161"/>
                    <a:pt x="315" y="161"/>
                  </a:cubicBezTo>
                  <a:cubicBezTo>
                    <a:pt x="308" y="168"/>
                    <a:pt x="308" y="168"/>
                    <a:pt x="308" y="168"/>
                  </a:cubicBezTo>
                  <a:cubicBezTo>
                    <a:pt x="312" y="168"/>
                    <a:pt x="312" y="168"/>
                    <a:pt x="312" y="168"/>
                  </a:cubicBezTo>
                  <a:cubicBezTo>
                    <a:pt x="319" y="165"/>
                    <a:pt x="319" y="165"/>
                    <a:pt x="319" y="165"/>
                  </a:cubicBezTo>
                  <a:cubicBezTo>
                    <a:pt x="326" y="168"/>
                    <a:pt x="326" y="168"/>
                    <a:pt x="326" y="168"/>
                  </a:cubicBezTo>
                  <a:cubicBezTo>
                    <a:pt x="335" y="156"/>
                    <a:pt x="335" y="156"/>
                    <a:pt x="335" y="156"/>
                  </a:cubicBezTo>
                  <a:cubicBezTo>
                    <a:pt x="337" y="152"/>
                    <a:pt x="337" y="152"/>
                    <a:pt x="337" y="152"/>
                  </a:cubicBezTo>
                  <a:cubicBezTo>
                    <a:pt x="334" y="146"/>
                    <a:pt x="334" y="146"/>
                    <a:pt x="334" y="146"/>
                  </a:cubicBezTo>
                  <a:cubicBezTo>
                    <a:pt x="328" y="149"/>
                    <a:pt x="328" y="149"/>
                    <a:pt x="328" y="149"/>
                  </a:cubicBezTo>
                  <a:cubicBezTo>
                    <a:pt x="318" y="136"/>
                    <a:pt x="318" y="136"/>
                    <a:pt x="318" y="136"/>
                  </a:cubicBezTo>
                  <a:cubicBezTo>
                    <a:pt x="321" y="132"/>
                    <a:pt x="321" y="132"/>
                    <a:pt x="321" y="132"/>
                  </a:cubicBezTo>
                  <a:cubicBezTo>
                    <a:pt x="317" y="128"/>
                    <a:pt x="317" y="128"/>
                    <a:pt x="317" y="128"/>
                  </a:cubicBezTo>
                  <a:cubicBezTo>
                    <a:pt x="320" y="126"/>
                    <a:pt x="320" y="126"/>
                    <a:pt x="320" y="126"/>
                  </a:cubicBezTo>
                  <a:cubicBezTo>
                    <a:pt x="319" y="118"/>
                    <a:pt x="319" y="118"/>
                    <a:pt x="319" y="118"/>
                  </a:cubicBezTo>
                  <a:cubicBezTo>
                    <a:pt x="326" y="113"/>
                    <a:pt x="326" y="113"/>
                    <a:pt x="326" y="113"/>
                  </a:cubicBezTo>
                  <a:cubicBezTo>
                    <a:pt x="331" y="116"/>
                    <a:pt x="331" y="116"/>
                    <a:pt x="331" y="116"/>
                  </a:cubicBezTo>
                  <a:cubicBezTo>
                    <a:pt x="336" y="117"/>
                    <a:pt x="336" y="117"/>
                    <a:pt x="336" y="117"/>
                  </a:cubicBezTo>
                  <a:cubicBezTo>
                    <a:pt x="342" y="115"/>
                    <a:pt x="342" y="115"/>
                    <a:pt x="342" y="115"/>
                  </a:cubicBezTo>
                  <a:cubicBezTo>
                    <a:pt x="343" y="109"/>
                    <a:pt x="343" y="109"/>
                    <a:pt x="343" y="109"/>
                  </a:cubicBezTo>
                  <a:cubicBezTo>
                    <a:pt x="331" y="96"/>
                    <a:pt x="331" y="96"/>
                    <a:pt x="331" y="96"/>
                  </a:cubicBezTo>
                  <a:cubicBezTo>
                    <a:pt x="330" y="93"/>
                    <a:pt x="330" y="93"/>
                    <a:pt x="330" y="93"/>
                  </a:cubicBezTo>
                  <a:cubicBezTo>
                    <a:pt x="326" y="93"/>
                    <a:pt x="326" y="93"/>
                    <a:pt x="326" y="93"/>
                  </a:cubicBezTo>
                  <a:cubicBezTo>
                    <a:pt x="326" y="87"/>
                    <a:pt x="326" y="87"/>
                    <a:pt x="326" y="87"/>
                  </a:cubicBezTo>
                  <a:cubicBezTo>
                    <a:pt x="316" y="77"/>
                    <a:pt x="316" y="77"/>
                    <a:pt x="316" y="77"/>
                  </a:cubicBezTo>
                  <a:cubicBezTo>
                    <a:pt x="312" y="81"/>
                    <a:pt x="312" y="81"/>
                    <a:pt x="312" y="81"/>
                  </a:cubicBezTo>
                  <a:cubicBezTo>
                    <a:pt x="309" y="85"/>
                    <a:pt x="309" y="85"/>
                    <a:pt x="309" y="85"/>
                  </a:cubicBezTo>
                  <a:cubicBezTo>
                    <a:pt x="303" y="88"/>
                    <a:pt x="303" y="88"/>
                    <a:pt x="303" y="88"/>
                  </a:cubicBezTo>
                  <a:cubicBezTo>
                    <a:pt x="298" y="82"/>
                    <a:pt x="298" y="82"/>
                    <a:pt x="298" y="82"/>
                  </a:cubicBezTo>
                  <a:cubicBezTo>
                    <a:pt x="297" y="76"/>
                    <a:pt x="297" y="76"/>
                    <a:pt x="297" y="76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3"/>
                    <a:pt x="282" y="70"/>
                    <a:pt x="282" y="70"/>
                  </a:cubicBezTo>
                  <a:cubicBezTo>
                    <a:pt x="281" y="70"/>
                    <a:pt x="267" y="70"/>
                    <a:pt x="267" y="70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0" y="82"/>
                    <a:pt x="260" y="82"/>
                    <a:pt x="260" y="82"/>
                  </a:cubicBezTo>
                  <a:cubicBezTo>
                    <a:pt x="256" y="85"/>
                    <a:pt x="256" y="85"/>
                    <a:pt x="256" y="85"/>
                  </a:cubicBezTo>
                  <a:cubicBezTo>
                    <a:pt x="261" y="92"/>
                    <a:pt x="261" y="92"/>
                    <a:pt x="261" y="92"/>
                  </a:cubicBezTo>
                  <a:cubicBezTo>
                    <a:pt x="255" y="98"/>
                    <a:pt x="255" y="98"/>
                    <a:pt x="255" y="98"/>
                  </a:cubicBezTo>
                  <a:cubicBezTo>
                    <a:pt x="250" y="106"/>
                    <a:pt x="250" y="106"/>
                    <a:pt x="250" y="106"/>
                  </a:cubicBezTo>
                  <a:cubicBezTo>
                    <a:pt x="251" y="118"/>
                    <a:pt x="251" y="118"/>
                    <a:pt x="251" y="118"/>
                  </a:cubicBezTo>
                  <a:cubicBezTo>
                    <a:pt x="242" y="123"/>
                    <a:pt x="242" y="123"/>
                    <a:pt x="242" y="123"/>
                  </a:cubicBezTo>
                  <a:cubicBezTo>
                    <a:pt x="242" y="131"/>
                    <a:pt x="242" y="131"/>
                    <a:pt x="242" y="131"/>
                  </a:cubicBezTo>
                  <a:cubicBezTo>
                    <a:pt x="238" y="127"/>
                    <a:pt x="238" y="127"/>
                    <a:pt x="238" y="127"/>
                  </a:cubicBezTo>
                  <a:cubicBezTo>
                    <a:pt x="237" y="120"/>
                    <a:pt x="237" y="120"/>
                    <a:pt x="237" y="120"/>
                  </a:cubicBezTo>
                  <a:cubicBezTo>
                    <a:pt x="234" y="117"/>
                    <a:pt x="234" y="117"/>
                    <a:pt x="234" y="117"/>
                  </a:cubicBezTo>
                  <a:cubicBezTo>
                    <a:pt x="229" y="122"/>
                    <a:pt x="229" y="122"/>
                    <a:pt x="229" y="122"/>
                  </a:cubicBezTo>
                  <a:cubicBezTo>
                    <a:pt x="224" y="124"/>
                    <a:pt x="224" y="124"/>
                    <a:pt x="224" y="124"/>
                  </a:cubicBezTo>
                  <a:cubicBezTo>
                    <a:pt x="214" y="127"/>
                    <a:pt x="214" y="127"/>
                    <a:pt x="214" y="127"/>
                  </a:cubicBezTo>
                  <a:cubicBezTo>
                    <a:pt x="207" y="138"/>
                    <a:pt x="207" y="138"/>
                    <a:pt x="207" y="138"/>
                  </a:cubicBezTo>
                  <a:cubicBezTo>
                    <a:pt x="199" y="139"/>
                    <a:pt x="199" y="139"/>
                    <a:pt x="199" y="139"/>
                  </a:cubicBezTo>
                  <a:cubicBezTo>
                    <a:pt x="190" y="131"/>
                    <a:pt x="190" y="131"/>
                    <a:pt x="190" y="131"/>
                  </a:cubicBezTo>
                  <a:cubicBezTo>
                    <a:pt x="190" y="103"/>
                    <a:pt x="190" y="103"/>
                    <a:pt x="190" y="103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2" y="79"/>
                    <a:pt x="192" y="79"/>
                    <a:pt x="192" y="79"/>
                  </a:cubicBezTo>
                  <a:cubicBezTo>
                    <a:pt x="182" y="73"/>
                    <a:pt x="182" y="73"/>
                    <a:pt x="182" y="73"/>
                  </a:cubicBezTo>
                  <a:cubicBezTo>
                    <a:pt x="181" y="68"/>
                    <a:pt x="181" y="68"/>
                    <a:pt x="181" y="68"/>
                  </a:cubicBezTo>
                  <a:cubicBezTo>
                    <a:pt x="178" y="63"/>
                    <a:pt x="178" y="63"/>
                    <a:pt x="178" y="63"/>
                  </a:cubicBezTo>
                  <a:cubicBezTo>
                    <a:pt x="175" y="61"/>
                    <a:pt x="175" y="61"/>
                    <a:pt x="175" y="61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8" y="53"/>
                    <a:pt x="178" y="53"/>
                    <a:pt x="178" y="53"/>
                  </a:cubicBezTo>
                  <a:cubicBezTo>
                    <a:pt x="178" y="47"/>
                    <a:pt x="178" y="47"/>
                    <a:pt x="178" y="47"/>
                  </a:cubicBezTo>
                  <a:cubicBezTo>
                    <a:pt x="173" y="44"/>
                    <a:pt x="173" y="44"/>
                    <a:pt x="173" y="44"/>
                  </a:cubicBezTo>
                  <a:cubicBezTo>
                    <a:pt x="164" y="41"/>
                    <a:pt x="164" y="41"/>
                    <a:pt x="164" y="41"/>
                  </a:cubicBezTo>
                  <a:cubicBezTo>
                    <a:pt x="166" y="34"/>
                    <a:pt x="166" y="34"/>
                    <a:pt x="166" y="34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59" y="20"/>
                    <a:pt x="159" y="20"/>
                    <a:pt x="159" y="20"/>
                  </a:cubicBezTo>
                  <a:cubicBezTo>
                    <a:pt x="154" y="14"/>
                    <a:pt x="154" y="14"/>
                    <a:pt x="154" y="14"/>
                  </a:cubicBezTo>
                  <a:cubicBezTo>
                    <a:pt x="144" y="16"/>
                    <a:pt x="144" y="16"/>
                    <a:pt x="144" y="16"/>
                  </a:cubicBezTo>
                  <a:cubicBezTo>
                    <a:pt x="141" y="10"/>
                    <a:pt x="141" y="10"/>
                    <a:pt x="141" y="10"/>
                  </a:cubicBezTo>
                  <a:cubicBezTo>
                    <a:pt x="148" y="6"/>
                    <a:pt x="148" y="6"/>
                    <a:pt x="148" y="6"/>
                  </a:cubicBezTo>
                  <a:lnTo>
                    <a:pt x="143" y="0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50" name="Freeform 56">
              <a:extLst>
                <a:ext uri="{FF2B5EF4-FFF2-40B4-BE49-F238E27FC236}">
                  <a16:creationId xmlns:a16="http://schemas.microsoft.com/office/drawing/2014/main" id="{70ED2B43-BAEB-7142-BCFE-9A577AB32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2" y="3678"/>
              <a:ext cx="215" cy="315"/>
            </a:xfrm>
            <a:custGeom>
              <a:avLst/>
              <a:gdLst>
                <a:gd name="T0" fmla="*/ 94 w 103"/>
                <a:gd name="T1" fmla="*/ 19 h 151"/>
                <a:gd name="T2" fmla="*/ 98 w 103"/>
                <a:gd name="T3" fmla="*/ 29 h 151"/>
                <a:gd name="T4" fmla="*/ 103 w 103"/>
                <a:gd name="T5" fmla="*/ 50 h 151"/>
                <a:gd name="T6" fmla="*/ 98 w 103"/>
                <a:gd name="T7" fmla="*/ 72 h 151"/>
                <a:gd name="T8" fmla="*/ 89 w 103"/>
                <a:gd name="T9" fmla="*/ 86 h 151"/>
                <a:gd name="T10" fmla="*/ 77 w 103"/>
                <a:gd name="T11" fmla="*/ 103 h 151"/>
                <a:gd name="T12" fmla="*/ 81 w 103"/>
                <a:gd name="T13" fmla="*/ 126 h 151"/>
                <a:gd name="T14" fmla="*/ 76 w 103"/>
                <a:gd name="T15" fmla="*/ 139 h 151"/>
                <a:gd name="T16" fmla="*/ 65 w 103"/>
                <a:gd name="T17" fmla="*/ 146 h 151"/>
                <a:gd name="T18" fmla="*/ 49 w 103"/>
                <a:gd name="T19" fmla="*/ 149 h 151"/>
                <a:gd name="T20" fmla="*/ 35 w 103"/>
                <a:gd name="T21" fmla="*/ 147 h 151"/>
                <a:gd name="T22" fmla="*/ 40 w 103"/>
                <a:gd name="T23" fmla="*/ 136 h 151"/>
                <a:gd name="T24" fmla="*/ 26 w 103"/>
                <a:gd name="T25" fmla="*/ 132 h 151"/>
                <a:gd name="T26" fmla="*/ 18 w 103"/>
                <a:gd name="T27" fmla="*/ 121 h 151"/>
                <a:gd name="T28" fmla="*/ 2 w 103"/>
                <a:gd name="T29" fmla="*/ 117 h 151"/>
                <a:gd name="T30" fmla="*/ 7 w 103"/>
                <a:gd name="T31" fmla="*/ 104 h 151"/>
                <a:gd name="T32" fmla="*/ 5 w 103"/>
                <a:gd name="T33" fmla="*/ 89 h 151"/>
                <a:gd name="T34" fmla="*/ 1 w 103"/>
                <a:gd name="T35" fmla="*/ 81 h 151"/>
                <a:gd name="T36" fmla="*/ 6 w 103"/>
                <a:gd name="T37" fmla="*/ 72 h 151"/>
                <a:gd name="T38" fmla="*/ 14 w 103"/>
                <a:gd name="T39" fmla="*/ 66 h 151"/>
                <a:gd name="T40" fmla="*/ 22 w 103"/>
                <a:gd name="T41" fmla="*/ 51 h 151"/>
                <a:gd name="T42" fmla="*/ 30 w 103"/>
                <a:gd name="T43" fmla="*/ 48 h 151"/>
                <a:gd name="T44" fmla="*/ 28 w 103"/>
                <a:gd name="T45" fmla="*/ 39 h 151"/>
                <a:gd name="T46" fmla="*/ 17 w 103"/>
                <a:gd name="T47" fmla="*/ 29 h 151"/>
                <a:gd name="T48" fmla="*/ 22 w 103"/>
                <a:gd name="T49" fmla="*/ 23 h 151"/>
                <a:gd name="T50" fmla="*/ 21 w 103"/>
                <a:gd name="T51" fmla="*/ 12 h 151"/>
                <a:gd name="T52" fmla="*/ 38 w 103"/>
                <a:gd name="T53" fmla="*/ 3 h 151"/>
                <a:gd name="T54" fmla="*/ 35 w 103"/>
                <a:gd name="T55" fmla="*/ 12 h 151"/>
                <a:gd name="T56" fmla="*/ 50 w 103"/>
                <a:gd name="T57" fmla="*/ 17 h 151"/>
                <a:gd name="T58" fmla="*/ 60 w 103"/>
                <a:gd name="T59" fmla="*/ 19 h 151"/>
                <a:gd name="T60" fmla="*/ 69 w 103"/>
                <a:gd name="T61" fmla="*/ 19 h 151"/>
                <a:gd name="T62" fmla="*/ 95 w 103"/>
                <a:gd name="T63" fmla="*/ 1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3" h="151">
                  <a:moveTo>
                    <a:pt x="95" y="10"/>
                  </a:moveTo>
                  <a:cubicBezTo>
                    <a:pt x="94" y="19"/>
                    <a:pt x="94" y="19"/>
                    <a:pt x="94" y="19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8"/>
                    <a:pt x="98" y="38"/>
                    <a:pt x="98" y="38"/>
                  </a:cubicBezTo>
                  <a:cubicBezTo>
                    <a:pt x="103" y="50"/>
                    <a:pt x="103" y="50"/>
                    <a:pt x="103" y="50"/>
                  </a:cubicBezTo>
                  <a:cubicBezTo>
                    <a:pt x="103" y="67"/>
                    <a:pt x="103" y="67"/>
                    <a:pt x="103" y="67"/>
                  </a:cubicBezTo>
                  <a:cubicBezTo>
                    <a:pt x="98" y="72"/>
                    <a:pt x="98" y="72"/>
                    <a:pt x="98" y="72"/>
                  </a:cubicBezTo>
                  <a:cubicBezTo>
                    <a:pt x="96" y="82"/>
                    <a:pt x="96" y="82"/>
                    <a:pt x="96" y="82"/>
                  </a:cubicBezTo>
                  <a:cubicBezTo>
                    <a:pt x="89" y="86"/>
                    <a:pt x="89" y="86"/>
                    <a:pt x="89" y="86"/>
                  </a:cubicBezTo>
                  <a:cubicBezTo>
                    <a:pt x="80" y="91"/>
                    <a:pt x="80" y="91"/>
                    <a:pt x="80" y="91"/>
                  </a:cubicBezTo>
                  <a:cubicBezTo>
                    <a:pt x="77" y="103"/>
                    <a:pt x="77" y="103"/>
                    <a:pt x="77" y="103"/>
                  </a:cubicBezTo>
                  <a:cubicBezTo>
                    <a:pt x="78" y="120"/>
                    <a:pt x="78" y="120"/>
                    <a:pt x="78" y="120"/>
                  </a:cubicBezTo>
                  <a:cubicBezTo>
                    <a:pt x="81" y="126"/>
                    <a:pt x="81" y="126"/>
                    <a:pt x="81" y="126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6" y="139"/>
                    <a:pt x="76" y="139"/>
                    <a:pt x="76" y="139"/>
                  </a:cubicBezTo>
                  <a:cubicBezTo>
                    <a:pt x="74" y="139"/>
                    <a:pt x="72" y="140"/>
                    <a:pt x="71" y="141"/>
                  </a:cubicBezTo>
                  <a:cubicBezTo>
                    <a:pt x="69" y="144"/>
                    <a:pt x="65" y="146"/>
                    <a:pt x="65" y="146"/>
                  </a:cubicBezTo>
                  <a:cubicBezTo>
                    <a:pt x="64" y="146"/>
                    <a:pt x="58" y="146"/>
                    <a:pt x="56" y="149"/>
                  </a:cubicBezTo>
                  <a:cubicBezTo>
                    <a:pt x="53" y="151"/>
                    <a:pt x="49" y="151"/>
                    <a:pt x="49" y="149"/>
                  </a:cubicBezTo>
                  <a:cubicBezTo>
                    <a:pt x="48" y="147"/>
                    <a:pt x="45" y="146"/>
                    <a:pt x="43" y="148"/>
                  </a:cubicBezTo>
                  <a:cubicBezTo>
                    <a:pt x="41" y="150"/>
                    <a:pt x="36" y="149"/>
                    <a:pt x="35" y="147"/>
                  </a:cubicBezTo>
                  <a:cubicBezTo>
                    <a:pt x="35" y="145"/>
                    <a:pt x="33" y="143"/>
                    <a:pt x="35" y="141"/>
                  </a:cubicBezTo>
                  <a:cubicBezTo>
                    <a:pt x="36" y="139"/>
                    <a:pt x="40" y="136"/>
                    <a:pt x="40" y="136"/>
                  </a:cubicBezTo>
                  <a:cubicBezTo>
                    <a:pt x="40" y="136"/>
                    <a:pt x="35" y="133"/>
                    <a:pt x="33" y="131"/>
                  </a:cubicBezTo>
                  <a:cubicBezTo>
                    <a:pt x="31" y="129"/>
                    <a:pt x="28" y="130"/>
                    <a:pt x="26" y="132"/>
                  </a:cubicBezTo>
                  <a:cubicBezTo>
                    <a:pt x="23" y="134"/>
                    <a:pt x="23" y="126"/>
                    <a:pt x="23" y="124"/>
                  </a:cubicBezTo>
                  <a:cubicBezTo>
                    <a:pt x="23" y="122"/>
                    <a:pt x="20" y="118"/>
                    <a:pt x="18" y="121"/>
                  </a:cubicBezTo>
                  <a:cubicBezTo>
                    <a:pt x="16" y="124"/>
                    <a:pt x="9" y="123"/>
                    <a:pt x="9" y="122"/>
                  </a:cubicBezTo>
                  <a:cubicBezTo>
                    <a:pt x="8" y="120"/>
                    <a:pt x="4" y="120"/>
                    <a:pt x="2" y="117"/>
                  </a:cubicBezTo>
                  <a:cubicBezTo>
                    <a:pt x="0" y="115"/>
                    <a:pt x="3" y="115"/>
                    <a:pt x="4" y="112"/>
                  </a:cubicBezTo>
                  <a:cubicBezTo>
                    <a:pt x="6" y="110"/>
                    <a:pt x="7" y="108"/>
                    <a:pt x="7" y="104"/>
                  </a:cubicBezTo>
                  <a:cubicBezTo>
                    <a:pt x="8" y="101"/>
                    <a:pt x="6" y="99"/>
                    <a:pt x="7" y="97"/>
                  </a:cubicBezTo>
                  <a:cubicBezTo>
                    <a:pt x="8" y="95"/>
                    <a:pt x="6" y="92"/>
                    <a:pt x="5" y="89"/>
                  </a:cubicBezTo>
                  <a:cubicBezTo>
                    <a:pt x="5" y="88"/>
                    <a:pt x="3" y="86"/>
                    <a:pt x="1" y="86"/>
                  </a:cubicBezTo>
                  <a:cubicBezTo>
                    <a:pt x="1" y="81"/>
                    <a:pt x="1" y="81"/>
                    <a:pt x="1" y="81"/>
                  </a:cubicBezTo>
                  <a:cubicBezTo>
                    <a:pt x="5" y="78"/>
                    <a:pt x="5" y="78"/>
                    <a:pt x="5" y="78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4" y="66"/>
                    <a:pt x="14" y="66"/>
                    <a:pt x="14" y="66"/>
                  </a:cubicBezTo>
                  <a:cubicBezTo>
                    <a:pt x="14" y="57"/>
                    <a:pt x="14" y="57"/>
                    <a:pt x="14" y="57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60" y="19"/>
                    <a:pt x="60" y="19"/>
                    <a:pt x="60" y="19"/>
                  </a:cubicBezTo>
                  <a:cubicBezTo>
                    <a:pt x="63" y="15"/>
                    <a:pt x="63" y="15"/>
                    <a:pt x="63" y="15"/>
                  </a:cubicBezTo>
                  <a:cubicBezTo>
                    <a:pt x="69" y="19"/>
                    <a:pt x="69" y="19"/>
                    <a:pt x="69" y="19"/>
                  </a:cubicBezTo>
                  <a:cubicBezTo>
                    <a:pt x="83" y="20"/>
                    <a:pt x="83" y="20"/>
                    <a:pt x="83" y="20"/>
                  </a:cubicBezTo>
                  <a:lnTo>
                    <a:pt x="95" y="10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51" name="Freeform 57">
              <a:extLst>
                <a:ext uri="{FF2B5EF4-FFF2-40B4-BE49-F238E27FC236}">
                  <a16:creationId xmlns:a16="http://schemas.microsoft.com/office/drawing/2014/main" id="{BF51761A-E2CE-4D44-A16B-43196FE96A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84" y="2238"/>
              <a:ext cx="640" cy="1011"/>
            </a:xfrm>
            <a:custGeom>
              <a:avLst/>
              <a:gdLst>
                <a:gd name="T0" fmla="*/ 146 w 307"/>
                <a:gd name="T1" fmla="*/ 31 h 485"/>
                <a:gd name="T2" fmla="*/ 159 w 307"/>
                <a:gd name="T3" fmla="*/ 67 h 485"/>
                <a:gd name="T4" fmla="*/ 151 w 307"/>
                <a:gd name="T5" fmla="*/ 84 h 485"/>
                <a:gd name="T6" fmla="*/ 145 w 307"/>
                <a:gd name="T7" fmla="*/ 135 h 485"/>
                <a:gd name="T8" fmla="*/ 132 w 307"/>
                <a:gd name="T9" fmla="*/ 144 h 485"/>
                <a:gd name="T10" fmla="*/ 126 w 307"/>
                <a:gd name="T11" fmla="*/ 162 h 485"/>
                <a:gd name="T12" fmla="*/ 144 w 307"/>
                <a:gd name="T13" fmla="*/ 193 h 485"/>
                <a:gd name="T14" fmla="*/ 174 w 307"/>
                <a:gd name="T15" fmla="*/ 204 h 485"/>
                <a:gd name="T16" fmla="*/ 201 w 307"/>
                <a:gd name="T17" fmla="*/ 222 h 485"/>
                <a:gd name="T18" fmla="*/ 210 w 307"/>
                <a:gd name="T19" fmla="*/ 234 h 485"/>
                <a:gd name="T20" fmla="*/ 228 w 307"/>
                <a:gd name="T21" fmla="*/ 260 h 485"/>
                <a:gd name="T22" fmla="*/ 237 w 307"/>
                <a:gd name="T23" fmla="*/ 288 h 485"/>
                <a:gd name="T24" fmla="*/ 258 w 307"/>
                <a:gd name="T25" fmla="*/ 325 h 485"/>
                <a:gd name="T26" fmla="*/ 278 w 307"/>
                <a:gd name="T27" fmla="*/ 363 h 485"/>
                <a:gd name="T28" fmla="*/ 251 w 307"/>
                <a:gd name="T29" fmla="*/ 388 h 485"/>
                <a:gd name="T30" fmla="*/ 144 w 307"/>
                <a:gd name="T31" fmla="*/ 321 h 485"/>
                <a:gd name="T32" fmla="*/ 126 w 307"/>
                <a:gd name="T33" fmla="*/ 281 h 485"/>
                <a:gd name="T34" fmla="*/ 119 w 307"/>
                <a:gd name="T35" fmla="*/ 231 h 485"/>
                <a:gd name="T36" fmla="*/ 101 w 307"/>
                <a:gd name="T37" fmla="*/ 181 h 485"/>
                <a:gd name="T38" fmla="*/ 92 w 307"/>
                <a:gd name="T39" fmla="*/ 144 h 485"/>
                <a:gd name="T40" fmla="*/ 68 w 307"/>
                <a:gd name="T41" fmla="*/ 113 h 485"/>
                <a:gd name="T42" fmla="*/ 61 w 307"/>
                <a:gd name="T43" fmla="*/ 138 h 485"/>
                <a:gd name="T44" fmla="*/ 73 w 307"/>
                <a:gd name="T45" fmla="*/ 158 h 485"/>
                <a:gd name="T46" fmla="*/ 59 w 307"/>
                <a:gd name="T47" fmla="*/ 155 h 485"/>
                <a:gd name="T48" fmla="*/ 46 w 307"/>
                <a:gd name="T49" fmla="*/ 140 h 485"/>
                <a:gd name="T50" fmla="*/ 27 w 307"/>
                <a:gd name="T51" fmla="*/ 123 h 485"/>
                <a:gd name="T52" fmla="*/ 12 w 307"/>
                <a:gd name="T53" fmla="*/ 115 h 485"/>
                <a:gd name="T54" fmla="*/ 1 w 307"/>
                <a:gd name="T55" fmla="*/ 94 h 485"/>
                <a:gd name="T56" fmla="*/ 9 w 307"/>
                <a:gd name="T57" fmla="*/ 80 h 485"/>
                <a:gd name="T58" fmla="*/ 26 w 307"/>
                <a:gd name="T59" fmla="*/ 66 h 485"/>
                <a:gd name="T60" fmla="*/ 43 w 307"/>
                <a:gd name="T61" fmla="*/ 48 h 485"/>
                <a:gd name="T62" fmla="*/ 72 w 307"/>
                <a:gd name="T63" fmla="*/ 57 h 485"/>
                <a:gd name="T64" fmla="*/ 89 w 307"/>
                <a:gd name="T65" fmla="*/ 57 h 485"/>
                <a:gd name="T66" fmla="*/ 106 w 307"/>
                <a:gd name="T67" fmla="*/ 52 h 485"/>
                <a:gd name="T68" fmla="*/ 116 w 307"/>
                <a:gd name="T69" fmla="*/ 22 h 485"/>
                <a:gd name="T70" fmla="*/ 129 w 307"/>
                <a:gd name="T71" fmla="*/ 7 h 485"/>
                <a:gd name="T72" fmla="*/ 304 w 307"/>
                <a:gd name="T73" fmla="*/ 479 h 485"/>
                <a:gd name="T74" fmla="*/ 306 w 307"/>
                <a:gd name="T75" fmla="*/ 484 h 485"/>
                <a:gd name="T76" fmla="*/ 304 w 307"/>
                <a:gd name="T77" fmla="*/ 479 h 485"/>
                <a:gd name="T78" fmla="*/ 295 w 307"/>
                <a:gd name="T79" fmla="*/ 462 h 485"/>
                <a:gd name="T80" fmla="*/ 285 w 307"/>
                <a:gd name="T81" fmla="*/ 433 h 485"/>
                <a:gd name="T82" fmla="*/ 282 w 307"/>
                <a:gd name="T83" fmla="*/ 418 h 485"/>
                <a:gd name="T84" fmla="*/ 282 w 307"/>
                <a:gd name="T85" fmla="*/ 202 h 485"/>
                <a:gd name="T86" fmla="*/ 149 w 307"/>
                <a:gd name="T87" fmla="*/ 166 h 485"/>
                <a:gd name="T88" fmla="*/ 158 w 307"/>
                <a:gd name="T89" fmla="*/ 188 h 485"/>
                <a:gd name="T90" fmla="*/ 149 w 307"/>
                <a:gd name="T91" fmla="*/ 166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7" h="485">
                  <a:moveTo>
                    <a:pt x="140" y="0"/>
                  </a:moveTo>
                  <a:cubicBezTo>
                    <a:pt x="141" y="4"/>
                    <a:pt x="143" y="7"/>
                    <a:pt x="142" y="12"/>
                  </a:cubicBezTo>
                  <a:cubicBezTo>
                    <a:pt x="142" y="17"/>
                    <a:pt x="144" y="28"/>
                    <a:pt x="146" y="31"/>
                  </a:cubicBezTo>
                  <a:cubicBezTo>
                    <a:pt x="149" y="34"/>
                    <a:pt x="152" y="39"/>
                    <a:pt x="153" y="42"/>
                  </a:cubicBezTo>
                  <a:cubicBezTo>
                    <a:pt x="154" y="46"/>
                    <a:pt x="156" y="50"/>
                    <a:pt x="157" y="54"/>
                  </a:cubicBezTo>
                  <a:cubicBezTo>
                    <a:pt x="157" y="59"/>
                    <a:pt x="158" y="65"/>
                    <a:pt x="159" y="67"/>
                  </a:cubicBezTo>
                  <a:cubicBezTo>
                    <a:pt x="160" y="69"/>
                    <a:pt x="166" y="75"/>
                    <a:pt x="169" y="76"/>
                  </a:cubicBezTo>
                  <a:cubicBezTo>
                    <a:pt x="171" y="78"/>
                    <a:pt x="169" y="81"/>
                    <a:pt x="163" y="82"/>
                  </a:cubicBezTo>
                  <a:cubicBezTo>
                    <a:pt x="157" y="82"/>
                    <a:pt x="154" y="83"/>
                    <a:pt x="151" y="84"/>
                  </a:cubicBezTo>
                  <a:cubicBezTo>
                    <a:pt x="149" y="86"/>
                    <a:pt x="143" y="88"/>
                    <a:pt x="139" y="100"/>
                  </a:cubicBezTo>
                  <a:cubicBezTo>
                    <a:pt x="136" y="113"/>
                    <a:pt x="137" y="116"/>
                    <a:pt x="140" y="122"/>
                  </a:cubicBezTo>
                  <a:cubicBezTo>
                    <a:pt x="143" y="128"/>
                    <a:pt x="145" y="135"/>
                    <a:pt x="145" y="135"/>
                  </a:cubicBezTo>
                  <a:cubicBezTo>
                    <a:pt x="145" y="135"/>
                    <a:pt x="137" y="133"/>
                    <a:pt x="136" y="131"/>
                  </a:cubicBezTo>
                  <a:cubicBezTo>
                    <a:pt x="134" y="129"/>
                    <a:pt x="128" y="126"/>
                    <a:pt x="128" y="126"/>
                  </a:cubicBezTo>
                  <a:cubicBezTo>
                    <a:pt x="128" y="126"/>
                    <a:pt x="129" y="140"/>
                    <a:pt x="132" y="144"/>
                  </a:cubicBezTo>
                  <a:cubicBezTo>
                    <a:pt x="135" y="147"/>
                    <a:pt x="137" y="147"/>
                    <a:pt x="135" y="150"/>
                  </a:cubicBezTo>
                  <a:cubicBezTo>
                    <a:pt x="132" y="152"/>
                    <a:pt x="128" y="149"/>
                    <a:pt x="127" y="155"/>
                  </a:cubicBezTo>
                  <a:cubicBezTo>
                    <a:pt x="127" y="160"/>
                    <a:pt x="128" y="160"/>
                    <a:pt x="126" y="162"/>
                  </a:cubicBezTo>
                  <a:cubicBezTo>
                    <a:pt x="123" y="163"/>
                    <a:pt x="124" y="163"/>
                    <a:pt x="126" y="168"/>
                  </a:cubicBezTo>
                  <a:cubicBezTo>
                    <a:pt x="128" y="173"/>
                    <a:pt x="135" y="175"/>
                    <a:pt x="137" y="180"/>
                  </a:cubicBezTo>
                  <a:cubicBezTo>
                    <a:pt x="138" y="184"/>
                    <a:pt x="142" y="186"/>
                    <a:pt x="144" y="193"/>
                  </a:cubicBezTo>
                  <a:cubicBezTo>
                    <a:pt x="147" y="200"/>
                    <a:pt x="152" y="213"/>
                    <a:pt x="157" y="216"/>
                  </a:cubicBezTo>
                  <a:cubicBezTo>
                    <a:pt x="161" y="220"/>
                    <a:pt x="170" y="218"/>
                    <a:pt x="169" y="214"/>
                  </a:cubicBezTo>
                  <a:cubicBezTo>
                    <a:pt x="168" y="211"/>
                    <a:pt x="169" y="205"/>
                    <a:pt x="174" y="204"/>
                  </a:cubicBezTo>
                  <a:cubicBezTo>
                    <a:pt x="178" y="203"/>
                    <a:pt x="183" y="207"/>
                    <a:pt x="183" y="211"/>
                  </a:cubicBezTo>
                  <a:cubicBezTo>
                    <a:pt x="183" y="215"/>
                    <a:pt x="186" y="217"/>
                    <a:pt x="189" y="218"/>
                  </a:cubicBezTo>
                  <a:cubicBezTo>
                    <a:pt x="192" y="220"/>
                    <a:pt x="199" y="224"/>
                    <a:pt x="201" y="222"/>
                  </a:cubicBezTo>
                  <a:cubicBezTo>
                    <a:pt x="202" y="221"/>
                    <a:pt x="207" y="219"/>
                    <a:pt x="211" y="220"/>
                  </a:cubicBezTo>
                  <a:cubicBezTo>
                    <a:pt x="214" y="222"/>
                    <a:pt x="222" y="228"/>
                    <a:pt x="218" y="231"/>
                  </a:cubicBezTo>
                  <a:cubicBezTo>
                    <a:pt x="215" y="235"/>
                    <a:pt x="211" y="234"/>
                    <a:pt x="210" y="234"/>
                  </a:cubicBezTo>
                  <a:cubicBezTo>
                    <a:pt x="209" y="234"/>
                    <a:pt x="209" y="237"/>
                    <a:pt x="210" y="241"/>
                  </a:cubicBezTo>
                  <a:cubicBezTo>
                    <a:pt x="210" y="244"/>
                    <a:pt x="213" y="245"/>
                    <a:pt x="216" y="251"/>
                  </a:cubicBezTo>
                  <a:cubicBezTo>
                    <a:pt x="219" y="256"/>
                    <a:pt x="221" y="257"/>
                    <a:pt x="228" y="260"/>
                  </a:cubicBezTo>
                  <a:cubicBezTo>
                    <a:pt x="236" y="264"/>
                    <a:pt x="243" y="260"/>
                    <a:pt x="245" y="264"/>
                  </a:cubicBezTo>
                  <a:cubicBezTo>
                    <a:pt x="246" y="268"/>
                    <a:pt x="248" y="275"/>
                    <a:pt x="245" y="278"/>
                  </a:cubicBezTo>
                  <a:cubicBezTo>
                    <a:pt x="242" y="281"/>
                    <a:pt x="237" y="278"/>
                    <a:pt x="237" y="288"/>
                  </a:cubicBezTo>
                  <a:cubicBezTo>
                    <a:pt x="238" y="297"/>
                    <a:pt x="237" y="301"/>
                    <a:pt x="240" y="305"/>
                  </a:cubicBezTo>
                  <a:cubicBezTo>
                    <a:pt x="243" y="309"/>
                    <a:pt x="264" y="317"/>
                    <a:pt x="264" y="319"/>
                  </a:cubicBezTo>
                  <a:cubicBezTo>
                    <a:pt x="265" y="322"/>
                    <a:pt x="258" y="320"/>
                    <a:pt x="258" y="325"/>
                  </a:cubicBezTo>
                  <a:cubicBezTo>
                    <a:pt x="258" y="329"/>
                    <a:pt x="258" y="331"/>
                    <a:pt x="258" y="336"/>
                  </a:cubicBezTo>
                  <a:cubicBezTo>
                    <a:pt x="258" y="342"/>
                    <a:pt x="260" y="344"/>
                    <a:pt x="263" y="348"/>
                  </a:cubicBezTo>
                  <a:cubicBezTo>
                    <a:pt x="266" y="352"/>
                    <a:pt x="276" y="357"/>
                    <a:pt x="278" y="363"/>
                  </a:cubicBezTo>
                  <a:cubicBezTo>
                    <a:pt x="280" y="370"/>
                    <a:pt x="283" y="404"/>
                    <a:pt x="283" y="404"/>
                  </a:cubicBezTo>
                  <a:cubicBezTo>
                    <a:pt x="283" y="404"/>
                    <a:pt x="276" y="400"/>
                    <a:pt x="271" y="399"/>
                  </a:cubicBezTo>
                  <a:cubicBezTo>
                    <a:pt x="266" y="398"/>
                    <a:pt x="258" y="393"/>
                    <a:pt x="251" y="388"/>
                  </a:cubicBezTo>
                  <a:cubicBezTo>
                    <a:pt x="244" y="383"/>
                    <a:pt x="240" y="387"/>
                    <a:pt x="226" y="378"/>
                  </a:cubicBezTo>
                  <a:cubicBezTo>
                    <a:pt x="212" y="369"/>
                    <a:pt x="193" y="359"/>
                    <a:pt x="182" y="353"/>
                  </a:cubicBezTo>
                  <a:cubicBezTo>
                    <a:pt x="170" y="347"/>
                    <a:pt x="151" y="329"/>
                    <a:pt x="144" y="321"/>
                  </a:cubicBezTo>
                  <a:cubicBezTo>
                    <a:pt x="137" y="313"/>
                    <a:pt x="139" y="302"/>
                    <a:pt x="135" y="297"/>
                  </a:cubicBezTo>
                  <a:cubicBezTo>
                    <a:pt x="131" y="292"/>
                    <a:pt x="124" y="290"/>
                    <a:pt x="122" y="288"/>
                  </a:cubicBezTo>
                  <a:cubicBezTo>
                    <a:pt x="120" y="285"/>
                    <a:pt x="125" y="285"/>
                    <a:pt x="126" y="281"/>
                  </a:cubicBezTo>
                  <a:cubicBezTo>
                    <a:pt x="126" y="277"/>
                    <a:pt x="122" y="274"/>
                    <a:pt x="125" y="270"/>
                  </a:cubicBezTo>
                  <a:cubicBezTo>
                    <a:pt x="128" y="266"/>
                    <a:pt x="130" y="261"/>
                    <a:pt x="128" y="258"/>
                  </a:cubicBezTo>
                  <a:cubicBezTo>
                    <a:pt x="126" y="255"/>
                    <a:pt x="125" y="237"/>
                    <a:pt x="119" y="231"/>
                  </a:cubicBezTo>
                  <a:cubicBezTo>
                    <a:pt x="113" y="226"/>
                    <a:pt x="111" y="218"/>
                    <a:pt x="111" y="212"/>
                  </a:cubicBezTo>
                  <a:cubicBezTo>
                    <a:pt x="111" y="206"/>
                    <a:pt x="110" y="201"/>
                    <a:pt x="107" y="197"/>
                  </a:cubicBezTo>
                  <a:cubicBezTo>
                    <a:pt x="104" y="192"/>
                    <a:pt x="105" y="184"/>
                    <a:pt x="101" y="181"/>
                  </a:cubicBezTo>
                  <a:cubicBezTo>
                    <a:pt x="97" y="178"/>
                    <a:pt x="98" y="176"/>
                    <a:pt x="97" y="170"/>
                  </a:cubicBezTo>
                  <a:cubicBezTo>
                    <a:pt x="97" y="163"/>
                    <a:pt x="102" y="159"/>
                    <a:pt x="98" y="155"/>
                  </a:cubicBezTo>
                  <a:cubicBezTo>
                    <a:pt x="95" y="150"/>
                    <a:pt x="92" y="147"/>
                    <a:pt x="92" y="144"/>
                  </a:cubicBezTo>
                  <a:cubicBezTo>
                    <a:pt x="91" y="140"/>
                    <a:pt x="88" y="143"/>
                    <a:pt x="83" y="139"/>
                  </a:cubicBezTo>
                  <a:cubicBezTo>
                    <a:pt x="77" y="134"/>
                    <a:pt x="69" y="128"/>
                    <a:pt x="67" y="124"/>
                  </a:cubicBezTo>
                  <a:cubicBezTo>
                    <a:pt x="66" y="120"/>
                    <a:pt x="66" y="115"/>
                    <a:pt x="68" y="113"/>
                  </a:cubicBezTo>
                  <a:cubicBezTo>
                    <a:pt x="70" y="111"/>
                    <a:pt x="70" y="107"/>
                    <a:pt x="66" y="110"/>
                  </a:cubicBezTo>
                  <a:cubicBezTo>
                    <a:pt x="62" y="113"/>
                    <a:pt x="57" y="121"/>
                    <a:pt x="56" y="125"/>
                  </a:cubicBezTo>
                  <a:cubicBezTo>
                    <a:pt x="55" y="130"/>
                    <a:pt x="56" y="133"/>
                    <a:pt x="61" y="138"/>
                  </a:cubicBezTo>
                  <a:cubicBezTo>
                    <a:pt x="66" y="143"/>
                    <a:pt x="67" y="147"/>
                    <a:pt x="72" y="145"/>
                  </a:cubicBezTo>
                  <a:cubicBezTo>
                    <a:pt x="78" y="143"/>
                    <a:pt x="80" y="149"/>
                    <a:pt x="78" y="152"/>
                  </a:cubicBezTo>
                  <a:cubicBezTo>
                    <a:pt x="75" y="154"/>
                    <a:pt x="73" y="156"/>
                    <a:pt x="73" y="158"/>
                  </a:cubicBezTo>
                  <a:cubicBezTo>
                    <a:pt x="67" y="157"/>
                    <a:pt x="67" y="157"/>
                    <a:pt x="67" y="157"/>
                  </a:cubicBezTo>
                  <a:cubicBezTo>
                    <a:pt x="67" y="153"/>
                    <a:pt x="67" y="153"/>
                    <a:pt x="67" y="153"/>
                  </a:cubicBezTo>
                  <a:cubicBezTo>
                    <a:pt x="59" y="155"/>
                    <a:pt x="59" y="155"/>
                    <a:pt x="59" y="155"/>
                  </a:cubicBezTo>
                  <a:cubicBezTo>
                    <a:pt x="57" y="144"/>
                    <a:pt x="57" y="144"/>
                    <a:pt x="57" y="144"/>
                  </a:cubicBezTo>
                  <a:cubicBezTo>
                    <a:pt x="54" y="138"/>
                    <a:pt x="54" y="138"/>
                    <a:pt x="54" y="138"/>
                  </a:cubicBezTo>
                  <a:cubicBezTo>
                    <a:pt x="46" y="140"/>
                    <a:pt x="46" y="140"/>
                    <a:pt x="46" y="140"/>
                  </a:cubicBezTo>
                  <a:cubicBezTo>
                    <a:pt x="37" y="135"/>
                    <a:pt x="37" y="135"/>
                    <a:pt x="37" y="135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27" y="123"/>
                    <a:pt x="27" y="123"/>
                    <a:pt x="27" y="123"/>
                  </a:cubicBezTo>
                  <a:cubicBezTo>
                    <a:pt x="20" y="123"/>
                    <a:pt x="20" y="123"/>
                    <a:pt x="20" y="123"/>
                  </a:cubicBezTo>
                  <a:cubicBezTo>
                    <a:pt x="19" y="119"/>
                    <a:pt x="19" y="119"/>
                    <a:pt x="19" y="119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1" y="105"/>
                    <a:pt x="11" y="105"/>
                    <a:pt x="11" y="105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1" y="94"/>
                    <a:pt x="1" y="94"/>
                    <a:pt x="1" y="94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14" y="82"/>
                    <a:pt x="14" y="82"/>
                    <a:pt x="14" y="82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4" y="76"/>
                    <a:pt x="14" y="76"/>
                    <a:pt x="14" y="7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6" y="66"/>
                    <a:pt x="26" y="66"/>
                    <a:pt x="26" y="66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67" y="45"/>
                    <a:pt x="67" y="45"/>
                    <a:pt x="67" y="45"/>
                  </a:cubicBezTo>
                  <a:cubicBezTo>
                    <a:pt x="72" y="57"/>
                    <a:pt x="72" y="57"/>
                    <a:pt x="72" y="57"/>
                  </a:cubicBezTo>
                  <a:cubicBezTo>
                    <a:pt x="78" y="65"/>
                    <a:pt x="78" y="65"/>
                    <a:pt x="78" y="65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89" y="57"/>
                    <a:pt x="89" y="57"/>
                    <a:pt x="89" y="57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101" y="54"/>
                    <a:pt x="101" y="54"/>
                    <a:pt x="101" y="54"/>
                  </a:cubicBezTo>
                  <a:cubicBezTo>
                    <a:pt x="106" y="52"/>
                    <a:pt x="106" y="52"/>
                    <a:pt x="106" y="52"/>
                  </a:cubicBezTo>
                  <a:cubicBezTo>
                    <a:pt x="114" y="35"/>
                    <a:pt x="114" y="35"/>
                    <a:pt x="114" y="35"/>
                  </a:cubicBezTo>
                  <a:cubicBezTo>
                    <a:pt x="110" y="30"/>
                    <a:pt x="110" y="30"/>
                    <a:pt x="110" y="30"/>
                  </a:cubicBezTo>
                  <a:cubicBezTo>
                    <a:pt x="116" y="22"/>
                    <a:pt x="116" y="22"/>
                    <a:pt x="116" y="22"/>
                  </a:cubicBezTo>
                  <a:cubicBezTo>
                    <a:pt x="119" y="4"/>
                    <a:pt x="119" y="4"/>
                    <a:pt x="119" y="4"/>
                  </a:cubicBezTo>
                  <a:cubicBezTo>
                    <a:pt x="125" y="3"/>
                    <a:pt x="125" y="3"/>
                    <a:pt x="125" y="3"/>
                  </a:cubicBezTo>
                  <a:cubicBezTo>
                    <a:pt x="129" y="7"/>
                    <a:pt x="129" y="7"/>
                    <a:pt x="129" y="7"/>
                  </a:cubicBezTo>
                  <a:cubicBezTo>
                    <a:pt x="136" y="5"/>
                    <a:pt x="136" y="5"/>
                    <a:pt x="136" y="5"/>
                  </a:cubicBezTo>
                  <a:cubicBezTo>
                    <a:pt x="140" y="0"/>
                    <a:pt x="140" y="0"/>
                    <a:pt x="140" y="0"/>
                  </a:cubicBezTo>
                  <a:close/>
                  <a:moveTo>
                    <a:pt x="304" y="479"/>
                  </a:moveTo>
                  <a:cubicBezTo>
                    <a:pt x="304" y="478"/>
                    <a:pt x="304" y="478"/>
                    <a:pt x="305" y="478"/>
                  </a:cubicBezTo>
                  <a:cubicBezTo>
                    <a:pt x="306" y="478"/>
                    <a:pt x="306" y="478"/>
                    <a:pt x="306" y="479"/>
                  </a:cubicBezTo>
                  <a:cubicBezTo>
                    <a:pt x="307" y="481"/>
                    <a:pt x="306" y="484"/>
                    <a:pt x="306" y="484"/>
                  </a:cubicBezTo>
                  <a:cubicBezTo>
                    <a:pt x="306" y="485"/>
                    <a:pt x="306" y="485"/>
                    <a:pt x="305" y="485"/>
                  </a:cubicBezTo>
                  <a:cubicBezTo>
                    <a:pt x="305" y="485"/>
                    <a:pt x="304" y="484"/>
                    <a:pt x="304" y="484"/>
                  </a:cubicBezTo>
                  <a:cubicBezTo>
                    <a:pt x="304" y="484"/>
                    <a:pt x="305" y="481"/>
                    <a:pt x="304" y="479"/>
                  </a:cubicBezTo>
                  <a:close/>
                  <a:moveTo>
                    <a:pt x="295" y="455"/>
                  </a:moveTo>
                  <a:cubicBezTo>
                    <a:pt x="298" y="456"/>
                    <a:pt x="306" y="462"/>
                    <a:pt x="302" y="463"/>
                  </a:cubicBezTo>
                  <a:cubicBezTo>
                    <a:pt x="299" y="464"/>
                    <a:pt x="296" y="465"/>
                    <a:pt x="295" y="462"/>
                  </a:cubicBezTo>
                  <a:cubicBezTo>
                    <a:pt x="294" y="458"/>
                    <a:pt x="295" y="455"/>
                    <a:pt x="295" y="455"/>
                  </a:cubicBezTo>
                  <a:close/>
                  <a:moveTo>
                    <a:pt x="282" y="418"/>
                  </a:moveTo>
                  <a:cubicBezTo>
                    <a:pt x="282" y="422"/>
                    <a:pt x="287" y="427"/>
                    <a:pt x="285" y="433"/>
                  </a:cubicBezTo>
                  <a:cubicBezTo>
                    <a:pt x="283" y="440"/>
                    <a:pt x="289" y="443"/>
                    <a:pt x="290" y="437"/>
                  </a:cubicBezTo>
                  <a:cubicBezTo>
                    <a:pt x="292" y="431"/>
                    <a:pt x="294" y="426"/>
                    <a:pt x="289" y="421"/>
                  </a:cubicBezTo>
                  <a:cubicBezTo>
                    <a:pt x="285" y="415"/>
                    <a:pt x="282" y="418"/>
                    <a:pt x="282" y="418"/>
                  </a:cubicBezTo>
                  <a:close/>
                  <a:moveTo>
                    <a:pt x="263" y="195"/>
                  </a:moveTo>
                  <a:cubicBezTo>
                    <a:pt x="263" y="195"/>
                    <a:pt x="260" y="198"/>
                    <a:pt x="261" y="201"/>
                  </a:cubicBezTo>
                  <a:cubicBezTo>
                    <a:pt x="261" y="204"/>
                    <a:pt x="278" y="203"/>
                    <a:pt x="282" y="202"/>
                  </a:cubicBezTo>
                  <a:cubicBezTo>
                    <a:pt x="286" y="200"/>
                    <a:pt x="280" y="195"/>
                    <a:pt x="278" y="196"/>
                  </a:cubicBezTo>
                  <a:cubicBezTo>
                    <a:pt x="275" y="196"/>
                    <a:pt x="265" y="195"/>
                    <a:pt x="263" y="195"/>
                  </a:cubicBezTo>
                  <a:close/>
                  <a:moveTo>
                    <a:pt x="149" y="166"/>
                  </a:moveTo>
                  <a:cubicBezTo>
                    <a:pt x="148" y="169"/>
                    <a:pt x="149" y="176"/>
                    <a:pt x="151" y="179"/>
                  </a:cubicBezTo>
                  <a:cubicBezTo>
                    <a:pt x="151" y="180"/>
                    <a:pt x="153" y="180"/>
                    <a:pt x="154" y="181"/>
                  </a:cubicBezTo>
                  <a:cubicBezTo>
                    <a:pt x="157" y="183"/>
                    <a:pt x="155" y="188"/>
                    <a:pt x="158" y="188"/>
                  </a:cubicBezTo>
                  <a:cubicBezTo>
                    <a:pt x="160" y="189"/>
                    <a:pt x="159" y="181"/>
                    <a:pt x="159" y="174"/>
                  </a:cubicBezTo>
                  <a:cubicBezTo>
                    <a:pt x="158" y="168"/>
                    <a:pt x="159" y="167"/>
                    <a:pt x="157" y="167"/>
                  </a:cubicBezTo>
                  <a:cubicBezTo>
                    <a:pt x="154" y="166"/>
                    <a:pt x="149" y="166"/>
                    <a:pt x="149" y="166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52" name="Freeform 58">
              <a:extLst>
                <a:ext uri="{FF2B5EF4-FFF2-40B4-BE49-F238E27FC236}">
                  <a16:creationId xmlns:a16="http://schemas.microsoft.com/office/drawing/2014/main" id="{23D2263B-BCB2-4041-9220-DC8911F22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" y="3720"/>
              <a:ext cx="211" cy="488"/>
            </a:xfrm>
            <a:custGeom>
              <a:avLst/>
              <a:gdLst>
                <a:gd name="T0" fmla="*/ 92 w 101"/>
                <a:gd name="T1" fmla="*/ 20 h 234"/>
                <a:gd name="T2" fmla="*/ 100 w 101"/>
                <a:gd name="T3" fmla="*/ 54 h 234"/>
                <a:gd name="T4" fmla="*/ 99 w 101"/>
                <a:gd name="T5" fmla="*/ 114 h 234"/>
                <a:gd name="T6" fmla="*/ 99 w 101"/>
                <a:gd name="T7" fmla="*/ 150 h 234"/>
                <a:gd name="T8" fmla="*/ 89 w 101"/>
                <a:gd name="T9" fmla="*/ 180 h 234"/>
                <a:gd name="T10" fmla="*/ 77 w 101"/>
                <a:gd name="T11" fmla="*/ 198 h 234"/>
                <a:gd name="T12" fmla="*/ 64 w 101"/>
                <a:gd name="T13" fmla="*/ 201 h 234"/>
                <a:gd name="T14" fmla="*/ 53 w 101"/>
                <a:gd name="T15" fmla="*/ 197 h 234"/>
                <a:gd name="T16" fmla="*/ 43 w 101"/>
                <a:gd name="T17" fmla="*/ 206 h 234"/>
                <a:gd name="T18" fmla="*/ 43 w 101"/>
                <a:gd name="T19" fmla="*/ 223 h 234"/>
                <a:gd name="T20" fmla="*/ 38 w 101"/>
                <a:gd name="T21" fmla="*/ 234 h 234"/>
                <a:gd name="T22" fmla="*/ 36 w 101"/>
                <a:gd name="T23" fmla="*/ 218 h 234"/>
                <a:gd name="T24" fmla="*/ 28 w 101"/>
                <a:gd name="T25" fmla="*/ 198 h 234"/>
                <a:gd name="T26" fmla="*/ 3 w 101"/>
                <a:gd name="T27" fmla="*/ 172 h 234"/>
                <a:gd name="T28" fmla="*/ 9 w 101"/>
                <a:gd name="T29" fmla="*/ 150 h 234"/>
                <a:gd name="T30" fmla="*/ 31 w 101"/>
                <a:gd name="T31" fmla="*/ 135 h 234"/>
                <a:gd name="T32" fmla="*/ 30 w 101"/>
                <a:gd name="T33" fmla="*/ 116 h 234"/>
                <a:gd name="T34" fmla="*/ 26 w 101"/>
                <a:gd name="T35" fmla="*/ 97 h 234"/>
                <a:gd name="T36" fmla="*/ 31 w 101"/>
                <a:gd name="T37" fmla="*/ 89 h 234"/>
                <a:gd name="T38" fmla="*/ 31 w 101"/>
                <a:gd name="T39" fmla="*/ 73 h 234"/>
                <a:gd name="T40" fmla="*/ 43 w 101"/>
                <a:gd name="T41" fmla="*/ 71 h 234"/>
                <a:gd name="T42" fmla="*/ 56 w 101"/>
                <a:gd name="T43" fmla="*/ 70 h 234"/>
                <a:gd name="T44" fmla="*/ 67 w 101"/>
                <a:gd name="T45" fmla="*/ 60 h 234"/>
                <a:gd name="T46" fmla="*/ 63 w 101"/>
                <a:gd name="T47" fmla="*/ 50 h 234"/>
                <a:gd name="T48" fmla="*/ 74 w 101"/>
                <a:gd name="T49" fmla="*/ 39 h 234"/>
                <a:gd name="T50" fmla="*/ 74 w 101"/>
                <a:gd name="T51" fmla="*/ 21 h 234"/>
                <a:gd name="T52" fmla="*/ 68 w 101"/>
                <a:gd name="T53" fmla="*/ 26 h 234"/>
                <a:gd name="T54" fmla="*/ 59 w 101"/>
                <a:gd name="T55" fmla="*/ 21 h 234"/>
                <a:gd name="T56" fmla="*/ 53 w 101"/>
                <a:gd name="T57" fmla="*/ 16 h 234"/>
                <a:gd name="T58" fmla="*/ 62 w 101"/>
                <a:gd name="T59" fmla="*/ 1 h 234"/>
                <a:gd name="T60" fmla="*/ 74 w 101"/>
                <a:gd name="T61" fmla="*/ 6 h 234"/>
                <a:gd name="T62" fmla="*/ 81 w 101"/>
                <a:gd name="T63" fmla="*/ 15 h 234"/>
                <a:gd name="T64" fmla="*/ 92 w 101"/>
                <a:gd name="T65" fmla="*/ 17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1" h="234">
                  <a:moveTo>
                    <a:pt x="92" y="17"/>
                  </a:moveTo>
                  <a:cubicBezTo>
                    <a:pt x="92" y="18"/>
                    <a:pt x="92" y="19"/>
                    <a:pt x="92" y="20"/>
                  </a:cubicBezTo>
                  <a:cubicBezTo>
                    <a:pt x="94" y="31"/>
                    <a:pt x="91" y="32"/>
                    <a:pt x="95" y="37"/>
                  </a:cubicBezTo>
                  <a:cubicBezTo>
                    <a:pt x="99" y="43"/>
                    <a:pt x="99" y="49"/>
                    <a:pt x="100" y="54"/>
                  </a:cubicBezTo>
                  <a:cubicBezTo>
                    <a:pt x="100" y="60"/>
                    <a:pt x="97" y="83"/>
                    <a:pt x="98" y="93"/>
                  </a:cubicBezTo>
                  <a:cubicBezTo>
                    <a:pt x="99" y="103"/>
                    <a:pt x="101" y="104"/>
                    <a:pt x="99" y="114"/>
                  </a:cubicBezTo>
                  <a:cubicBezTo>
                    <a:pt x="96" y="124"/>
                    <a:pt x="95" y="123"/>
                    <a:pt x="97" y="127"/>
                  </a:cubicBezTo>
                  <a:cubicBezTo>
                    <a:pt x="99" y="131"/>
                    <a:pt x="99" y="145"/>
                    <a:pt x="99" y="150"/>
                  </a:cubicBezTo>
                  <a:cubicBezTo>
                    <a:pt x="98" y="156"/>
                    <a:pt x="96" y="165"/>
                    <a:pt x="94" y="171"/>
                  </a:cubicBezTo>
                  <a:cubicBezTo>
                    <a:pt x="91" y="177"/>
                    <a:pt x="89" y="175"/>
                    <a:pt x="89" y="180"/>
                  </a:cubicBezTo>
                  <a:cubicBezTo>
                    <a:pt x="88" y="184"/>
                    <a:pt x="84" y="189"/>
                    <a:pt x="82" y="191"/>
                  </a:cubicBezTo>
                  <a:cubicBezTo>
                    <a:pt x="81" y="193"/>
                    <a:pt x="79" y="198"/>
                    <a:pt x="77" y="198"/>
                  </a:cubicBezTo>
                  <a:cubicBezTo>
                    <a:pt x="75" y="198"/>
                    <a:pt x="71" y="197"/>
                    <a:pt x="69" y="199"/>
                  </a:cubicBezTo>
                  <a:cubicBezTo>
                    <a:pt x="67" y="201"/>
                    <a:pt x="66" y="200"/>
                    <a:pt x="64" y="201"/>
                  </a:cubicBezTo>
                  <a:cubicBezTo>
                    <a:pt x="62" y="202"/>
                    <a:pt x="60" y="204"/>
                    <a:pt x="59" y="202"/>
                  </a:cubicBezTo>
                  <a:cubicBezTo>
                    <a:pt x="58" y="199"/>
                    <a:pt x="54" y="195"/>
                    <a:pt x="53" y="197"/>
                  </a:cubicBezTo>
                  <a:cubicBezTo>
                    <a:pt x="52" y="200"/>
                    <a:pt x="50" y="202"/>
                    <a:pt x="48" y="200"/>
                  </a:cubicBezTo>
                  <a:cubicBezTo>
                    <a:pt x="46" y="199"/>
                    <a:pt x="43" y="203"/>
                    <a:pt x="43" y="206"/>
                  </a:cubicBezTo>
                  <a:cubicBezTo>
                    <a:pt x="44" y="208"/>
                    <a:pt x="44" y="212"/>
                    <a:pt x="43" y="213"/>
                  </a:cubicBezTo>
                  <a:cubicBezTo>
                    <a:pt x="41" y="215"/>
                    <a:pt x="44" y="223"/>
                    <a:pt x="43" y="223"/>
                  </a:cubicBezTo>
                  <a:cubicBezTo>
                    <a:pt x="41" y="224"/>
                    <a:pt x="39" y="225"/>
                    <a:pt x="38" y="227"/>
                  </a:cubicBezTo>
                  <a:cubicBezTo>
                    <a:pt x="38" y="228"/>
                    <a:pt x="39" y="231"/>
                    <a:pt x="38" y="234"/>
                  </a:cubicBezTo>
                  <a:cubicBezTo>
                    <a:pt x="34" y="232"/>
                    <a:pt x="31" y="230"/>
                    <a:pt x="30" y="228"/>
                  </a:cubicBezTo>
                  <a:cubicBezTo>
                    <a:pt x="29" y="225"/>
                    <a:pt x="32" y="222"/>
                    <a:pt x="36" y="218"/>
                  </a:cubicBezTo>
                  <a:cubicBezTo>
                    <a:pt x="40" y="214"/>
                    <a:pt x="36" y="214"/>
                    <a:pt x="35" y="210"/>
                  </a:cubicBezTo>
                  <a:cubicBezTo>
                    <a:pt x="33" y="207"/>
                    <a:pt x="30" y="203"/>
                    <a:pt x="28" y="198"/>
                  </a:cubicBezTo>
                  <a:cubicBezTo>
                    <a:pt x="25" y="193"/>
                    <a:pt x="21" y="187"/>
                    <a:pt x="17" y="182"/>
                  </a:cubicBezTo>
                  <a:cubicBezTo>
                    <a:pt x="14" y="176"/>
                    <a:pt x="6" y="175"/>
                    <a:pt x="3" y="172"/>
                  </a:cubicBezTo>
                  <a:cubicBezTo>
                    <a:pt x="0" y="169"/>
                    <a:pt x="4" y="166"/>
                    <a:pt x="9" y="162"/>
                  </a:cubicBezTo>
                  <a:cubicBezTo>
                    <a:pt x="13" y="158"/>
                    <a:pt x="7" y="156"/>
                    <a:pt x="9" y="150"/>
                  </a:cubicBezTo>
                  <a:cubicBezTo>
                    <a:pt x="12" y="144"/>
                    <a:pt x="26" y="147"/>
                    <a:pt x="31" y="145"/>
                  </a:cubicBezTo>
                  <a:cubicBezTo>
                    <a:pt x="37" y="142"/>
                    <a:pt x="33" y="139"/>
                    <a:pt x="31" y="135"/>
                  </a:cubicBezTo>
                  <a:cubicBezTo>
                    <a:pt x="29" y="132"/>
                    <a:pt x="30" y="129"/>
                    <a:pt x="32" y="126"/>
                  </a:cubicBezTo>
                  <a:cubicBezTo>
                    <a:pt x="34" y="124"/>
                    <a:pt x="30" y="118"/>
                    <a:pt x="30" y="116"/>
                  </a:cubicBezTo>
                  <a:cubicBezTo>
                    <a:pt x="29" y="115"/>
                    <a:pt x="29" y="110"/>
                    <a:pt x="29" y="107"/>
                  </a:cubicBezTo>
                  <a:cubicBezTo>
                    <a:pt x="29" y="104"/>
                    <a:pt x="27" y="100"/>
                    <a:pt x="26" y="97"/>
                  </a:cubicBezTo>
                  <a:cubicBezTo>
                    <a:pt x="25" y="96"/>
                    <a:pt x="24" y="94"/>
                    <a:pt x="23" y="92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43" y="71"/>
                    <a:pt x="43" y="71"/>
                    <a:pt x="43" y="71"/>
                  </a:cubicBezTo>
                  <a:cubicBezTo>
                    <a:pt x="51" y="68"/>
                    <a:pt x="51" y="68"/>
                    <a:pt x="51" y="68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60" y="67"/>
                    <a:pt x="60" y="67"/>
                    <a:pt x="60" y="67"/>
                  </a:cubicBezTo>
                  <a:cubicBezTo>
                    <a:pt x="67" y="60"/>
                    <a:pt x="67" y="60"/>
                    <a:pt x="67" y="60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63" y="50"/>
                    <a:pt x="63" y="50"/>
                    <a:pt x="63" y="50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74" y="39"/>
                    <a:pt x="74" y="39"/>
                    <a:pt x="74" y="39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71" y="22"/>
                    <a:pt x="71" y="22"/>
                    <a:pt x="71" y="22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3" y="26"/>
                    <a:pt x="63" y="26"/>
                    <a:pt x="63" y="26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74" y="6"/>
                    <a:pt x="74" y="6"/>
                    <a:pt x="74" y="6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1" y="15"/>
                    <a:pt x="81" y="15"/>
                    <a:pt x="81" y="15"/>
                  </a:cubicBezTo>
                  <a:cubicBezTo>
                    <a:pt x="87" y="20"/>
                    <a:pt x="87" y="20"/>
                    <a:pt x="87" y="20"/>
                  </a:cubicBezTo>
                  <a:lnTo>
                    <a:pt x="92" y="17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53" name="Freeform 59">
              <a:extLst>
                <a:ext uri="{FF2B5EF4-FFF2-40B4-BE49-F238E27FC236}">
                  <a16:creationId xmlns:a16="http://schemas.microsoft.com/office/drawing/2014/main" id="{4F41B615-53C5-F34C-B6F6-B655A2ED60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42" y="2930"/>
              <a:ext cx="615" cy="982"/>
            </a:xfrm>
            <a:custGeom>
              <a:avLst/>
              <a:gdLst>
                <a:gd name="T0" fmla="*/ 137 w 295"/>
                <a:gd name="T1" fmla="*/ 58 h 471"/>
                <a:gd name="T2" fmla="*/ 112 w 295"/>
                <a:gd name="T3" fmla="*/ 142 h 471"/>
                <a:gd name="T4" fmla="*/ 102 w 295"/>
                <a:gd name="T5" fmla="*/ 255 h 471"/>
                <a:gd name="T6" fmla="*/ 142 w 295"/>
                <a:gd name="T7" fmla="*/ 260 h 471"/>
                <a:gd name="T8" fmla="*/ 154 w 295"/>
                <a:gd name="T9" fmla="*/ 271 h 471"/>
                <a:gd name="T10" fmla="*/ 161 w 295"/>
                <a:gd name="T11" fmla="*/ 237 h 471"/>
                <a:gd name="T12" fmla="*/ 215 w 295"/>
                <a:gd name="T13" fmla="*/ 233 h 471"/>
                <a:gd name="T14" fmla="*/ 234 w 295"/>
                <a:gd name="T15" fmla="*/ 256 h 471"/>
                <a:gd name="T16" fmla="*/ 253 w 295"/>
                <a:gd name="T17" fmla="*/ 301 h 471"/>
                <a:gd name="T18" fmla="*/ 293 w 295"/>
                <a:gd name="T19" fmla="*/ 358 h 471"/>
                <a:gd name="T20" fmla="*/ 284 w 295"/>
                <a:gd name="T21" fmla="*/ 394 h 471"/>
                <a:gd name="T22" fmla="*/ 265 w 295"/>
                <a:gd name="T23" fmla="*/ 380 h 471"/>
                <a:gd name="T24" fmla="*/ 262 w 295"/>
                <a:gd name="T25" fmla="*/ 400 h 471"/>
                <a:gd name="T26" fmla="*/ 277 w 295"/>
                <a:gd name="T27" fmla="*/ 400 h 471"/>
                <a:gd name="T28" fmla="*/ 266 w 295"/>
                <a:gd name="T29" fmla="*/ 429 h 471"/>
                <a:gd name="T30" fmla="*/ 259 w 295"/>
                <a:gd name="T31" fmla="*/ 449 h 471"/>
                <a:gd name="T32" fmla="*/ 234 w 295"/>
                <a:gd name="T33" fmla="*/ 452 h 471"/>
                <a:gd name="T34" fmla="*/ 224 w 295"/>
                <a:gd name="T35" fmla="*/ 465 h 471"/>
                <a:gd name="T36" fmla="*/ 216 w 295"/>
                <a:gd name="T37" fmla="*/ 436 h 471"/>
                <a:gd name="T38" fmla="*/ 196 w 295"/>
                <a:gd name="T39" fmla="*/ 417 h 471"/>
                <a:gd name="T40" fmla="*/ 171 w 295"/>
                <a:gd name="T41" fmla="*/ 424 h 471"/>
                <a:gd name="T42" fmla="*/ 148 w 295"/>
                <a:gd name="T43" fmla="*/ 442 h 471"/>
                <a:gd name="T44" fmla="*/ 134 w 295"/>
                <a:gd name="T45" fmla="*/ 427 h 471"/>
                <a:gd name="T46" fmla="*/ 119 w 295"/>
                <a:gd name="T47" fmla="*/ 419 h 471"/>
                <a:gd name="T48" fmla="*/ 106 w 295"/>
                <a:gd name="T49" fmla="*/ 389 h 471"/>
                <a:gd name="T50" fmla="*/ 116 w 295"/>
                <a:gd name="T51" fmla="*/ 367 h 471"/>
                <a:gd name="T52" fmla="*/ 114 w 295"/>
                <a:gd name="T53" fmla="*/ 339 h 471"/>
                <a:gd name="T54" fmla="*/ 135 w 295"/>
                <a:gd name="T55" fmla="*/ 323 h 471"/>
                <a:gd name="T56" fmla="*/ 111 w 295"/>
                <a:gd name="T57" fmla="*/ 313 h 471"/>
                <a:gd name="T58" fmla="*/ 96 w 295"/>
                <a:gd name="T59" fmla="*/ 330 h 471"/>
                <a:gd name="T60" fmla="*/ 62 w 295"/>
                <a:gd name="T61" fmla="*/ 336 h 471"/>
                <a:gd name="T62" fmla="*/ 52 w 295"/>
                <a:gd name="T63" fmla="*/ 311 h 471"/>
                <a:gd name="T64" fmla="*/ 62 w 295"/>
                <a:gd name="T65" fmla="*/ 278 h 471"/>
                <a:gd name="T66" fmla="*/ 39 w 295"/>
                <a:gd name="T67" fmla="*/ 284 h 471"/>
                <a:gd name="T68" fmla="*/ 26 w 295"/>
                <a:gd name="T69" fmla="*/ 273 h 471"/>
                <a:gd name="T70" fmla="*/ 18 w 295"/>
                <a:gd name="T71" fmla="*/ 251 h 471"/>
                <a:gd name="T72" fmla="*/ 10 w 295"/>
                <a:gd name="T73" fmla="*/ 238 h 471"/>
                <a:gd name="T74" fmla="*/ 6 w 295"/>
                <a:gd name="T75" fmla="*/ 221 h 471"/>
                <a:gd name="T76" fmla="*/ 0 w 295"/>
                <a:gd name="T77" fmla="*/ 196 h 471"/>
                <a:gd name="T78" fmla="*/ 10 w 295"/>
                <a:gd name="T79" fmla="*/ 174 h 471"/>
                <a:gd name="T80" fmla="*/ 26 w 295"/>
                <a:gd name="T81" fmla="*/ 158 h 471"/>
                <a:gd name="T82" fmla="*/ 43 w 295"/>
                <a:gd name="T83" fmla="*/ 129 h 471"/>
                <a:gd name="T84" fmla="*/ 38 w 295"/>
                <a:gd name="T85" fmla="*/ 105 h 471"/>
                <a:gd name="T86" fmla="*/ 32 w 295"/>
                <a:gd name="T87" fmla="*/ 75 h 471"/>
                <a:gd name="T88" fmla="*/ 24 w 295"/>
                <a:gd name="T89" fmla="*/ 36 h 471"/>
                <a:gd name="T90" fmla="*/ 57 w 295"/>
                <a:gd name="T91" fmla="*/ 32 h 471"/>
                <a:gd name="T92" fmla="*/ 74 w 295"/>
                <a:gd name="T93" fmla="*/ 9 h 471"/>
                <a:gd name="T94" fmla="*/ 119 w 295"/>
                <a:gd name="T95" fmla="*/ 11 h 471"/>
                <a:gd name="T96" fmla="*/ 116 w 295"/>
                <a:gd name="T97" fmla="*/ 30 h 471"/>
                <a:gd name="T98" fmla="*/ 142 w 295"/>
                <a:gd name="T99" fmla="*/ 35 h 471"/>
                <a:gd name="T100" fmla="*/ 130 w 295"/>
                <a:gd name="T101" fmla="*/ 24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95" h="471">
                  <a:moveTo>
                    <a:pt x="152" y="42"/>
                  </a:moveTo>
                  <a:cubicBezTo>
                    <a:pt x="149" y="44"/>
                    <a:pt x="147" y="45"/>
                    <a:pt x="148" y="47"/>
                  </a:cubicBezTo>
                  <a:cubicBezTo>
                    <a:pt x="149" y="50"/>
                    <a:pt x="153" y="53"/>
                    <a:pt x="149" y="55"/>
                  </a:cubicBezTo>
                  <a:cubicBezTo>
                    <a:pt x="144" y="56"/>
                    <a:pt x="141" y="56"/>
                    <a:pt x="137" y="58"/>
                  </a:cubicBezTo>
                  <a:cubicBezTo>
                    <a:pt x="134" y="60"/>
                    <a:pt x="117" y="73"/>
                    <a:pt x="111" y="84"/>
                  </a:cubicBezTo>
                  <a:cubicBezTo>
                    <a:pt x="106" y="95"/>
                    <a:pt x="106" y="100"/>
                    <a:pt x="108" y="106"/>
                  </a:cubicBezTo>
                  <a:cubicBezTo>
                    <a:pt x="110" y="112"/>
                    <a:pt x="110" y="120"/>
                    <a:pt x="108" y="124"/>
                  </a:cubicBezTo>
                  <a:cubicBezTo>
                    <a:pt x="106" y="128"/>
                    <a:pt x="115" y="136"/>
                    <a:pt x="112" y="142"/>
                  </a:cubicBezTo>
                  <a:cubicBezTo>
                    <a:pt x="110" y="149"/>
                    <a:pt x="112" y="164"/>
                    <a:pt x="112" y="171"/>
                  </a:cubicBezTo>
                  <a:cubicBezTo>
                    <a:pt x="112" y="178"/>
                    <a:pt x="111" y="196"/>
                    <a:pt x="112" y="205"/>
                  </a:cubicBezTo>
                  <a:cubicBezTo>
                    <a:pt x="114" y="215"/>
                    <a:pt x="105" y="225"/>
                    <a:pt x="104" y="234"/>
                  </a:cubicBezTo>
                  <a:cubicBezTo>
                    <a:pt x="102" y="243"/>
                    <a:pt x="106" y="250"/>
                    <a:pt x="102" y="255"/>
                  </a:cubicBezTo>
                  <a:cubicBezTo>
                    <a:pt x="98" y="260"/>
                    <a:pt x="108" y="272"/>
                    <a:pt x="118" y="261"/>
                  </a:cubicBezTo>
                  <a:cubicBezTo>
                    <a:pt x="128" y="251"/>
                    <a:pt x="129" y="249"/>
                    <a:pt x="133" y="259"/>
                  </a:cubicBezTo>
                  <a:cubicBezTo>
                    <a:pt x="137" y="269"/>
                    <a:pt x="142" y="272"/>
                    <a:pt x="144" y="268"/>
                  </a:cubicBezTo>
                  <a:cubicBezTo>
                    <a:pt x="145" y="264"/>
                    <a:pt x="146" y="265"/>
                    <a:pt x="142" y="260"/>
                  </a:cubicBezTo>
                  <a:cubicBezTo>
                    <a:pt x="139" y="256"/>
                    <a:pt x="140" y="248"/>
                    <a:pt x="143" y="253"/>
                  </a:cubicBezTo>
                  <a:cubicBezTo>
                    <a:pt x="147" y="258"/>
                    <a:pt x="149" y="260"/>
                    <a:pt x="150" y="259"/>
                  </a:cubicBezTo>
                  <a:cubicBezTo>
                    <a:pt x="151" y="258"/>
                    <a:pt x="155" y="256"/>
                    <a:pt x="155" y="260"/>
                  </a:cubicBezTo>
                  <a:cubicBezTo>
                    <a:pt x="155" y="263"/>
                    <a:pt x="151" y="270"/>
                    <a:pt x="154" y="271"/>
                  </a:cubicBezTo>
                  <a:cubicBezTo>
                    <a:pt x="156" y="272"/>
                    <a:pt x="164" y="265"/>
                    <a:pt x="163" y="262"/>
                  </a:cubicBezTo>
                  <a:cubicBezTo>
                    <a:pt x="163" y="260"/>
                    <a:pt x="163" y="257"/>
                    <a:pt x="164" y="254"/>
                  </a:cubicBezTo>
                  <a:cubicBezTo>
                    <a:pt x="165" y="252"/>
                    <a:pt x="164" y="246"/>
                    <a:pt x="160" y="244"/>
                  </a:cubicBezTo>
                  <a:cubicBezTo>
                    <a:pt x="157" y="241"/>
                    <a:pt x="158" y="238"/>
                    <a:pt x="161" y="237"/>
                  </a:cubicBezTo>
                  <a:cubicBezTo>
                    <a:pt x="164" y="237"/>
                    <a:pt x="170" y="234"/>
                    <a:pt x="170" y="232"/>
                  </a:cubicBezTo>
                  <a:cubicBezTo>
                    <a:pt x="171" y="230"/>
                    <a:pt x="178" y="227"/>
                    <a:pt x="183" y="229"/>
                  </a:cubicBezTo>
                  <a:cubicBezTo>
                    <a:pt x="188" y="231"/>
                    <a:pt x="191" y="232"/>
                    <a:pt x="197" y="232"/>
                  </a:cubicBezTo>
                  <a:cubicBezTo>
                    <a:pt x="203" y="231"/>
                    <a:pt x="215" y="229"/>
                    <a:pt x="215" y="233"/>
                  </a:cubicBezTo>
                  <a:cubicBezTo>
                    <a:pt x="215" y="237"/>
                    <a:pt x="217" y="240"/>
                    <a:pt x="215" y="241"/>
                  </a:cubicBezTo>
                  <a:cubicBezTo>
                    <a:pt x="214" y="243"/>
                    <a:pt x="222" y="246"/>
                    <a:pt x="225" y="247"/>
                  </a:cubicBezTo>
                  <a:cubicBezTo>
                    <a:pt x="228" y="248"/>
                    <a:pt x="229" y="250"/>
                    <a:pt x="230" y="252"/>
                  </a:cubicBezTo>
                  <a:cubicBezTo>
                    <a:pt x="231" y="255"/>
                    <a:pt x="233" y="254"/>
                    <a:pt x="234" y="256"/>
                  </a:cubicBezTo>
                  <a:cubicBezTo>
                    <a:pt x="236" y="257"/>
                    <a:pt x="238" y="254"/>
                    <a:pt x="239" y="260"/>
                  </a:cubicBezTo>
                  <a:cubicBezTo>
                    <a:pt x="240" y="266"/>
                    <a:pt x="241" y="267"/>
                    <a:pt x="241" y="272"/>
                  </a:cubicBezTo>
                  <a:cubicBezTo>
                    <a:pt x="242" y="276"/>
                    <a:pt x="244" y="280"/>
                    <a:pt x="244" y="281"/>
                  </a:cubicBezTo>
                  <a:cubicBezTo>
                    <a:pt x="244" y="282"/>
                    <a:pt x="248" y="295"/>
                    <a:pt x="253" y="301"/>
                  </a:cubicBezTo>
                  <a:cubicBezTo>
                    <a:pt x="259" y="308"/>
                    <a:pt x="266" y="307"/>
                    <a:pt x="268" y="313"/>
                  </a:cubicBezTo>
                  <a:cubicBezTo>
                    <a:pt x="269" y="319"/>
                    <a:pt x="271" y="318"/>
                    <a:pt x="273" y="322"/>
                  </a:cubicBezTo>
                  <a:cubicBezTo>
                    <a:pt x="275" y="325"/>
                    <a:pt x="276" y="328"/>
                    <a:pt x="279" y="334"/>
                  </a:cubicBezTo>
                  <a:cubicBezTo>
                    <a:pt x="281" y="340"/>
                    <a:pt x="292" y="353"/>
                    <a:pt x="293" y="358"/>
                  </a:cubicBezTo>
                  <a:cubicBezTo>
                    <a:pt x="293" y="362"/>
                    <a:pt x="289" y="370"/>
                    <a:pt x="291" y="380"/>
                  </a:cubicBezTo>
                  <a:cubicBezTo>
                    <a:pt x="292" y="390"/>
                    <a:pt x="293" y="388"/>
                    <a:pt x="295" y="396"/>
                  </a:cubicBezTo>
                  <a:cubicBezTo>
                    <a:pt x="290" y="399"/>
                    <a:pt x="290" y="399"/>
                    <a:pt x="290" y="399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5" y="388"/>
                    <a:pt x="285" y="388"/>
                    <a:pt x="285" y="388"/>
                  </a:cubicBezTo>
                  <a:cubicBezTo>
                    <a:pt x="277" y="385"/>
                    <a:pt x="277" y="385"/>
                    <a:pt x="277" y="385"/>
                  </a:cubicBezTo>
                  <a:cubicBezTo>
                    <a:pt x="269" y="379"/>
                    <a:pt x="269" y="379"/>
                    <a:pt x="269" y="379"/>
                  </a:cubicBezTo>
                  <a:cubicBezTo>
                    <a:pt x="265" y="380"/>
                    <a:pt x="265" y="380"/>
                    <a:pt x="265" y="380"/>
                  </a:cubicBezTo>
                  <a:cubicBezTo>
                    <a:pt x="264" y="390"/>
                    <a:pt x="264" y="390"/>
                    <a:pt x="264" y="390"/>
                  </a:cubicBezTo>
                  <a:cubicBezTo>
                    <a:pt x="256" y="395"/>
                    <a:pt x="256" y="395"/>
                    <a:pt x="256" y="395"/>
                  </a:cubicBezTo>
                  <a:cubicBezTo>
                    <a:pt x="257" y="401"/>
                    <a:pt x="257" y="401"/>
                    <a:pt x="257" y="401"/>
                  </a:cubicBezTo>
                  <a:cubicBezTo>
                    <a:pt x="262" y="400"/>
                    <a:pt x="262" y="400"/>
                    <a:pt x="262" y="400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71" y="405"/>
                    <a:pt x="271" y="405"/>
                    <a:pt x="271" y="405"/>
                  </a:cubicBezTo>
                  <a:cubicBezTo>
                    <a:pt x="274" y="401"/>
                    <a:pt x="274" y="401"/>
                    <a:pt x="274" y="401"/>
                  </a:cubicBezTo>
                  <a:cubicBezTo>
                    <a:pt x="277" y="400"/>
                    <a:pt x="277" y="400"/>
                    <a:pt x="277" y="400"/>
                  </a:cubicBezTo>
                  <a:cubicBezTo>
                    <a:pt x="278" y="407"/>
                    <a:pt x="278" y="407"/>
                    <a:pt x="278" y="407"/>
                  </a:cubicBezTo>
                  <a:cubicBezTo>
                    <a:pt x="277" y="418"/>
                    <a:pt x="277" y="418"/>
                    <a:pt x="277" y="418"/>
                  </a:cubicBezTo>
                  <a:cubicBezTo>
                    <a:pt x="270" y="421"/>
                    <a:pt x="270" y="421"/>
                    <a:pt x="270" y="421"/>
                  </a:cubicBezTo>
                  <a:cubicBezTo>
                    <a:pt x="266" y="429"/>
                    <a:pt x="266" y="429"/>
                    <a:pt x="266" y="429"/>
                  </a:cubicBezTo>
                  <a:cubicBezTo>
                    <a:pt x="268" y="430"/>
                    <a:pt x="268" y="430"/>
                    <a:pt x="268" y="430"/>
                  </a:cubicBezTo>
                  <a:cubicBezTo>
                    <a:pt x="270" y="439"/>
                    <a:pt x="270" y="439"/>
                    <a:pt x="270" y="439"/>
                  </a:cubicBezTo>
                  <a:cubicBezTo>
                    <a:pt x="263" y="446"/>
                    <a:pt x="263" y="446"/>
                    <a:pt x="263" y="446"/>
                  </a:cubicBezTo>
                  <a:cubicBezTo>
                    <a:pt x="259" y="449"/>
                    <a:pt x="259" y="449"/>
                    <a:pt x="259" y="449"/>
                  </a:cubicBezTo>
                  <a:cubicBezTo>
                    <a:pt x="254" y="447"/>
                    <a:pt x="254" y="447"/>
                    <a:pt x="254" y="447"/>
                  </a:cubicBezTo>
                  <a:cubicBezTo>
                    <a:pt x="246" y="450"/>
                    <a:pt x="246" y="450"/>
                    <a:pt x="246" y="450"/>
                  </a:cubicBezTo>
                  <a:cubicBezTo>
                    <a:pt x="238" y="446"/>
                    <a:pt x="238" y="446"/>
                    <a:pt x="238" y="446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1" y="461"/>
                    <a:pt x="231" y="461"/>
                    <a:pt x="231" y="461"/>
                  </a:cubicBezTo>
                  <a:cubicBezTo>
                    <a:pt x="234" y="468"/>
                    <a:pt x="234" y="468"/>
                    <a:pt x="234" y="468"/>
                  </a:cubicBezTo>
                  <a:cubicBezTo>
                    <a:pt x="226" y="471"/>
                    <a:pt x="226" y="471"/>
                    <a:pt x="226" y="471"/>
                  </a:cubicBezTo>
                  <a:cubicBezTo>
                    <a:pt x="225" y="470"/>
                    <a:pt x="225" y="467"/>
                    <a:pt x="224" y="465"/>
                  </a:cubicBezTo>
                  <a:cubicBezTo>
                    <a:pt x="222" y="459"/>
                    <a:pt x="224" y="460"/>
                    <a:pt x="221" y="454"/>
                  </a:cubicBezTo>
                  <a:cubicBezTo>
                    <a:pt x="218" y="449"/>
                    <a:pt x="221" y="450"/>
                    <a:pt x="222" y="445"/>
                  </a:cubicBezTo>
                  <a:cubicBezTo>
                    <a:pt x="222" y="439"/>
                    <a:pt x="222" y="436"/>
                    <a:pt x="218" y="436"/>
                  </a:cubicBezTo>
                  <a:cubicBezTo>
                    <a:pt x="217" y="436"/>
                    <a:pt x="217" y="436"/>
                    <a:pt x="216" y="436"/>
                  </a:cubicBezTo>
                  <a:cubicBezTo>
                    <a:pt x="217" y="410"/>
                    <a:pt x="217" y="410"/>
                    <a:pt x="217" y="410"/>
                  </a:cubicBezTo>
                  <a:cubicBezTo>
                    <a:pt x="214" y="409"/>
                    <a:pt x="214" y="409"/>
                    <a:pt x="214" y="409"/>
                  </a:cubicBezTo>
                  <a:cubicBezTo>
                    <a:pt x="208" y="415"/>
                    <a:pt x="208" y="415"/>
                    <a:pt x="208" y="415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1" y="424"/>
                    <a:pt x="191" y="424"/>
                    <a:pt x="191" y="424"/>
                  </a:cubicBezTo>
                  <a:cubicBezTo>
                    <a:pt x="186" y="425"/>
                    <a:pt x="186" y="425"/>
                    <a:pt x="186" y="425"/>
                  </a:cubicBezTo>
                  <a:cubicBezTo>
                    <a:pt x="180" y="429"/>
                    <a:pt x="180" y="429"/>
                    <a:pt x="180" y="429"/>
                  </a:cubicBezTo>
                  <a:cubicBezTo>
                    <a:pt x="171" y="424"/>
                    <a:pt x="171" y="424"/>
                    <a:pt x="171" y="424"/>
                  </a:cubicBezTo>
                  <a:cubicBezTo>
                    <a:pt x="165" y="427"/>
                    <a:pt x="165" y="427"/>
                    <a:pt x="165" y="427"/>
                  </a:cubicBezTo>
                  <a:cubicBezTo>
                    <a:pt x="154" y="426"/>
                    <a:pt x="154" y="426"/>
                    <a:pt x="154" y="426"/>
                  </a:cubicBezTo>
                  <a:cubicBezTo>
                    <a:pt x="154" y="436"/>
                    <a:pt x="154" y="436"/>
                    <a:pt x="154" y="436"/>
                  </a:cubicBezTo>
                  <a:cubicBezTo>
                    <a:pt x="148" y="442"/>
                    <a:pt x="148" y="442"/>
                    <a:pt x="148" y="442"/>
                  </a:cubicBezTo>
                  <a:cubicBezTo>
                    <a:pt x="142" y="443"/>
                    <a:pt x="142" y="443"/>
                    <a:pt x="142" y="443"/>
                  </a:cubicBezTo>
                  <a:cubicBezTo>
                    <a:pt x="143" y="434"/>
                    <a:pt x="143" y="434"/>
                    <a:pt x="143" y="434"/>
                  </a:cubicBezTo>
                  <a:cubicBezTo>
                    <a:pt x="136" y="432"/>
                    <a:pt x="136" y="432"/>
                    <a:pt x="136" y="432"/>
                  </a:cubicBezTo>
                  <a:cubicBezTo>
                    <a:pt x="134" y="427"/>
                    <a:pt x="134" y="427"/>
                    <a:pt x="134" y="427"/>
                  </a:cubicBezTo>
                  <a:cubicBezTo>
                    <a:pt x="130" y="422"/>
                    <a:pt x="130" y="422"/>
                    <a:pt x="130" y="422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24" y="415"/>
                    <a:pt x="124" y="415"/>
                    <a:pt x="124" y="415"/>
                  </a:cubicBezTo>
                  <a:cubicBezTo>
                    <a:pt x="119" y="419"/>
                    <a:pt x="119" y="419"/>
                    <a:pt x="119" y="419"/>
                  </a:cubicBezTo>
                  <a:cubicBezTo>
                    <a:pt x="115" y="413"/>
                    <a:pt x="115" y="413"/>
                    <a:pt x="115" y="413"/>
                  </a:cubicBezTo>
                  <a:cubicBezTo>
                    <a:pt x="107" y="409"/>
                    <a:pt x="107" y="409"/>
                    <a:pt x="107" y="409"/>
                  </a:cubicBezTo>
                  <a:cubicBezTo>
                    <a:pt x="104" y="397"/>
                    <a:pt x="104" y="397"/>
                    <a:pt x="104" y="397"/>
                  </a:cubicBezTo>
                  <a:cubicBezTo>
                    <a:pt x="106" y="389"/>
                    <a:pt x="106" y="389"/>
                    <a:pt x="106" y="389"/>
                  </a:cubicBezTo>
                  <a:cubicBezTo>
                    <a:pt x="104" y="383"/>
                    <a:pt x="104" y="383"/>
                    <a:pt x="104" y="383"/>
                  </a:cubicBezTo>
                  <a:cubicBezTo>
                    <a:pt x="109" y="378"/>
                    <a:pt x="109" y="378"/>
                    <a:pt x="109" y="378"/>
                  </a:cubicBezTo>
                  <a:cubicBezTo>
                    <a:pt x="109" y="372"/>
                    <a:pt x="109" y="372"/>
                    <a:pt x="109" y="372"/>
                  </a:cubicBezTo>
                  <a:cubicBezTo>
                    <a:pt x="116" y="367"/>
                    <a:pt x="116" y="367"/>
                    <a:pt x="116" y="367"/>
                  </a:cubicBezTo>
                  <a:cubicBezTo>
                    <a:pt x="115" y="356"/>
                    <a:pt x="115" y="356"/>
                    <a:pt x="115" y="356"/>
                  </a:cubicBezTo>
                  <a:cubicBezTo>
                    <a:pt x="122" y="352"/>
                    <a:pt x="122" y="352"/>
                    <a:pt x="122" y="352"/>
                  </a:cubicBezTo>
                  <a:cubicBezTo>
                    <a:pt x="122" y="347"/>
                    <a:pt x="122" y="347"/>
                    <a:pt x="122" y="347"/>
                  </a:cubicBezTo>
                  <a:cubicBezTo>
                    <a:pt x="114" y="339"/>
                    <a:pt x="114" y="339"/>
                    <a:pt x="114" y="339"/>
                  </a:cubicBezTo>
                  <a:cubicBezTo>
                    <a:pt x="117" y="335"/>
                    <a:pt x="117" y="335"/>
                    <a:pt x="117" y="335"/>
                  </a:cubicBezTo>
                  <a:cubicBezTo>
                    <a:pt x="124" y="336"/>
                    <a:pt x="124" y="336"/>
                    <a:pt x="124" y="336"/>
                  </a:cubicBezTo>
                  <a:cubicBezTo>
                    <a:pt x="134" y="332"/>
                    <a:pt x="134" y="332"/>
                    <a:pt x="134" y="332"/>
                  </a:cubicBezTo>
                  <a:cubicBezTo>
                    <a:pt x="135" y="323"/>
                    <a:pt x="135" y="323"/>
                    <a:pt x="135" y="323"/>
                  </a:cubicBezTo>
                  <a:cubicBezTo>
                    <a:pt x="130" y="314"/>
                    <a:pt x="130" y="314"/>
                    <a:pt x="130" y="314"/>
                  </a:cubicBezTo>
                  <a:cubicBezTo>
                    <a:pt x="124" y="305"/>
                    <a:pt x="124" y="305"/>
                    <a:pt x="124" y="305"/>
                  </a:cubicBezTo>
                  <a:cubicBezTo>
                    <a:pt x="116" y="305"/>
                    <a:pt x="116" y="305"/>
                    <a:pt x="116" y="305"/>
                  </a:cubicBezTo>
                  <a:cubicBezTo>
                    <a:pt x="111" y="313"/>
                    <a:pt x="111" y="313"/>
                    <a:pt x="111" y="313"/>
                  </a:cubicBezTo>
                  <a:cubicBezTo>
                    <a:pt x="106" y="314"/>
                    <a:pt x="106" y="314"/>
                    <a:pt x="106" y="314"/>
                  </a:cubicBezTo>
                  <a:cubicBezTo>
                    <a:pt x="103" y="320"/>
                    <a:pt x="103" y="320"/>
                    <a:pt x="103" y="320"/>
                  </a:cubicBezTo>
                  <a:cubicBezTo>
                    <a:pt x="102" y="329"/>
                    <a:pt x="102" y="329"/>
                    <a:pt x="102" y="329"/>
                  </a:cubicBezTo>
                  <a:cubicBezTo>
                    <a:pt x="96" y="330"/>
                    <a:pt x="96" y="330"/>
                    <a:pt x="96" y="330"/>
                  </a:cubicBezTo>
                  <a:cubicBezTo>
                    <a:pt x="88" y="341"/>
                    <a:pt x="88" y="341"/>
                    <a:pt x="88" y="341"/>
                  </a:cubicBezTo>
                  <a:cubicBezTo>
                    <a:pt x="81" y="346"/>
                    <a:pt x="81" y="346"/>
                    <a:pt x="81" y="346"/>
                  </a:cubicBezTo>
                  <a:cubicBezTo>
                    <a:pt x="72" y="331"/>
                    <a:pt x="72" y="331"/>
                    <a:pt x="72" y="331"/>
                  </a:cubicBezTo>
                  <a:cubicBezTo>
                    <a:pt x="62" y="336"/>
                    <a:pt x="62" y="336"/>
                    <a:pt x="62" y="336"/>
                  </a:cubicBezTo>
                  <a:cubicBezTo>
                    <a:pt x="54" y="334"/>
                    <a:pt x="54" y="334"/>
                    <a:pt x="54" y="334"/>
                  </a:cubicBezTo>
                  <a:cubicBezTo>
                    <a:pt x="49" y="328"/>
                    <a:pt x="49" y="328"/>
                    <a:pt x="49" y="328"/>
                  </a:cubicBezTo>
                  <a:cubicBezTo>
                    <a:pt x="56" y="318"/>
                    <a:pt x="56" y="318"/>
                    <a:pt x="56" y="318"/>
                  </a:cubicBezTo>
                  <a:cubicBezTo>
                    <a:pt x="52" y="311"/>
                    <a:pt x="52" y="311"/>
                    <a:pt x="52" y="311"/>
                  </a:cubicBezTo>
                  <a:cubicBezTo>
                    <a:pt x="57" y="306"/>
                    <a:pt x="57" y="306"/>
                    <a:pt x="57" y="306"/>
                  </a:cubicBezTo>
                  <a:cubicBezTo>
                    <a:pt x="56" y="296"/>
                    <a:pt x="56" y="296"/>
                    <a:pt x="56" y="296"/>
                  </a:cubicBezTo>
                  <a:cubicBezTo>
                    <a:pt x="59" y="292"/>
                    <a:pt x="59" y="292"/>
                    <a:pt x="59" y="292"/>
                  </a:cubicBezTo>
                  <a:cubicBezTo>
                    <a:pt x="62" y="278"/>
                    <a:pt x="62" y="278"/>
                    <a:pt x="62" y="278"/>
                  </a:cubicBezTo>
                  <a:cubicBezTo>
                    <a:pt x="59" y="276"/>
                    <a:pt x="59" y="276"/>
                    <a:pt x="59" y="276"/>
                  </a:cubicBezTo>
                  <a:cubicBezTo>
                    <a:pt x="52" y="277"/>
                    <a:pt x="52" y="277"/>
                    <a:pt x="52" y="277"/>
                  </a:cubicBezTo>
                  <a:cubicBezTo>
                    <a:pt x="45" y="282"/>
                    <a:pt x="45" y="282"/>
                    <a:pt x="45" y="282"/>
                  </a:cubicBezTo>
                  <a:cubicBezTo>
                    <a:pt x="39" y="284"/>
                    <a:pt x="39" y="284"/>
                    <a:pt x="39" y="284"/>
                  </a:cubicBezTo>
                  <a:cubicBezTo>
                    <a:pt x="33" y="288"/>
                    <a:pt x="33" y="288"/>
                    <a:pt x="33" y="288"/>
                  </a:cubicBezTo>
                  <a:cubicBezTo>
                    <a:pt x="29" y="289"/>
                    <a:pt x="29" y="289"/>
                    <a:pt x="29" y="289"/>
                  </a:cubicBezTo>
                  <a:cubicBezTo>
                    <a:pt x="25" y="282"/>
                    <a:pt x="25" y="282"/>
                    <a:pt x="25" y="282"/>
                  </a:cubicBezTo>
                  <a:cubicBezTo>
                    <a:pt x="26" y="273"/>
                    <a:pt x="26" y="273"/>
                    <a:pt x="26" y="273"/>
                  </a:cubicBezTo>
                  <a:cubicBezTo>
                    <a:pt x="21" y="269"/>
                    <a:pt x="21" y="269"/>
                    <a:pt x="21" y="269"/>
                  </a:cubicBezTo>
                  <a:cubicBezTo>
                    <a:pt x="27" y="263"/>
                    <a:pt x="27" y="263"/>
                    <a:pt x="27" y="263"/>
                  </a:cubicBezTo>
                  <a:cubicBezTo>
                    <a:pt x="27" y="254"/>
                    <a:pt x="27" y="254"/>
                    <a:pt x="27" y="254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8" y="253"/>
                    <a:pt x="8" y="253"/>
                    <a:pt x="8" y="253"/>
                  </a:cubicBezTo>
                  <a:cubicBezTo>
                    <a:pt x="7" y="248"/>
                    <a:pt x="7" y="248"/>
                    <a:pt x="7" y="248"/>
                  </a:cubicBezTo>
                  <a:cubicBezTo>
                    <a:pt x="13" y="243"/>
                    <a:pt x="13" y="243"/>
                    <a:pt x="13" y="243"/>
                  </a:cubicBezTo>
                  <a:cubicBezTo>
                    <a:pt x="10" y="238"/>
                    <a:pt x="10" y="238"/>
                    <a:pt x="10" y="238"/>
                  </a:cubicBezTo>
                  <a:cubicBezTo>
                    <a:pt x="13" y="229"/>
                    <a:pt x="13" y="229"/>
                    <a:pt x="13" y="229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6" y="221"/>
                    <a:pt x="6" y="221"/>
                    <a:pt x="6" y="221"/>
                  </a:cubicBezTo>
                  <a:cubicBezTo>
                    <a:pt x="6" y="213"/>
                    <a:pt x="6" y="213"/>
                    <a:pt x="6" y="213"/>
                  </a:cubicBezTo>
                  <a:cubicBezTo>
                    <a:pt x="1" y="206"/>
                    <a:pt x="1" y="206"/>
                    <a:pt x="1" y="206"/>
                  </a:cubicBezTo>
                  <a:cubicBezTo>
                    <a:pt x="5" y="201"/>
                    <a:pt x="5" y="201"/>
                    <a:pt x="5" y="201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4" y="191"/>
                    <a:pt x="4" y="191"/>
                    <a:pt x="4" y="191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2" y="180"/>
                    <a:pt x="2" y="180"/>
                    <a:pt x="2" y="180"/>
                  </a:cubicBezTo>
                  <a:cubicBezTo>
                    <a:pt x="10" y="174"/>
                    <a:pt x="10" y="174"/>
                    <a:pt x="10" y="174"/>
                  </a:cubicBezTo>
                  <a:cubicBezTo>
                    <a:pt x="17" y="174"/>
                    <a:pt x="17" y="174"/>
                    <a:pt x="17" y="174"/>
                  </a:cubicBezTo>
                  <a:cubicBezTo>
                    <a:pt x="26" y="170"/>
                    <a:pt x="26" y="170"/>
                    <a:pt x="26" y="170"/>
                  </a:cubicBezTo>
                  <a:cubicBezTo>
                    <a:pt x="29" y="163"/>
                    <a:pt x="29" y="163"/>
                    <a:pt x="29" y="163"/>
                  </a:cubicBezTo>
                  <a:cubicBezTo>
                    <a:pt x="26" y="158"/>
                    <a:pt x="26" y="158"/>
                    <a:pt x="26" y="158"/>
                  </a:cubicBezTo>
                  <a:cubicBezTo>
                    <a:pt x="27" y="152"/>
                    <a:pt x="27" y="152"/>
                    <a:pt x="27" y="152"/>
                  </a:cubicBezTo>
                  <a:cubicBezTo>
                    <a:pt x="34" y="152"/>
                    <a:pt x="34" y="152"/>
                    <a:pt x="34" y="152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3" y="129"/>
                    <a:pt x="43" y="129"/>
                    <a:pt x="43" y="129"/>
                  </a:cubicBezTo>
                  <a:cubicBezTo>
                    <a:pt x="51" y="127"/>
                    <a:pt x="51" y="127"/>
                    <a:pt x="51" y="127"/>
                  </a:cubicBezTo>
                  <a:cubicBezTo>
                    <a:pt x="51" y="123"/>
                    <a:pt x="51" y="123"/>
                    <a:pt x="51" y="123"/>
                  </a:cubicBezTo>
                  <a:cubicBezTo>
                    <a:pt x="44" y="114"/>
                    <a:pt x="44" y="114"/>
                    <a:pt x="44" y="114"/>
                  </a:cubicBezTo>
                  <a:cubicBezTo>
                    <a:pt x="38" y="105"/>
                    <a:pt x="38" y="105"/>
                    <a:pt x="38" y="105"/>
                  </a:cubicBezTo>
                  <a:cubicBezTo>
                    <a:pt x="28" y="102"/>
                    <a:pt x="28" y="102"/>
                    <a:pt x="28" y="102"/>
                  </a:cubicBezTo>
                  <a:cubicBezTo>
                    <a:pt x="28" y="88"/>
                    <a:pt x="28" y="88"/>
                    <a:pt x="28" y="88"/>
                  </a:cubicBezTo>
                  <a:cubicBezTo>
                    <a:pt x="25" y="82"/>
                    <a:pt x="25" y="82"/>
                    <a:pt x="25" y="82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9" y="39"/>
                    <a:pt x="49" y="39"/>
                    <a:pt x="49" y="39"/>
                  </a:cubicBezTo>
                  <a:cubicBezTo>
                    <a:pt x="57" y="32"/>
                    <a:pt x="57" y="32"/>
                    <a:pt x="57" y="32"/>
                  </a:cubicBezTo>
                  <a:cubicBezTo>
                    <a:pt x="64" y="24"/>
                    <a:pt x="64" y="24"/>
                    <a:pt x="64" y="24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77" y="27"/>
                    <a:pt x="77" y="27"/>
                    <a:pt x="77" y="27"/>
                  </a:cubicBezTo>
                  <a:cubicBezTo>
                    <a:pt x="74" y="9"/>
                    <a:pt x="74" y="9"/>
                    <a:pt x="74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103" y="1"/>
                    <a:pt x="103" y="1"/>
                    <a:pt x="103" y="1"/>
                  </a:cubicBezTo>
                  <a:cubicBezTo>
                    <a:pt x="119" y="11"/>
                    <a:pt x="119" y="11"/>
                    <a:pt x="119" y="11"/>
                  </a:cubicBezTo>
                  <a:cubicBezTo>
                    <a:pt x="119" y="16"/>
                    <a:pt x="119" y="16"/>
                    <a:pt x="119" y="16"/>
                  </a:cubicBezTo>
                  <a:cubicBezTo>
                    <a:pt x="124" y="22"/>
                    <a:pt x="124" y="22"/>
                    <a:pt x="124" y="22"/>
                  </a:cubicBezTo>
                  <a:cubicBezTo>
                    <a:pt x="119" y="24"/>
                    <a:pt x="119" y="24"/>
                    <a:pt x="119" y="24"/>
                  </a:cubicBezTo>
                  <a:cubicBezTo>
                    <a:pt x="116" y="30"/>
                    <a:pt x="116" y="30"/>
                    <a:pt x="116" y="30"/>
                  </a:cubicBezTo>
                  <a:cubicBezTo>
                    <a:pt x="118" y="37"/>
                    <a:pt x="118" y="37"/>
                    <a:pt x="118" y="37"/>
                  </a:cubicBezTo>
                  <a:cubicBezTo>
                    <a:pt x="125" y="39"/>
                    <a:pt x="125" y="39"/>
                    <a:pt x="125" y="39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142" y="35"/>
                    <a:pt x="142" y="35"/>
                    <a:pt x="142" y="35"/>
                  </a:cubicBezTo>
                  <a:cubicBezTo>
                    <a:pt x="147" y="31"/>
                    <a:pt x="147" y="31"/>
                    <a:pt x="147" y="31"/>
                  </a:cubicBezTo>
                  <a:cubicBezTo>
                    <a:pt x="152" y="42"/>
                    <a:pt x="152" y="42"/>
                    <a:pt x="152" y="42"/>
                  </a:cubicBezTo>
                  <a:close/>
                  <a:moveTo>
                    <a:pt x="130" y="232"/>
                  </a:moveTo>
                  <a:cubicBezTo>
                    <a:pt x="129" y="236"/>
                    <a:pt x="128" y="238"/>
                    <a:pt x="130" y="240"/>
                  </a:cubicBezTo>
                  <a:cubicBezTo>
                    <a:pt x="133" y="243"/>
                    <a:pt x="135" y="239"/>
                    <a:pt x="137" y="241"/>
                  </a:cubicBezTo>
                  <a:cubicBezTo>
                    <a:pt x="139" y="244"/>
                    <a:pt x="141" y="239"/>
                    <a:pt x="139" y="235"/>
                  </a:cubicBezTo>
                  <a:cubicBezTo>
                    <a:pt x="136" y="229"/>
                    <a:pt x="136" y="227"/>
                    <a:pt x="130" y="232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54" name="Freeform 60">
              <a:extLst>
                <a:ext uri="{FF2B5EF4-FFF2-40B4-BE49-F238E27FC236}">
                  <a16:creationId xmlns:a16="http://schemas.microsoft.com/office/drawing/2014/main" id="{ADAAD204-E07D-A348-AF94-A34010DC4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" y="3826"/>
              <a:ext cx="160" cy="213"/>
            </a:xfrm>
            <a:custGeom>
              <a:avLst/>
              <a:gdLst>
                <a:gd name="T0" fmla="*/ 4 w 77"/>
                <a:gd name="T1" fmla="*/ 70 h 102"/>
                <a:gd name="T2" fmla="*/ 6 w 77"/>
                <a:gd name="T3" fmla="*/ 70 h 102"/>
                <a:gd name="T4" fmla="*/ 12 w 77"/>
                <a:gd name="T5" fmla="*/ 71 h 102"/>
                <a:gd name="T6" fmla="*/ 16 w 77"/>
                <a:gd name="T7" fmla="*/ 73 h 102"/>
                <a:gd name="T8" fmla="*/ 22 w 77"/>
                <a:gd name="T9" fmla="*/ 82 h 102"/>
                <a:gd name="T10" fmla="*/ 27 w 77"/>
                <a:gd name="T11" fmla="*/ 81 h 102"/>
                <a:gd name="T12" fmla="*/ 33 w 77"/>
                <a:gd name="T13" fmla="*/ 85 h 102"/>
                <a:gd name="T14" fmla="*/ 33 w 77"/>
                <a:gd name="T15" fmla="*/ 89 h 102"/>
                <a:gd name="T16" fmla="*/ 33 w 77"/>
                <a:gd name="T17" fmla="*/ 90 h 102"/>
                <a:gd name="T18" fmla="*/ 32 w 77"/>
                <a:gd name="T19" fmla="*/ 90 h 102"/>
                <a:gd name="T20" fmla="*/ 36 w 77"/>
                <a:gd name="T21" fmla="*/ 92 h 102"/>
                <a:gd name="T22" fmla="*/ 39 w 77"/>
                <a:gd name="T23" fmla="*/ 95 h 102"/>
                <a:gd name="T24" fmla="*/ 39 w 77"/>
                <a:gd name="T25" fmla="*/ 101 h 102"/>
                <a:gd name="T26" fmla="*/ 41 w 77"/>
                <a:gd name="T27" fmla="*/ 101 h 102"/>
                <a:gd name="T28" fmla="*/ 45 w 77"/>
                <a:gd name="T29" fmla="*/ 96 h 102"/>
                <a:gd name="T30" fmla="*/ 51 w 77"/>
                <a:gd name="T31" fmla="*/ 102 h 102"/>
                <a:gd name="T32" fmla="*/ 56 w 77"/>
                <a:gd name="T33" fmla="*/ 102 h 102"/>
                <a:gd name="T34" fmla="*/ 56 w 77"/>
                <a:gd name="T35" fmla="*/ 102 h 102"/>
                <a:gd name="T36" fmla="*/ 57 w 77"/>
                <a:gd name="T37" fmla="*/ 98 h 102"/>
                <a:gd name="T38" fmla="*/ 56 w 77"/>
                <a:gd name="T39" fmla="*/ 92 h 102"/>
                <a:gd name="T40" fmla="*/ 61 w 77"/>
                <a:gd name="T41" fmla="*/ 91 h 102"/>
                <a:gd name="T42" fmla="*/ 63 w 77"/>
                <a:gd name="T43" fmla="*/ 84 h 102"/>
                <a:gd name="T44" fmla="*/ 71 w 77"/>
                <a:gd name="T45" fmla="*/ 85 h 102"/>
                <a:gd name="T46" fmla="*/ 77 w 77"/>
                <a:gd name="T47" fmla="*/ 81 h 102"/>
                <a:gd name="T48" fmla="*/ 77 w 77"/>
                <a:gd name="T49" fmla="*/ 80 h 102"/>
                <a:gd name="T50" fmla="*/ 76 w 77"/>
                <a:gd name="T51" fmla="*/ 71 h 102"/>
                <a:gd name="T52" fmla="*/ 74 w 77"/>
                <a:gd name="T53" fmla="*/ 64 h 102"/>
                <a:gd name="T54" fmla="*/ 69 w 77"/>
                <a:gd name="T55" fmla="*/ 55 h 102"/>
                <a:gd name="T56" fmla="*/ 61 w 77"/>
                <a:gd name="T57" fmla="*/ 44 h 102"/>
                <a:gd name="T58" fmla="*/ 62 w 77"/>
                <a:gd name="T59" fmla="*/ 34 h 102"/>
                <a:gd name="T60" fmla="*/ 56 w 77"/>
                <a:gd name="T61" fmla="*/ 27 h 102"/>
                <a:gd name="T62" fmla="*/ 51 w 77"/>
                <a:gd name="T63" fmla="*/ 17 h 102"/>
                <a:gd name="T64" fmla="*/ 42 w 77"/>
                <a:gd name="T65" fmla="*/ 16 h 102"/>
                <a:gd name="T66" fmla="*/ 36 w 77"/>
                <a:gd name="T67" fmla="*/ 10 h 102"/>
                <a:gd name="T68" fmla="*/ 30 w 77"/>
                <a:gd name="T69" fmla="*/ 7 h 102"/>
                <a:gd name="T70" fmla="*/ 23 w 77"/>
                <a:gd name="T71" fmla="*/ 1 h 102"/>
                <a:gd name="T72" fmla="*/ 15 w 77"/>
                <a:gd name="T73" fmla="*/ 5 h 102"/>
                <a:gd name="T74" fmla="*/ 6 w 77"/>
                <a:gd name="T75" fmla="*/ 3 h 102"/>
                <a:gd name="T76" fmla="*/ 5 w 77"/>
                <a:gd name="T77" fmla="*/ 10 h 102"/>
                <a:gd name="T78" fmla="*/ 7 w 77"/>
                <a:gd name="T79" fmla="*/ 16 h 102"/>
                <a:gd name="T80" fmla="*/ 7 w 77"/>
                <a:gd name="T81" fmla="*/ 21 h 102"/>
                <a:gd name="T82" fmla="*/ 9 w 77"/>
                <a:gd name="T83" fmla="*/ 27 h 102"/>
                <a:gd name="T84" fmla="*/ 0 w 77"/>
                <a:gd name="T85" fmla="*/ 32 h 102"/>
                <a:gd name="T86" fmla="*/ 0 w 77"/>
                <a:gd name="T87" fmla="*/ 40 h 102"/>
                <a:gd name="T88" fmla="*/ 2 w 77"/>
                <a:gd name="T89" fmla="*/ 41 h 102"/>
                <a:gd name="T90" fmla="*/ 3 w 77"/>
                <a:gd name="T91" fmla="*/ 44 h 102"/>
                <a:gd name="T92" fmla="*/ 5 w 77"/>
                <a:gd name="T93" fmla="*/ 49 h 102"/>
                <a:gd name="T94" fmla="*/ 9 w 77"/>
                <a:gd name="T95" fmla="*/ 55 h 102"/>
                <a:gd name="T96" fmla="*/ 3 w 77"/>
                <a:gd name="T97" fmla="*/ 57 h 102"/>
                <a:gd name="T98" fmla="*/ 3 w 77"/>
                <a:gd name="T99" fmla="*/ 60 h 102"/>
                <a:gd name="T100" fmla="*/ 6 w 77"/>
                <a:gd name="T101" fmla="*/ 64 h 102"/>
                <a:gd name="T102" fmla="*/ 5 w 77"/>
                <a:gd name="T103" fmla="*/ 68 h 102"/>
                <a:gd name="T104" fmla="*/ 4 w 77"/>
                <a:gd name="T105" fmla="*/ 7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7" h="102">
                  <a:moveTo>
                    <a:pt x="4" y="70"/>
                  </a:moveTo>
                  <a:cubicBezTo>
                    <a:pt x="6" y="70"/>
                    <a:pt x="6" y="70"/>
                    <a:pt x="6" y="70"/>
                  </a:cubicBezTo>
                  <a:cubicBezTo>
                    <a:pt x="12" y="71"/>
                    <a:pt x="12" y="71"/>
                    <a:pt x="12" y="71"/>
                  </a:cubicBezTo>
                  <a:cubicBezTo>
                    <a:pt x="16" y="73"/>
                    <a:pt x="16" y="73"/>
                    <a:pt x="16" y="73"/>
                  </a:cubicBezTo>
                  <a:cubicBezTo>
                    <a:pt x="22" y="82"/>
                    <a:pt x="22" y="82"/>
                    <a:pt x="22" y="82"/>
                  </a:cubicBezTo>
                  <a:cubicBezTo>
                    <a:pt x="27" y="81"/>
                    <a:pt x="27" y="81"/>
                    <a:pt x="27" y="81"/>
                  </a:cubicBezTo>
                  <a:cubicBezTo>
                    <a:pt x="33" y="85"/>
                    <a:pt x="33" y="85"/>
                    <a:pt x="33" y="85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3" y="90"/>
                    <a:pt x="33" y="90"/>
                    <a:pt x="33" y="90"/>
                  </a:cubicBezTo>
                  <a:cubicBezTo>
                    <a:pt x="32" y="90"/>
                    <a:pt x="32" y="90"/>
                    <a:pt x="32" y="90"/>
                  </a:cubicBezTo>
                  <a:cubicBezTo>
                    <a:pt x="36" y="92"/>
                    <a:pt x="36" y="92"/>
                    <a:pt x="36" y="92"/>
                  </a:cubicBezTo>
                  <a:cubicBezTo>
                    <a:pt x="39" y="95"/>
                    <a:pt x="39" y="95"/>
                    <a:pt x="39" y="95"/>
                  </a:cubicBezTo>
                  <a:cubicBezTo>
                    <a:pt x="39" y="101"/>
                    <a:pt x="39" y="101"/>
                    <a:pt x="39" y="101"/>
                  </a:cubicBezTo>
                  <a:cubicBezTo>
                    <a:pt x="40" y="101"/>
                    <a:pt x="40" y="101"/>
                    <a:pt x="41" y="101"/>
                  </a:cubicBezTo>
                  <a:cubicBezTo>
                    <a:pt x="42" y="100"/>
                    <a:pt x="45" y="96"/>
                    <a:pt x="45" y="96"/>
                  </a:cubicBezTo>
                  <a:cubicBezTo>
                    <a:pt x="45" y="96"/>
                    <a:pt x="50" y="102"/>
                    <a:pt x="51" y="102"/>
                  </a:cubicBezTo>
                  <a:cubicBezTo>
                    <a:pt x="51" y="102"/>
                    <a:pt x="53" y="102"/>
                    <a:pt x="56" y="102"/>
                  </a:cubicBezTo>
                  <a:cubicBezTo>
                    <a:pt x="56" y="102"/>
                    <a:pt x="56" y="102"/>
                    <a:pt x="56" y="102"/>
                  </a:cubicBezTo>
                  <a:cubicBezTo>
                    <a:pt x="56" y="102"/>
                    <a:pt x="59" y="100"/>
                    <a:pt x="57" y="98"/>
                  </a:cubicBezTo>
                  <a:cubicBezTo>
                    <a:pt x="56" y="95"/>
                    <a:pt x="55" y="92"/>
                    <a:pt x="56" y="92"/>
                  </a:cubicBezTo>
                  <a:cubicBezTo>
                    <a:pt x="57" y="92"/>
                    <a:pt x="61" y="92"/>
                    <a:pt x="61" y="91"/>
                  </a:cubicBezTo>
                  <a:cubicBezTo>
                    <a:pt x="61" y="89"/>
                    <a:pt x="62" y="84"/>
                    <a:pt x="63" y="84"/>
                  </a:cubicBezTo>
                  <a:cubicBezTo>
                    <a:pt x="65" y="84"/>
                    <a:pt x="68" y="87"/>
                    <a:pt x="71" y="85"/>
                  </a:cubicBezTo>
                  <a:cubicBezTo>
                    <a:pt x="72" y="84"/>
                    <a:pt x="74" y="82"/>
                    <a:pt x="77" y="81"/>
                  </a:cubicBezTo>
                  <a:cubicBezTo>
                    <a:pt x="77" y="80"/>
                    <a:pt x="77" y="80"/>
                    <a:pt x="77" y="80"/>
                  </a:cubicBezTo>
                  <a:cubicBezTo>
                    <a:pt x="77" y="80"/>
                    <a:pt x="77" y="73"/>
                    <a:pt x="76" y="71"/>
                  </a:cubicBezTo>
                  <a:cubicBezTo>
                    <a:pt x="76" y="70"/>
                    <a:pt x="74" y="67"/>
                    <a:pt x="74" y="64"/>
                  </a:cubicBezTo>
                  <a:cubicBezTo>
                    <a:pt x="74" y="61"/>
                    <a:pt x="70" y="60"/>
                    <a:pt x="69" y="55"/>
                  </a:cubicBezTo>
                  <a:cubicBezTo>
                    <a:pt x="68" y="50"/>
                    <a:pt x="61" y="48"/>
                    <a:pt x="61" y="44"/>
                  </a:cubicBezTo>
                  <a:cubicBezTo>
                    <a:pt x="62" y="41"/>
                    <a:pt x="65" y="37"/>
                    <a:pt x="62" y="34"/>
                  </a:cubicBezTo>
                  <a:cubicBezTo>
                    <a:pt x="59" y="30"/>
                    <a:pt x="58" y="33"/>
                    <a:pt x="56" y="27"/>
                  </a:cubicBezTo>
                  <a:cubicBezTo>
                    <a:pt x="54" y="21"/>
                    <a:pt x="54" y="19"/>
                    <a:pt x="51" y="17"/>
                  </a:cubicBezTo>
                  <a:cubicBezTo>
                    <a:pt x="49" y="16"/>
                    <a:pt x="45" y="18"/>
                    <a:pt x="42" y="16"/>
                  </a:cubicBezTo>
                  <a:cubicBezTo>
                    <a:pt x="40" y="13"/>
                    <a:pt x="39" y="10"/>
                    <a:pt x="36" y="10"/>
                  </a:cubicBezTo>
                  <a:cubicBezTo>
                    <a:pt x="33" y="11"/>
                    <a:pt x="32" y="12"/>
                    <a:pt x="30" y="7"/>
                  </a:cubicBezTo>
                  <a:cubicBezTo>
                    <a:pt x="27" y="3"/>
                    <a:pt x="27" y="1"/>
                    <a:pt x="23" y="1"/>
                  </a:cubicBezTo>
                  <a:cubicBezTo>
                    <a:pt x="20" y="2"/>
                    <a:pt x="18" y="6"/>
                    <a:pt x="15" y="5"/>
                  </a:cubicBezTo>
                  <a:cubicBezTo>
                    <a:pt x="12" y="4"/>
                    <a:pt x="9" y="0"/>
                    <a:pt x="6" y="3"/>
                  </a:cubicBezTo>
                  <a:cubicBezTo>
                    <a:pt x="3" y="6"/>
                    <a:pt x="7" y="9"/>
                    <a:pt x="5" y="10"/>
                  </a:cubicBezTo>
                  <a:cubicBezTo>
                    <a:pt x="3" y="12"/>
                    <a:pt x="6" y="15"/>
                    <a:pt x="7" y="16"/>
                  </a:cubicBezTo>
                  <a:cubicBezTo>
                    <a:pt x="8" y="17"/>
                    <a:pt x="8" y="20"/>
                    <a:pt x="7" y="21"/>
                  </a:cubicBezTo>
                  <a:cubicBezTo>
                    <a:pt x="6" y="23"/>
                    <a:pt x="10" y="26"/>
                    <a:pt x="9" y="27"/>
                  </a:cubicBezTo>
                  <a:cubicBezTo>
                    <a:pt x="8" y="28"/>
                    <a:pt x="0" y="32"/>
                    <a:pt x="0" y="32"/>
                  </a:cubicBezTo>
                  <a:cubicBezTo>
                    <a:pt x="0" y="32"/>
                    <a:pt x="0" y="37"/>
                    <a:pt x="0" y="40"/>
                  </a:cubicBezTo>
                  <a:cubicBezTo>
                    <a:pt x="2" y="41"/>
                    <a:pt x="2" y="41"/>
                    <a:pt x="2" y="41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9" y="55"/>
                    <a:pt x="9" y="55"/>
                    <a:pt x="9" y="55"/>
                  </a:cubicBezTo>
                  <a:cubicBezTo>
                    <a:pt x="9" y="55"/>
                    <a:pt x="3" y="56"/>
                    <a:pt x="3" y="57"/>
                  </a:cubicBezTo>
                  <a:cubicBezTo>
                    <a:pt x="2" y="58"/>
                    <a:pt x="3" y="60"/>
                    <a:pt x="3" y="60"/>
                  </a:cubicBezTo>
                  <a:cubicBezTo>
                    <a:pt x="3" y="60"/>
                    <a:pt x="6" y="64"/>
                    <a:pt x="6" y="64"/>
                  </a:cubicBezTo>
                  <a:cubicBezTo>
                    <a:pt x="5" y="68"/>
                    <a:pt x="5" y="68"/>
                    <a:pt x="5" y="68"/>
                  </a:cubicBezTo>
                  <a:lnTo>
                    <a:pt x="4" y="70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55" name="Freeform 61">
              <a:extLst>
                <a:ext uri="{FF2B5EF4-FFF2-40B4-BE49-F238E27FC236}">
                  <a16:creationId xmlns:a16="http://schemas.microsoft.com/office/drawing/2014/main" id="{A1C06272-D1FA-D040-921A-34C99D05F3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2" y="3691"/>
              <a:ext cx="186" cy="231"/>
            </a:xfrm>
            <a:custGeom>
              <a:avLst/>
              <a:gdLst>
                <a:gd name="T0" fmla="*/ 88 w 89"/>
                <a:gd name="T1" fmla="*/ 67 h 111"/>
                <a:gd name="T2" fmla="*/ 80 w 89"/>
                <a:gd name="T3" fmla="*/ 70 h 111"/>
                <a:gd name="T4" fmla="*/ 71 w 89"/>
                <a:gd name="T5" fmla="*/ 68 h 111"/>
                <a:gd name="T6" fmla="*/ 70 w 89"/>
                <a:gd name="T7" fmla="*/ 75 h 111"/>
                <a:gd name="T8" fmla="*/ 72 w 89"/>
                <a:gd name="T9" fmla="*/ 81 h 111"/>
                <a:gd name="T10" fmla="*/ 72 w 89"/>
                <a:gd name="T11" fmla="*/ 86 h 111"/>
                <a:gd name="T12" fmla="*/ 74 w 89"/>
                <a:gd name="T13" fmla="*/ 92 h 111"/>
                <a:gd name="T14" fmla="*/ 65 w 89"/>
                <a:gd name="T15" fmla="*/ 97 h 111"/>
                <a:gd name="T16" fmla="*/ 64 w 89"/>
                <a:gd name="T17" fmla="*/ 106 h 111"/>
                <a:gd name="T18" fmla="*/ 59 w 89"/>
                <a:gd name="T19" fmla="*/ 111 h 111"/>
                <a:gd name="T20" fmla="*/ 51 w 89"/>
                <a:gd name="T21" fmla="*/ 109 h 111"/>
                <a:gd name="T22" fmla="*/ 46 w 89"/>
                <a:gd name="T23" fmla="*/ 103 h 111"/>
                <a:gd name="T24" fmla="*/ 39 w 89"/>
                <a:gd name="T25" fmla="*/ 107 h 111"/>
                <a:gd name="T26" fmla="*/ 33 w 89"/>
                <a:gd name="T27" fmla="*/ 110 h 111"/>
                <a:gd name="T28" fmla="*/ 31 w 89"/>
                <a:gd name="T29" fmla="*/ 111 h 111"/>
                <a:gd name="T30" fmla="*/ 22 w 89"/>
                <a:gd name="T31" fmla="*/ 103 h 111"/>
                <a:gd name="T32" fmla="*/ 18 w 89"/>
                <a:gd name="T33" fmla="*/ 104 h 111"/>
                <a:gd name="T34" fmla="*/ 18 w 89"/>
                <a:gd name="T35" fmla="*/ 98 h 111"/>
                <a:gd name="T36" fmla="*/ 17 w 89"/>
                <a:gd name="T37" fmla="*/ 74 h 111"/>
                <a:gd name="T38" fmla="*/ 8 w 89"/>
                <a:gd name="T39" fmla="*/ 55 h 111"/>
                <a:gd name="T40" fmla="*/ 7 w 89"/>
                <a:gd name="T41" fmla="*/ 42 h 111"/>
                <a:gd name="T42" fmla="*/ 2 w 89"/>
                <a:gd name="T43" fmla="*/ 32 h 111"/>
                <a:gd name="T44" fmla="*/ 3 w 89"/>
                <a:gd name="T45" fmla="*/ 22 h 111"/>
                <a:gd name="T46" fmla="*/ 6 w 89"/>
                <a:gd name="T47" fmla="*/ 14 h 111"/>
                <a:gd name="T48" fmla="*/ 13 w 89"/>
                <a:gd name="T49" fmla="*/ 21 h 111"/>
                <a:gd name="T50" fmla="*/ 21 w 89"/>
                <a:gd name="T51" fmla="*/ 25 h 111"/>
                <a:gd name="T52" fmla="*/ 26 w 89"/>
                <a:gd name="T53" fmla="*/ 19 h 111"/>
                <a:gd name="T54" fmla="*/ 38 w 89"/>
                <a:gd name="T55" fmla="*/ 18 h 111"/>
                <a:gd name="T56" fmla="*/ 47 w 89"/>
                <a:gd name="T57" fmla="*/ 18 h 111"/>
                <a:gd name="T58" fmla="*/ 43 w 89"/>
                <a:gd name="T59" fmla="*/ 4 h 111"/>
                <a:gd name="T60" fmla="*/ 54 w 89"/>
                <a:gd name="T61" fmla="*/ 5 h 111"/>
                <a:gd name="T62" fmla="*/ 61 w 89"/>
                <a:gd name="T63" fmla="*/ 3 h 111"/>
                <a:gd name="T64" fmla="*/ 61 w 89"/>
                <a:gd name="T65" fmla="*/ 3 h 111"/>
                <a:gd name="T66" fmla="*/ 64 w 89"/>
                <a:gd name="T67" fmla="*/ 20 h 111"/>
                <a:gd name="T68" fmla="*/ 72 w 89"/>
                <a:gd name="T69" fmla="*/ 21 h 111"/>
                <a:gd name="T70" fmla="*/ 82 w 89"/>
                <a:gd name="T71" fmla="*/ 31 h 111"/>
                <a:gd name="T72" fmla="*/ 80 w 89"/>
                <a:gd name="T73" fmla="*/ 35 h 111"/>
                <a:gd name="T74" fmla="*/ 78 w 89"/>
                <a:gd name="T75" fmla="*/ 43 h 111"/>
                <a:gd name="T76" fmla="*/ 89 w 89"/>
                <a:gd name="T77" fmla="*/ 55 h 111"/>
                <a:gd name="T78" fmla="*/ 88 w 89"/>
                <a:gd name="T79" fmla="*/ 67 h 111"/>
                <a:gd name="T80" fmla="*/ 28 w 89"/>
                <a:gd name="T81" fmla="*/ 53 h 111"/>
                <a:gd name="T82" fmla="*/ 29 w 89"/>
                <a:gd name="T83" fmla="*/ 62 h 111"/>
                <a:gd name="T84" fmla="*/ 36 w 89"/>
                <a:gd name="T85" fmla="*/ 67 h 111"/>
                <a:gd name="T86" fmla="*/ 44 w 89"/>
                <a:gd name="T87" fmla="*/ 71 h 111"/>
                <a:gd name="T88" fmla="*/ 38 w 89"/>
                <a:gd name="T89" fmla="*/ 76 h 111"/>
                <a:gd name="T90" fmla="*/ 36 w 89"/>
                <a:gd name="T91" fmla="*/ 84 h 111"/>
                <a:gd name="T92" fmla="*/ 34 w 89"/>
                <a:gd name="T93" fmla="*/ 90 h 111"/>
                <a:gd name="T94" fmla="*/ 24 w 89"/>
                <a:gd name="T95" fmla="*/ 91 h 111"/>
                <a:gd name="T96" fmla="*/ 30 w 89"/>
                <a:gd name="T97" fmla="*/ 101 h 111"/>
                <a:gd name="T98" fmla="*/ 39 w 89"/>
                <a:gd name="T99" fmla="*/ 94 h 111"/>
                <a:gd name="T100" fmla="*/ 50 w 89"/>
                <a:gd name="T101" fmla="*/ 85 h 111"/>
                <a:gd name="T102" fmla="*/ 54 w 89"/>
                <a:gd name="T103" fmla="*/ 79 h 111"/>
                <a:gd name="T104" fmla="*/ 50 w 89"/>
                <a:gd name="T105" fmla="*/ 67 h 111"/>
                <a:gd name="T106" fmla="*/ 43 w 89"/>
                <a:gd name="T107" fmla="*/ 60 h 111"/>
                <a:gd name="T108" fmla="*/ 34 w 89"/>
                <a:gd name="T109" fmla="*/ 55 h 111"/>
                <a:gd name="T110" fmla="*/ 28 w 89"/>
                <a:gd name="T111" fmla="*/ 5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9" h="111">
                  <a:moveTo>
                    <a:pt x="88" y="67"/>
                  </a:moveTo>
                  <a:cubicBezTo>
                    <a:pt x="85" y="68"/>
                    <a:pt x="82" y="71"/>
                    <a:pt x="80" y="70"/>
                  </a:cubicBezTo>
                  <a:cubicBezTo>
                    <a:pt x="77" y="69"/>
                    <a:pt x="74" y="65"/>
                    <a:pt x="71" y="68"/>
                  </a:cubicBezTo>
                  <a:cubicBezTo>
                    <a:pt x="68" y="71"/>
                    <a:pt x="72" y="74"/>
                    <a:pt x="70" y="75"/>
                  </a:cubicBezTo>
                  <a:cubicBezTo>
                    <a:pt x="68" y="77"/>
                    <a:pt x="71" y="80"/>
                    <a:pt x="72" y="81"/>
                  </a:cubicBezTo>
                  <a:cubicBezTo>
                    <a:pt x="73" y="82"/>
                    <a:pt x="73" y="85"/>
                    <a:pt x="72" y="86"/>
                  </a:cubicBezTo>
                  <a:cubicBezTo>
                    <a:pt x="71" y="88"/>
                    <a:pt x="75" y="91"/>
                    <a:pt x="74" y="92"/>
                  </a:cubicBezTo>
                  <a:cubicBezTo>
                    <a:pt x="73" y="93"/>
                    <a:pt x="65" y="97"/>
                    <a:pt x="65" y="97"/>
                  </a:cubicBezTo>
                  <a:cubicBezTo>
                    <a:pt x="65" y="97"/>
                    <a:pt x="66" y="104"/>
                    <a:pt x="64" y="106"/>
                  </a:cubicBezTo>
                  <a:cubicBezTo>
                    <a:pt x="63" y="109"/>
                    <a:pt x="60" y="111"/>
                    <a:pt x="59" y="111"/>
                  </a:cubicBezTo>
                  <a:cubicBezTo>
                    <a:pt x="57" y="111"/>
                    <a:pt x="52" y="111"/>
                    <a:pt x="51" y="109"/>
                  </a:cubicBezTo>
                  <a:cubicBezTo>
                    <a:pt x="50" y="108"/>
                    <a:pt x="48" y="103"/>
                    <a:pt x="46" y="103"/>
                  </a:cubicBezTo>
                  <a:cubicBezTo>
                    <a:pt x="44" y="104"/>
                    <a:pt x="40" y="106"/>
                    <a:pt x="39" y="107"/>
                  </a:cubicBezTo>
                  <a:cubicBezTo>
                    <a:pt x="38" y="107"/>
                    <a:pt x="34" y="108"/>
                    <a:pt x="33" y="110"/>
                  </a:cubicBezTo>
                  <a:cubicBezTo>
                    <a:pt x="32" y="110"/>
                    <a:pt x="32" y="111"/>
                    <a:pt x="31" y="111"/>
                  </a:cubicBezTo>
                  <a:cubicBezTo>
                    <a:pt x="28" y="108"/>
                    <a:pt x="24" y="105"/>
                    <a:pt x="22" y="103"/>
                  </a:cubicBezTo>
                  <a:cubicBezTo>
                    <a:pt x="22" y="102"/>
                    <a:pt x="20" y="103"/>
                    <a:pt x="18" y="104"/>
                  </a:cubicBezTo>
                  <a:cubicBezTo>
                    <a:pt x="18" y="102"/>
                    <a:pt x="18" y="100"/>
                    <a:pt x="18" y="98"/>
                  </a:cubicBezTo>
                  <a:cubicBezTo>
                    <a:pt x="18" y="93"/>
                    <a:pt x="18" y="80"/>
                    <a:pt x="17" y="74"/>
                  </a:cubicBezTo>
                  <a:cubicBezTo>
                    <a:pt x="17" y="69"/>
                    <a:pt x="9" y="58"/>
                    <a:pt x="8" y="55"/>
                  </a:cubicBezTo>
                  <a:cubicBezTo>
                    <a:pt x="8" y="51"/>
                    <a:pt x="11" y="46"/>
                    <a:pt x="7" y="42"/>
                  </a:cubicBezTo>
                  <a:cubicBezTo>
                    <a:pt x="4" y="39"/>
                    <a:pt x="0" y="36"/>
                    <a:pt x="2" y="32"/>
                  </a:cubicBezTo>
                  <a:cubicBezTo>
                    <a:pt x="4" y="28"/>
                    <a:pt x="6" y="25"/>
                    <a:pt x="3" y="22"/>
                  </a:cubicBezTo>
                  <a:cubicBezTo>
                    <a:pt x="0" y="19"/>
                    <a:pt x="4" y="14"/>
                    <a:pt x="6" y="14"/>
                  </a:cubicBezTo>
                  <a:cubicBezTo>
                    <a:pt x="9" y="14"/>
                    <a:pt x="12" y="17"/>
                    <a:pt x="13" y="21"/>
                  </a:cubicBezTo>
                  <a:cubicBezTo>
                    <a:pt x="14" y="26"/>
                    <a:pt x="21" y="29"/>
                    <a:pt x="21" y="25"/>
                  </a:cubicBezTo>
                  <a:cubicBezTo>
                    <a:pt x="22" y="21"/>
                    <a:pt x="22" y="19"/>
                    <a:pt x="26" y="19"/>
                  </a:cubicBezTo>
                  <a:cubicBezTo>
                    <a:pt x="30" y="19"/>
                    <a:pt x="35" y="20"/>
                    <a:pt x="38" y="18"/>
                  </a:cubicBezTo>
                  <a:cubicBezTo>
                    <a:pt x="41" y="16"/>
                    <a:pt x="48" y="25"/>
                    <a:pt x="47" y="18"/>
                  </a:cubicBezTo>
                  <a:cubicBezTo>
                    <a:pt x="45" y="11"/>
                    <a:pt x="41" y="7"/>
                    <a:pt x="43" y="4"/>
                  </a:cubicBezTo>
                  <a:cubicBezTo>
                    <a:pt x="46" y="1"/>
                    <a:pt x="54" y="0"/>
                    <a:pt x="54" y="5"/>
                  </a:cubicBezTo>
                  <a:cubicBezTo>
                    <a:pt x="55" y="9"/>
                    <a:pt x="59" y="4"/>
                    <a:pt x="61" y="3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62" y="8"/>
                    <a:pt x="64" y="19"/>
                    <a:pt x="64" y="20"/>
                  </a:cubicBezTo>
                  <a:cubicBezTo>
                    <a:pt x="65" y="22"/>
                    <a:pt x="70" y="22"/>
                    <a:pt x="72" y="21"/>
                  </a:cubicBezTo>
                  <a:cubicBezTo>
                    <a:pt x="75" y="20"/>
                    <a:pt x="82" y="31"/>
                    <a:pt x="82" y="31"/>
                  </a:cubicBezTo>
                  <a:cubicBezTo>
                    <a:pt x="82" y="31"/>
                    <a:pt x="80" y="34"/>
                    <a:pt x="80" y="35"/>
                  </a:cubicBezTo>
                  <a:cubicBezTo>
                    <a:pt x="80" y="36"/>
                    <a:pt x="80" y="43"/>
                    <a:pt x="78" y="43"/>
                  </a:cubicBezTo>
                  <a:cubicBezTo>
                    <a:pt x="77" y="43"/>
                    <a:pt x="89" y="55"/>
                    <a:pt x="89" y="55"/>
                  </a:cubicBezTo>
                  <a:cubicBezTo>
                    <a:pt x="88" y="67"/>
                    <a:pt x="88" y="67"/>
                    <a:pt x="88" y="67"/>
                  </a:cubicBezTo>
                  <a:close/>
                  <a:moveTo>
                    <a:pt x="28" y="53"/>
                  </a:moveTo>
                  <a:cubicBezTo>
                    <a:pt x="27" y="59"/>
                    <a:pt x="28" y="60"/>
                    <a:pt x="29" y="62"/>
                  </a:cubicBezTo>
                  <a:cubicBezTo>
                    <a:pt x="30" y="65"/>
                    <a:pt x="32" y="66"/>
                    <a:pt x="36" y="67"/>
                  </a:cubicBezTo>
                  <a:cubicBezTo>
                    <a:pt x="40" y="68"/>
                    <a:pt x="45" y="67"/>
                    <a:pt x="44" y="71"/>
                  </a:cubicBezTo>
                  <a:cubicBezTo>
                    <a:pt x="43" y="75"/>
                    <a:pt x="41" y="73"/>
                    <a:pt x="38" y="76"/>
                  </a:cubicBezTo>
                  <a:cubicBezTo>
                    <a:pt x="36" y="79"/>
                    <a:pt x="36" y="83"/>
                    <a:pt x="36" y="84"/>
                  </a:cubicBezTo>
                  <a:cubicBezTo>
                    <a:pt x="37" y="85"/>
                    <a:pt x="39" y="90"/>
                    <a:pt x="34" y="90"/>
                  </a:cubicBezTo>
                  <a:cubicBezTo>
                    <a:pt x="29" y="90"/>
                    <a:pt x="24" y="88"/>
                    <a:pt x="24" y="91"/>
                  </a:cubicBezTo>
                  <a:cubicBezTo>
                    <a:pt x="24" y="93"/>
                    <a:pt x="30" y="101"/>
                    <a:pt x="30" y="101"/>
                  </a:cubicBezTo>
                  <a:cubicBezTo>
                    <a:pt x="30" y="101"/>
                    <a:pt x="37" y="98"/>
                    <a:pt x="39" y="94"/>
                  </a:cubicBezTo>
                  <a:cubicBezTo>
                    <a:pt x="41" y="89"/>
                    <a:pt x="49" y="81"/>
                    <a:pt x="50" y="85"/>
                  </a:cubicBezTo>
                  <a:cubicBezTo>
                    <a:pt x="51" y="88"/>
                    <a:pt x="54" y="84"/>
                    <a:pt x="54" y="79"/>
                  </a:cubicBezTo>
                  <a:cubicBezTo>
                    <a:pt x="55" y="73"/>
                    <a:pt x="55" y="72"/>
                    <a:pt x="50" y="67"/>
                  </a:cubicBezTo>
                  <a:cubicBezTo>
                    <a:pt x="45" y="62"/>
                    <a:pt x="49" y="61"/>
                    <a:pt x="43" y="60"/>
                  </a:cubicBezTo>
                  <a:cubicBezTo>
                    <a:pt x="38" y="59"/>
                    <a:pt x="34" y="57"/>
                    <a:pt x="34" y="55"/>
                  </a:cubicBezTo>
                  <a:cubicBezTo>
                    <a:pt x="34" y="53"/>
                    <a:pt x="28" y="53"/>
                    <a:pt x="28" y="53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56" name="Freeform 62">
              <a:extLst>
                <a:ext uri="{FF2B5EF4-FFF2-40B4-BE49-F238E27FC236}">
                  <a16:creationId xmlns:a16="http://schemas.microsoft.com/office/drawing/2014/main" id="{868A5D4D-C75B-404E-8134-091FEE6D5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3311"/>
              <a:ext cx="289" cy="330"/>
            </a:xfrm>
            <a:custGeom>
              <a:avLst/>
              <a:gdLst>
                <a:gd name="T0" fmla="*/ 64 w 289"/>
                <a:gd name="T1" fmla="*/ 32 h 330"/>
                <a:gd name="T2" fmla="*/ 68 w 289"/>
                <a:gd name="T3" fmla="*/ 19 h 330"/>
                <a:gd name="T4" fmla="*/ 68 w 289"/>
                <a:gd name="T5" fmla="*/ 3 h 330"/>
                <a:gd name="T6" fmla="*/ 89 w 289"/>
                <a:gd name="T7" fmla="*/ 5 h 330"/>
                <a:gd name="T8" fmla="*/ 100 w 289"/>
                <a:gd name="T9" fmla="*/ 0 h 330"/>
                <a:gd name="T10" fmla="*/ 110 w 289"/>
                <a:gd name="T11" fmla="*/ 23 h 330"/>
                <a:gd name="T12" fmla="*/ 131 w 289"/>
                <a:gd name="T13" fmla="*/ 25 h 330"/>
                <a:gd name="T14" fmla="*/ 162 w 289"/>
                <a:gd name="T15" fmla="*/ 36 h 330"/>
                <a:gd name="T16" fmla="*/ 183 w 289"/>
                <a:gd name="T17" fmla="*/ 34 h 330"/>
                <a:gd name="T18" fmla="*/ 198 w 289"/>
                <a:gd name="T19" fmla="*/ 42 h 330"/>
                <a:gd name="T20" fmla="*/ 225 w 289"/>
                <a:gd name="T21" fmla="*/ 36 h 330"/>
                <a:gd name="T22" fmla="*/ 287 w 289"/>
                <a:gd name="T23" fmla="*/ 59 h 330"/>
                <a:gd name="T24" fmla="*/ 275 w 289"/>
                <a:gd name="T25" fmla="*/ 80 h 330"/>
                <a:gd name="T26" fmla="*/ 264 w 289"/>
                <a:gd name="T27" fmla="*/ 111 h 330"/>
                <a:gd name="T28" fmla="*/ 218 w 289"/>
                <a:gd name="T29" fmla="*/ 151 h 330"/>
                <a:gd name="T30" fmla="*/ 208 w 289"/>
                <a:gd name="T31" fmla="*/ 180 h 330"/>
                <a:gd name="T32" fmla="*/ 216 w 289"/>
                <a:gd name="T33" fmla="*/ 205 h 330"/>
                <a:gd name="T34" fmla="*/ 214 w 289"/>
                <a:gd name="T35" fmla="*/ 230 h 330"/>
                <a:gd name="T36" fmla="*/ 185 w 289"/>
                <a:gd name="T37" fmla="*/ 244 h 330"/>
                <a:gd name="T38" fmla="*/ 179 w 289"/>
                <a:gd name="T39" fmla="*/ 265 h 330"/>
                <a:gd name="T40" fmla="*/ 154 w 289"/>
                <a:gd name="T41" fmla="*/ 265 h 330"/>
                <a:gd name="T42" fmla="*/ 137 w 289"/>
                <a:gd name="T43" fmla="*/ 288 h 330"/>
                <a:gd name="T44" fmla="*/ 106 w 289"/>
                <a:gd name="T45" fmla="*/ 292 h 330"/>
                <a:gd name="T46" fmla="*/ 87 w 289"/>
                <a:gd name="T47" fmla="*/ 328 h 330"/>
                <a:gd name="T48" fmla="*/ 68 w 289"/>
                <a:gd name="T49" fmla="*/ 328 h 330"/>
                <a:gd name="T50" fmla="*/ 50 w 289"/>
                <a:gd name="T51" fmla="*/ 307 h 330"/>
                <a:gd name="T52" fmla="*/ 31 w 289"/>
                <a:gd name="T53" fmla="*/ 294 h 330"/>
                <a:gd name="T54" fmla="*/ 16 w 289"/>
                <a:gd name="T55" fmla="*/ 273 h 330"/>
                <a:gd name="T56" fmla="*/ 6 w 289"/>
                <a:gd name="T57" fmla="*/ 276 h 330"/>
                <a:gd name="T58" fmla="*/ 0 w 289"/>
                <a:gd name="T59" fmla="*/ 248 h 330"/>
                <a:gd name="T60" fmla="*/ 29 w 289"/>
                <a:gd name="T61" fmla="*/ 213 h 330"/>
                <a:gd name="T62" fmla="*/ 41 w 289"/>
                <a:gd name="T63" fmla="*/ 186 h 330"/>
                <a:gd name="T64" fmla="*/ 31 w 289"/>
                <a:gd name="T65" fmla="*/ 151 h 330"/>
                <a:gd name="T66" fmla="*/ 60 w 289"/>
                <a:gd name="T67" fmla="*/ 142 h 330"/>
                <a:gd name="T68" fmla="*/ 62 w 289"/>
                <a:gd name="T69" fmla="*/ 117 h 330"/>
                <a:gd name="T70" fmla="*/ 66 w 289"/>
                <a:gd name="T71" fmla="*/ 96 h 330"/>
                <a:gd name="T72" fmla="*/ 91 w 289"/>
                <a:gd name="T73" fmla="*/ 61 h 330"/>
                <a:gd name="T74" fmla="*/ 56 w 289"/>
                <a:gd name="T75" fmla="*/ 34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89" h="330">
                  <a:moveTo>
                    <a:pt x="56" y="34"/>
                  </a:moveTo>
                  <a:lnTo>
                    <a:pt x="64" y="32"/>
                  </a:lnTo>
                  <a:lnTo>
                    <a:pt x="68" y="28"/>
                  </a:lnTo>
                  <a:lnTo>
                    <a:pt x="68" y="19"/>
                  </a:lnTo>
                  <a:lnTo>
                    <a:pt x="62" y="15"/>
                  </a:lnTo>
                  <a:lnTo>
                    <a:pt x="68" y="3"/>
                  </a:lnTo>
                  <a:lnTo>
                    <a:pt x="85" y="9"/>
                  </a:lnTo>
                  <a:lnTo>
                    <a:pt x="89" y="5"/>
                  </a:lnTo>
                  <a:lnTo>
                    <a:pt x="93" y="7"/>
                  </a:lnTo>
                  <a:lnTo>
                    <a:pt x="100" y="0"/>
                  </a:lnTo>
                  <a:lnTo>
                    <a:pt x="112" y="9"/>
                  </a:lnTo>
                  <a:lnTo>
                    <a:pt x="110" y="23"/>
                  </a:lnTo>
                  <a:lnTo>
                    <a:pt x="120" y="30"/>
                  </a:lnTo>
                  <a:lnTo>
                    <a:pt x="131" y="25"/>
                  </a:lnTo>
                  <a:lnTo>
                    <a:pt x="152" y="42"/>
                  </a:lnTo>
                  <a:lnTo>
                    <a:pt x="162" y="36"/>
                  </a:lnTo>
                  <a:lnTo>
                    <a:pt x="177" y="44"/>
                  </a:lnTo>
                  <a:lnTo>
                    <a:pt x="183" y="34"/>
                  </a:lnTo>
                  <a:lnTo>
                    <a:pt x="191" y="38"/>
                  </a:lnTo>
                  <a:lnTo>
                    <a:pt x="198" y="42"/>
                  </a:lnTo>
                  <a:lnTo>
                    <a:pt x="208" y="30"/>
                  </a:lnTo>
                  <a:lnTo>
                    <a:pt x="225" y="36"/>
                  </a:lnTo>
                  <a:lnTo>
                    <a:pt x="262" y="57"/>
                  </a:lnTo>
                  <a:lnTo>
                    <a:pt x="287" y="59"/>
                  </a:lnTo>
                  <a:lnTo>
                    <a:pt x="289" y="73"/>
                  </a:lnTo>
                  <a:lnTo>
                    <a:pt x="275" y="80"/>
                  </a:lnTo>
                  <a:lnTo>
                    <a:pt x="275" y="98"/>
                  </a:lnTo>
                  <a:lnTo>
                    <a:pt x="264" y="111"/>
                  </a:lnTo>
                  <a:lnTo>
                    <a:pt x="237" y="151"/>
                  </a:lnTo>
                  <a:lnTo>
                    <a:pt x="218" y="151"/>
                  </a:lnTo>
                  <a:lnTo>
                    <a:pt x="210" y="163"/>
                  </a:lnTo>
                  <a:lnTo>
                    <a:pt x="208" y="180"/>
                  </a:lnTo>
                  <a:lnTo>
                    <a:pt x="216" y="190"/>
                  </a:lnTo>
                  <a:lnTo>
                    <a:pt x="216" y="205"/>
                  </a:lnTo>
                  <a:lnTo>
                    <a:pt x="204" y="217"/>
                  </a:lnTo>
                  <a:lnTo>
                    <a:pt x="214" y="230"/>
                  </a:lnTo>
                  <a:lnTo>
                    <a:pt x="200" y="244"/>
                  </a:lnTo>
                  <a:lnTo>
                    <a:pt x="185" y="244"/>
                  </a:lnTo>
                  <a:lnTo>
                    <a:pt x="170" y="253"/>
                  </a:lnTo>
                  <a:lnTo>
                    <a:pt x="179" y="265"/>
                  </a:lnTo>
                  <a:lnTo>
                    <a:pt x="166" y="276"/>
                  </a:lnTo>
                  <a:lnTo>
                    <a:pt x="154" y="265"/>
                  </a:lnTo>
                  <a:lnTo>
                    <a:pt x="143" y="269"/>
                  </a:lnTo>
                  <a:lnTo>
                    <a:pt x="137" y="288"/>
                  </a:lnTo>
                  <a:lnTo>
                    <a:pt x="127" y="294"/>
                  </a:lnTo>
                  <a:lnTo>
                    <a:pt x="106" y="292"/>
                  </a:lnTo>
                  <a:lnTo>
                    <a:pt x="102" y="311"/>
                  </a:lnTo>
                  <a:lnTo>
                    <a:pt x="87" y="328"/>
                  </a:lnTo>
                  <a:lnTo>
                    <a:pt x="87" y="330"/>
                  </a:lnTo>
                  <a:lnTo>
                    <a:pt x="68" y="328"/>
                  </a:lnTo>
                  <a:lnTo>
                    <a:pt x="62" y="307"/>
                  </a:lnTo>
                  <a:lnTo>
                    <a:pt x="50" y="307"/>
                  </a:lnTo>
                  <a:lnTo>
                    <a:pt x="43" y="292"/>
                  </a:lnTo>
                  <a:lnTo>
                    <a:pt x="31" y="294"/>
                  </a:lnTo>
                  <a:lnTo>
                    <a:pt x="16" y="284"/>
                  </a:lnTo>
                  <a:lnTo>
                    <a:pt x="16" y="273"/>
                  </a:lnTo>
                  <a:lnTo>
                    <a:pt x="8" y="273"/>
                  </a:lnTo>
                  <a:lnTo>
                    <a:pt x="6" y="276"/>
                  </a:lnTo>
                  <a:lnTo>
                    <a:pt x="0" y="261"/>
                  </a:lnTo>
                  <a:lnTo>
                    <a:pt x="0" y="248"/>
                  </a:lnTo>
                  <a:lnTo>
                    <a:pt x="25" y="240"/>
                  </a:lnTo>
                  <a:lnTo>
                    <a:pt x="29" y="213"/>
                  </a:lnTo>
                  <a:lnTo>
                    <a:pt x="31" y="196"/>
                  </a:lnTo>
                  <a:lnTo>
                    <a:pt x="41" y="186"/>
                  </a:lnTo>
                  <a:lnTo>
                    <a:pt x="43" y="153"/>
                  </a:lnTo>
                  <a:lnTo>
                    <a:pt x="31" y="151"/>
                  </a:lnTo>
                  <a:lnTo>
                    <a:pt x="47" y="155"/>
                  </a:lnTo>
                  <a:lnTo>
                    <a:pt x="60" y="142"/>
                  </a:lnTo>
                  <a:lnTo>
                    <a:pt x="62" y="126"/>
                  </a:lnTo>
                  <a:lnTo>
                    <a:pt x="62" y="117"/>
                  </a:lnTo>
                  <a:lnTo>
                    <a:pt x="58" y="109"/>
                  </a:lnTo>
                  <a:lnTo>
                    <a:pt x="66" y="96"/>
                  </a:lnTo>
                  <a:lnTo>
                    <a:pt x="91" y="75"/>
                  </a:lnTo>
                  <a:lnTo>
                    <a:pt x="91" y="61"/>
                  </a:lnTo>
                  <a:lnTo>
                    <a:pt x="79" y="50"/>
                  </a:lnTo>
                  <a:lnTo>
                    <a:pt x="56" y="34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57" name="Freeform 63">
              <a:extLst>
                <a:ext uri="{FF2B5EF4-FFF2-40B4-BE49-F238E27FC236}">
                  <a16:creationId xmlns:a16="http://schemas.microsoft.com/office/drawing/2014/main" id="{FC3486E0-0CEF-0B4F-BEBF-6EA9138AA0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2" y="2276"/>
              <a:ext cx="739" cy="1888"/>
            </a:xfrm>
            <a:custGeom>
              <a:avLst/>
              <a:gdLst>
                <a:gd name="T0" fmla="*/ 94 w 355"/>
                <a:gd name="T1" fmla="*/ 769 h 906"/>
                <a:gd name="T2" fmla="*/ 111 w 355"/>
                <a:gd name="T3" fmla="*/ 813 h 906"/>
                <a:gd name="T4" fmla="*/ 139 w 355"/>
                <a:gd name="T5" fmla="*/ 829 h 906"/>
                <a:gd name="T6" fmla="*/ 142 w 355"/>
                <a:gd name="T7" fmla="*/ 873 h 906"/>
                <a:gd name="T8" fmla="*/ 176 w 355"/>
                <a:gd name="T9" fmla="*/ 896 h 906"/>
                <a:gd name="T10" fmla="*/ 198 w 355"/>
                <a:gd name="T11" fmla="*/ 859 h 906"/>
                <a:gd name="T12" fmla="*/ 233 w 355"/>
                <a:gd name="T13" fmla="*/ 846 h 906"/>
                <a:gd name="T14" fmla="*/ 228 w 355"/>
                <a:gd name="T15" fmla="*/ 816 h 906"/>
                <a:gd name="T16" fmla="*/ 233 w 355"/>
                <a:gd name="T17" fmla="*/ 775 h 906"/>
                <a:gd name="T18" fmla="*/ 240 w 355"/>
                <a:gd name="T19" fmla="*/ 736 h 906"/>
                <a:gd name="T20" fmla="*/ 273 w 355"/>
                <a:gd name="T21" fmla="*/ 717 h 906"/>
                <a:gd name="T22" fmla="*/ 305 w 355"/>
                <a:gd name="T23" fmla="*/ 687 h 906"/>
                <a:gd name="T24" fmla="*/ 329 w 355"/>
                <a:gd name="T25" fmla="*/ 681 h 906"/>
                <a:gd name="T26" fmla="*/ 338 w 355"/>
                <a:gd name="T27" fmla="*/ 649 h 906"/>
                <a:gd name="T28" fmla="*/ 324 w 355"/>
                <a:gd name="T29" fmla="*/ 606 h 906"/>
                <a:gd name="T30" fmla="*/ 342 w 355"/>
                <a:gd name="T31" fmla="*/ 567 h 906"/>
                <a:gd name="T32" fmla="*/ 342 w 355"/>
                <a:gd name="T33" fmla="*/ 521 h 906"/>
                <a:gd name="T34" fmla="*/ 340 w 355"/>
                <a:gd name="T35" fmla="*/ 510 h 906"/>
                <a:gd name="T36" fmla="*/ 318 w 355"/>
                <a:gd name="T37" fmla="*/ 501 h 906"/>
                <a:gd name="T38" fmla="*/ 307 w 355"/>
                <a:gd name="T39" fmla="*/ 454 h 906"/>
                <a:gd name="T40" fmla="*/ 304 w 355"/>
                <a:gd name="T41" fmla="*/ 431 h 906"/>
                <a:gd name="T42" fmla="*/ 291 w 355"/>
                <a:gd name="T43" fmla="*/ 361 h 906"/>
                <a:gd name="T44" fmla="*/ 315 w 355"/>
                <a:gd name="T45" fmla="*/ 335 h 906"/>
                <a:gd name="T46" fmla="*/ 336 w 355"/>
                <a:gd name="T47" fmla="*/ 300 h 906"/>
                <a:gd name="T48" fmla="*/ 313 w 355"/>
                <a:gd name="T49" fmla="*/ 261 h 906"/>
                <a:gd name="T50" fmla="*/ 296 w 355"/>
                <a:gd name="T51" fmla="*/ 220 h 906"/>
                <a:gd name="T52" fmla="*/ 269 w 355"/>
                <a:gd name="T53" fmla="*/ 248 h 906"/>
                <a:gd name="T54" fmla="*/ 284 w 355"/>
                <a:gd name="T55" fmla="*/ 210 h 906"/>
                <a:gd name="T56" fmla="*/ 298 w 355"/>
                <a:gd name="T57" fmla="*/ 150 h 906"/>
                <a:gd name="T58" fmla="*/ 238 w 355"/>
                <a:gd name="T59" fmla="*/ 145 h 906"/>
                <a:gd name="T60" fmla="*/ 196 w 355"/>
                <a:gd name="T61" fmla="*/ 138 h 906"/>
                <a:gd name="T62" fmla="*/ 159 w 355"/>
                <a:gd name="T63" fmla="*/ 172 h 906"/>
                <a:gd name="T64" fmla="*/ 91 w 355"/>
                <a:gd name="T65" fmla="*/ 213 h 906"/>
                <a:gd name="T66" fmla="*/ 63 w 355"/>
                <a:gd name="T67" fmla="*/ 250 h 906"/>
                <a:gd name="T68" fmla="*/ 48 w 355"/>
                <a:gd name="T69" fmla="*/ 330 h 906"/>
                <a:gd name="T70" fmla="*/ 47 w 355"/>
                <a:gd name="T71" fmla="*/ 309 h 906"/>
                <a:gd name="T72" fmla="*/ 22 w 355"/>
                <a:gd name="T73" fmla="*/ 304 h 906"/>
                <a:gd name="T74" fmla="*/ 21 w 355"/>
                <a:gd name="T75" fmla="*/ 348 h 906"/>
                <a:gd name="T76" fmla="*/ 15 w 355"/>
                <a:gd name="T77" fmla="*/ 382 h 906"/>
                <a:gd name="T78" fmla="*/ 33 w 355"/>
                <a:gd name="T79" fmla="*/ 388 h 906"/>
                <a:gd name="T80" fmla="*/ 24 w 355"/>
                <a:gd name="T81" fmla="*/ 426 h 906"/>
                <a:gd name="T82" fmla="*/ 34 w 355"/>
                <a:gd name="T83" fmla="*/ 458 h 906"/>
                <a:gd name="T84" fmla="*/ 35 w 355"/>
                <a:gd name="T85" fmla="*/ 492 h 906"/>
                <a:gd name="T86" fmla="*/ 53 w 355"/>
                <a:gd name="T87" fmla="*/ 520 h 906"/>
                <a:gd name="T88" fmla="*/ 51 w 355"/>
                <a:gd name="T89" fmla="*/ 559 h 906"/>
                <a:gd name="T90" fmla="*/ 41 w 355"/>
                <a:gd name="T91" fmla="*/ 608 h 906"/>
                <a:gd name="T92" fmla="*/ 35 w 355"/>
                <a:gd name="T93" fmla="*/ 660 h 906"/>
                <a:gd name="T94" fmla="*/ 84 w 355"/>
                <a:gd name="T95" fmla="*/ 689 h 906"/>
                <a:gd name="T96" fmla="*/ 99 w 355"/>
                <a:gd name="T97" fmla="*/ 726 h 906"/>
                <a:gd name="T98" fmla="*/ 188 w 355"/>
                <a:gd name="T99" fmla="*/ 63 h 906"/>
                <a:gd name="T100" fmla="*/ 216 w 355"/>
                <a:gd name="T101" fmla="*/ 87 h 906"/>
                <a:gd name="T102" fmla="*/ 138 w 355"/>
                <a:gd name="T103" fmla="*/ 50 h 906"/>
                <a:gd name="T104" fmla="*/ 130 w 355"/>
                <a:gd name="T105" fmla="*/ 16 h 906"/>
                <a:gd name="T106" fmla="*/ 145 w 355"/>
                <a:gd name="T107" fmla="*/ 40 h 906"/>
                <a:gd name="T108" fmla="*/ 178 w 355"/>
                <a:gd name="T109" fmla="*/ 76 h 906"/>
                <a:gd name="T110" fmla="*/ 138 w 355"/>
                <a:gd name="T111" fmla="*/ 50 h 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55" h="906">
                  <a:moveTo>
                    <a:pt x="0" y="326"/>
                  </a:moveTo>
                  <a:cubicBezTo>
                    <a:pt x="0" y="326"/>
                    <a:pt x="0" y="326"/>
                    <a:pt x="0" y="326"/>
                  </a:cubicBezTo>
                  <a:cubicBezTo>
                    <a:pt x="0" y="326"/>
                    <a:pt x="0" y="326"/>
                    <a:pt x="0" y="326"/>
                  </a:cubicBezTo>
                  <a:cubicBezTo>
                    <a:pt x="0" y="326"/>
                    <a:pt x="0" y="326"/>
                    <a:pt x="0" y="326"/>
                  </a:cubicBezTo>
                  <a:close/>
                  <a:moveTo>
                    <a:pt x="93" y="758"/>
                  </a:moveTo>
                  <a:cubicBezTo>
                    <a:pt x="94" y="769"/>
                    <a:pt x="94" y="769"/>
                    <a:pt x="94" y="769"/>
                  </a:cubicBezTo>
                  <a:cubicBezTo>
                    <a:pt x="101" y="775"/>
                    <a:pt x="101" y="775"/>
                    <a:pt x="101" y="775"/>
                  </a:cubicBezTo>
                  <a:cubicBezTo>
                    <a:pt x="105" y="781"/>
                    <a:pt x="105" y="781"/>
                    <a:pt x="105" y="781"/>
                  </a:cubicBezTo>
                  <a:cubicBezTo>
                    <a:pt x="105" y="792"/>
                    <a:pt x="105" y="792"/>
                    <a:pt x="105" y="792"/>
                  </a:cubicBezTo>
                  <a:cubicBezTo>
                    <a:pt x="97" y="799"/>
                    <a:pt x="97" y="799"/>
                    <a:pt x="97" y="799"/>
                  </a:cubicBezTo>
                  <a:cubicBezTo>
                    <a:pt x="105" y="813"/>
                    <a:pt x="105" y="813"/>
                    <a:pt x="105" y="813"/>
                  </a:cubicBezTo>
                  <a:cubicBezTo>
                    <a:pt x="111" y="813"/>
                    <a:pt x="111" y="813"/>
                    <a:pt x="111" y="813"/>
                  </a:cubicBezTo>
                  <a:cubicBezTo>
                    <a:pt x="115" y="810"/>
                    <a:pt x="115" y="810"/>
                    <a:pt x="115" y="810"/>
                  </a:cubicBezTo>
                  <a:cubicBezTo>
                    <a:pt x="128" y="813"/>
                    <a:pt x="128" y="813"/>
                    <a:pt x="128" y="813"/>
                  </a:cubicBezTo>
                  <a:cubicBezTo>
                    <a:pt x="132" y="811"/>
                    <a:pt x="132" y="811"/>
                    <a:pt x="132" y="811"/>
                  </a:cubicBezTo>
                  <a:cubicBezTo>
                    <a:pt x="135" y="816"/>
                    <a:pt x="135" y="816"/>
                    <a:pt x="135" y="816"/>
                  </a:cubicBezTo>
                  <a:cubicBezTo>
                    <a:pt x="132" y="822"/>
                    <a:pt x="132" y="822"/>
                    <a:pt x="132" y="822"/>
                  </a:cubicBezTo>
                  <a:cubicBezTo>
                    <a:pt x="139" y="829"/>
                    <a:pt x="139" y="829"/>
                    <a:pt x="139" y="829"/>
                  </a:cubicBezTo>
                  <a:cubicBezTo>
                    <a:pt x="139" y="838"/>
                    <a:pt x="139" y="838"/>
                    <a:pt x="139" y="838"/>
                  </a:cubicBezTo>
                  <a:cubicBezTo>
                    <a:pt x="148" y="845"/>
                    <a:pt x="148" y="845"/>
                    <a:pt x="148" y="845"/>
                  </a:cubicBezTo>
                  <a:cubicBezTo>
                    <a:pt x="147" y="854"/>
                    <a:pt x="147" y="854"/>
                    <a:pt x="147" y="854"/>
                  </a:cubicBezTo>
                  <a:cubicBezTo>
                    <a:pt x="150" y="860"/>
                    <a:pt x="150" y="860"/>
                    <a:pt x="150" y="860"/>
                  </a:cubicBezTo>
                  <a:cubicBezTo>
                    <a:pt x="141" y="868"/>
                    <a:pt x="141" y="868"/>
                    <a:pt x="141" y="868"/>
                  </a:cubicBezTo>
                  <a:cubicBezTo>
                    <a:pt x="142" y="873"/>
                    <a:pt x="142" y="873"/>
                    <a:pt x="142" y="873"/>
                  </a:cubicBezTo>
                  <a:cubicBezTo>
                    <a:pt x="130" y="884"/>
                    <a:pt x="130" y="884"/>
                    <a:pt x="130" y="884"/>
                  </a:cubicBezTo>
                  <a:cubicBezTo>
                    <a:pt x="125" y="898"/>
                    <a:pt x="125" y="898"/>
                    <a:pt x="125" y="898"/>
                  </a:cubicBezTo>
                  <a:cubicBezTo>
                    <a:pt x="137" y="905"/>
                    <a:pt x="137" y="905"/>
                    <a:pt x="137" y="905"/>
                  </a:cubicBezTo>
                  <a:cubicBezTo>
                    <a:pt x="151" y="906"/>
                    <a:pt x="151" y="906"/>
                    <a:pt x="151" y="906"/>
                  </a:cubicBezTo>
                  <a:cubicBezTo>
                    <a:pt x="164" y="905"/>
                    <a:pt x="164" y="905"/>
                    <a:pt x="164" y="905"/>
                  </a:cubicBezTo>
                  <a:cubicBezTo>
                    <a:pt x="176" y="896"/>
                    <a:pt x="176" y="896"/>
                    <a:pt x="176" y="896"/>
                  </a:cubicBezTo>
                  <a:cubicBezTo>
                    <a:pt x="183" y="896"/>
                    <a:pt x="183" y="896"/>
                    <a:pt x="183" y="896"/>
                  </a:cubicBezTo>
                  <a:cubicBezTo>
                    <a:pt x="183" y="886"/>
                    <a:pt x="183" y="886"/>
                    <a:pt x="183" y="886"/>
                  </a:cubicBezTo>
                  <a:cubicBezTo>
                    <a:pt x="189" y="881"/>
                    <a:pt x="189" y="881"/>
                    <a:pt x="189" y="881"/>
                  </a:cubicBezTo>
                  <a:cubicBezTo>
                    <a:pt x="188" y="875"/>
                    <a:pt x="188" y="875"/>
                    <a:pt x="188" y="875"/>
                  </a:cubicBezTo>
                  <a:cubicBezTo>
                    <a:pt x="196" y="872"/>
                    <a:pt x="196" y="872"/>
                    <a:pt x="196" y="872"/>
                  </a:cubicBezTo>
                  <a:cubicBezTo>
                    <a:pt x="198" y="859"/>
                    <a:pt x="198" y="859"/>
                    <a:pt x="198" y="859"/>
                  </a:cubicBezTo>
                  <a:cubicBezTo>
                    <a:pt x="206" y="857"/>
                    <a:pt x="206" y="857"/>
                    <a:pt x="206" y="857"/>
                  </a:cubicBezTo>
                  <a:cubicBezTo>
                    <a:pt x="212" y="857"/>
                    <a:pt x="212" y="857"/>
                    <a:pt x="212" y="857"/>
                  </a:cubicBezTo>
                  <a:cubicBezTo>
                    <a:pt x="215" y="854"/>
                    <a:pt x="215" y="854"/>
                    <a:pt x="215" y="854"/>
                  </a:cubicBezTo>
                  <a:cubicBezTo>
                    <a:pt x="225" y="852"/>
                    <a:pt x="225" y="852"/>
                    <a:pt x="225" y="852"/>
                  </a:cubicBezTo>
                  <a:cubicBezTo>
                    <a:pt x="231" y="850"/>
                    <a:pt x="231" y="850"/>
                    <a:pt x="231" y="850"/>
                  </a:cubicBezTo>
                  <a:cubicBezTo>
                    <a:pt x="233" y="846"/>
                    <a:pt x="233" y="846"/>
                    <a:pt x="233" y="846"/>
                  </a:cubicBezTo>
                  <a:cubicBezTo>
                    <a:pt x="214" y="836"/>
                    <a:pt x="214" y="836"/>
                    <a:pt x="214" y="836"/>
                  </a:cubicBezTo>
                  <a:cubicBezTo>
                    <a:pt x="212" y="827"/>
                    <a:pt x="212" y="827"/>
                    <a:pt x="212" y="827"/>
                  </a:cubicBezTo>
                  <a:cubicBezTo>
                    <a:pt x="216" y="825"/>
                    <a:pt x="216" y="825"/>
                    <a:pt x="216" y="825"/>
                  </a:cubicBezTo>
                  <a:cubicBezTo>
                    <a:pt x="221" y="822"/>
                    <a:pt x="221" y="822"/>
                    <a:pt x="221" y="822"/>
                  </a:cubicBezTo>
                  <a:cubicBezTo>
                    <a:pt x="228" y="821"/>
                    <a:pt x="228" y="821"/>
                    <a:pt x="228" y="821"/>
                  </a:cubicBezTo>
                  <a:cubicBezTo>
                    <a:pt x="228" y="816"/>
                    <a:pt x="228" y="816"/>
                    <a:pt x="228" y="816"/>
                  </a:cubicBezTo>
                  <a:cubicBezTo>
                    <a:pt x="230" y="812"/>
                    <a:pt x="230" y="812"/>
                    <a:pt x="230" y="812"/>
                  </a:cubicBezTo>
                  <a:cubicBezTo>
                    <a:pt x="228" y="801"/>
                    <a:pt x="228" y="801"/>
                    <a:pt x="228" y="801"/>
                  </a:cubicBezTo>
                  <a:cubicBezTo>
                    <a:pt x="231" y="794"/>
                    <a:pt x="231" y="794"/>
                    <a:pt x="231" y="794"/>
                  </a:cubicBezTo>
                  <a:cubicBezTo>
                    <a:pt x="226" y="786"/>
                    <a:pt x="226" y="786"/>
                    <a:pt x="226" y="786"/>
                  </a:cubicBezTo>
                  <a:cubicBezTo>
                    <a:pt x="228" y="776"/>
                    <a:pt x="228" y="776"/>
                    <a:pt x="228" y="776"/>
                  </a:cubicBezTo>
                  <a:cubicBezTo>
                    <a:pt x="233" y="775"/>
                    <a:pt x="233" y="775"/>
                    <a:pt x="233" y="775"/>
                  </a:cubicBezTo>
                  <a:cubicBezTo>
                    <a:pt x="238" y="771"/>
                    <a:pt x="238" y="771"/>
                    <a:pt x="238" y="771"/>
                  </a:cubicBezTo>
                  <a:cubicBezTo>
                    <a:pt x="244" y="765"/>
                    <a:pt x="244" y="765"/>
                    <a:pt x="244" y="765"/>
                  </a:cubicBezTo>
                  <a:cubicBezTo>
                    <a:pt x="242" y="755"/>
                    <a:pt x="242" y="755"/>
                    <a:pt x="242" y="755"/>
                  </a:cubicBezTo>
                  <a:cubicBezTo>
                    <a:pt x="236" y="747"/>
                    <a:pt x="236" y="747"/>
                    <a:pt x="236" y="747"/>
                  </a:cubicBezTo>
                  <a:cubicBezTo>
                    <a:pt x="235" y="740"/>
                    <a:pt x="235" y="740"/>
                    <a:pt x="235" y="740"/>
                  </a:cubicBezTo>
                  <a:cubicBezTo>
                    <a:pt x="240" y="736"/>
                    <a:pt x="240" y="736"/>
                    <a:pt x="240" y="736"/>
                  </a:cubicBezTo>
                  <a:cubicBezTo>
                    <a:pt x="241" y="726"/>
                    <a:pt x="241" y="726"/>
                    <a:pt x="241" y="726"/>
                  </a:cubicBezTo>
                  <a:cubicBezTo>
                    <a:pt x="248" y="725"/>
                    <a:pt x="248" y="725"/>
                    <a:pt x="248" y="725"/>
                  </a:cubicBezTo>
                  <a:cubicBezTo>
                    <a:pt x="259" y="724"/>
                    <a:pt x="259" y="724"/>
                    <a:pt x="259" y="724"/>
                  </a:cubicBezTo>
                  <a:cubicBezTo>
                    <a:pt x="265" y="716"/>
                    <a:pt x="265" y="716"/>
                    <a:pt x="265" y="716"/>
                  </a:cubicBezTo>
                  <a:cubicBezTo>
                    <a:pt x="268" y="713"/>
                    <a:pt x="268" y="713"/>
                    <a:pt x="268" y="713"/>
                  </a:cubicBezTo>
                  <a:cubicBezTo>
                    <a:pt x="273" y="717"/>
                    <a:pt x="273" y="717"/>
                    <a:pt x="273" y="717"/>
                  </a:cubicBezTo>
                  <a:cubicBezTo>
                    <a:pt x="279" y="727"/>
                    <a:pt x="279" y="727"/>
                    <a:pt x="279" y="727"/>
                  </a:cubicBezTo>
                  <a:cubicBezTo>
                    <a:pt x="286" y="731"/>
                    <a:pt x="286" y="731"/>
                    <a:pt x="286" y="731"/>
                  </a:cubicBezTo>
                  <a:cubicBezTo>
                    <a:pt x="288" y="726"/>
                    <a:pt x="288" y="726"/>
                    <a:pt x="288" y="726"/>
                  </a:cubicBezTo>
                  <a:cubicBezTo>
                    <a:pt x="285" y="720"/>
                    <a:pt x="285" y="720"/>
                    <a:pt x="285" y="720"/>
                  </a:cubicBezTo>
                  <a:cubicBezTo>
                    <a:pt x="289" y="706"/>
                    <a:pt x="289" y="706"/>
                    <a:pt x="289" y="706"/>
                  </a:cubicBezTo>
                  <a:cubicBezTo>
                    <a:pt x="305" y="687"/>
                    <a:pt x="305" y="687"/>
                    <a:pt x="305" y="687"/>
                  </a:cubicBezTo>
                  <a:cubicBezTo>
                    <a:pt x="303" y="678"/>
                    <a:pt x="303" y="678"/>
                    <a:pt x="303" y="678"/>
                  </a:cubicBezTo>
                  <a:cubicBezTo>
                    <a:pt x="307" y="673"/>
                    <a:pt x="307" y="673"/>
                    <a:pt x="307" y="673"/>
                  </a:cubicBezTo>
                  <a:cubicBezTo>
                    <a:pt x="313" y="671"/>
                    <a:pt x="313" y="671"/>
                    <a:pt x="313" y="671"/>
                  </a:cubicBezTo>
                  <a:cubicBezTo>
                    <a:pt x="318" y="677"/>
                    <a:pt x="318" y="677"/>
                    <a:pt x="318" y="677"/>
                  </a:cubicBezTo>
                  <a:cubicBezTo>
                    <a:pt x="325" y="678"/>
                    <a:pt x="325" y="678"/>
                    <a:pt x="325" y="678"/>
                  </a:cubicBezTo>
                  <a:cubicBezTo>
                    <a:pt x="329" y="681"/>
                    <a:pt x="329" y="681"/>
                    <a:pt x="329" y="681"/>
                  </a:cubicBezTo>
                  <a:cubicBezTo>
                    <a:pt x="337" y="682"/>
                    <a:pt x="337" y="682"/>
                    <a:pt x="337" y="682"/>
                  </a:cubicBezTo>
                  <a:cubicBezTo>
                    <a:pt x="341" y="676"/>
                    <a:pt x="341" y="676"/>
                    <a:pt x="341" y="676"/>
                  </a:cubicBezTo>
                  <a:cubicBezTo>
                    <a:pt x="347" y="670"/>
                    <a:pt x="347" y="670"/>
                    <a:pt x="347" y="670"/>
                  </a:cubicBezTo>
                  <a:cubicBezTo>
                    <a:pt x="344" y="657"/>
                    <a:pt x="344" y="657"/>
                    <a:pt x="344" y="657"/>
                  </a:cubicBezTo>
                  <a:cubicBezTo>
                    <a:pt x="338" y="656"/>
                    <a:pt x="338" y="656"/>
                    <a:pt x="338" y="656"/>
                  </a:cubicBezTo>
                  <a:cubicBezTo>
                    <a:pt x="338" y="649"/>
                    <a:pt x="338" y="649"/>
                    <a:pt x="338" y="649"/>
                  </a:cubicBezTo>
                  <a:cubicBezTo>
                    <a:pt x="343" y="647"/>
                    <a:pt x="343" y="647"/>
                    <a:pt x="343" y="647"/>
                  </a:cubicBezTo>
                  <a:cubicBezTo>
                    <a:pt x="339" y="634"/>
                    <a:pt x="339" y="634"/>
                    <a:pt x="339" y="634"/>
                  </a:cubicBezTo>
                  <a:cubicBezTo>
                    <a:pt x="333" y="635"/>
                    <a:pt x="333" y="635"/>
                    <a:pt x="333" y="635"/>
                  </a:cubicBezTo>
                  <a:cubicBezTo>
                    <a:pt x="323" y="628"/>
                    <a:pt x="323" y="628"/>
                    <a:pt x="323" y="628"/>
                  </a:cubicBezTo>
                  <a:cubicBezTo>
                    <a:pt x="325" y="619"/>
                    <a:pt x="325" y="619"/>
                    <a:pt x="325" y="619"/>
                  </a:cubicBezTo>
                  <a:cubicBezTo>
                    <a:pt x="324" y="606"/>
                    <a:pt x="324" y="606"/>
                    <a:pt x="324" y="606"/>
                  </a:cubicBezTo>
                  <a:cubicBezTo>
                    <a:pt x="333" y="599"/>
                    <a:pt x="333" y="599"/>
                    <a:pt x="333" y="599"/>
                  </a:cubicBezTo>
                  <a:cubicBezTo>
                    <a:pt x="337" y="594"/>
                    <a:pt x="337" y="594"/>
                    <a:pt x="337" y="594"/>
                  </a:cubicBezTo>
                  <a:cubicBezTo>
                    <a:pt x="337" y="584"/>
                    <a:pt x="337" y="584"/>
                    <a:pt x="337" y="584"/>
                  </a:cubicBezTo>
                  <a:cubicBezTo>
                    <a:pt x="343" y="578"/>
                    <a:pt x="343" y="578"/>
                    <a:pt x="343" y="578"/>
                  </a:cubicBezTo>
                  <a:cubicBezTo>
                    <a:pt x="340" y="572"/>
                    <a:pt x="340" y="572"/>
                    <a:pt x="340" y="572"/>
                  </a:cubicBezTo>
                  <a:cubicBezTo>
                    <a:pt x="342" y="567"/>
                    <a:pt x="342" y="567"/>
                    <a:pt x="342" y="567"/>
                  </a:cubicBezTo>
                  <a:cubicBezTo>
                    <a:pt x="333" y="557"/>
                    <a:pt x="333" y="557"/>
                    <a:pt x="333" y="557"/>
                  </a:cubicBezTo>
                  <a:cubicBezTo>
                    <a:pt x="333" y="550"/>
                    <a:pt x="333" y="550"/>
                    <a:pt x="333" y="550"/>
                  </a:cubicBezTo>
                  <a:cubicBezTo>
                    <a:pt x="334" y="543"/>
                    <a:pt x="334" y="543"/>
                    <a:pt x="334" y="543"/>
                  </a:cubicBezTo>
                  <a:cubicBezTo>
                    <a:pt x="331" y="536"/>
                    <a:pt x="331" y="536"/>
                    <a:pt x="331" y="536"/>
                  </a:cubicBezTo>
                  <a:cubicBezTo>
                    <a:pt x="332" y="528"/>
                    <a:pt x="332" y="528"/>
                    <a:pt x="332" y="528"/>
                  </a:cubicBezTo>
                  <a:cubicBezTo>
                    <a:pt x="342" y="521"/>
                    <a:pt x="342" y="521"/>
                    <a:pt x="342" y="521"/>
                  </a:cubicBezTo>
                  <a:cubicBezTo>
                    <a:pt x="348" y="520"/>
                    <a:pt x="348" y="520"/>
                    <a:pt x="348" y="520"/>
                  </a:cubicBezTo>
                  <a:cubicBezTo>
                    <a:pt x="355" y="515"/>
                    <a:pt x="355" y="515"/>
                    <a:pt x="355" y="515"/>
                  </a:cubicBezTo>
                  <a:cubicBezTo>
                    <a:pt x="354" y="509"/>
                    <a:pt x="354" y="509"/>
                    <a:pt x="354" y="509"/>
                  </a:cubicBezTo>
                  <a:cubicBezTo>
                    <a:pt x="350" y="509"/>
                    <a:pt x="350" y="509"/>
                    <a:pt x="350" y="509"/>
                  </a:cubicBezTo>
                  <a:cubicBezTo>
                    <a:pt x="346" y="512"/>
                    <a:pt x="346" y="512"/>
                    <a:pt x="346" y="512"/>
                  </a:cubicBezTo>
                  <a:cubicBezTo>
                    <a:pt x="340" y="510"/>
                    <a:pt x="340" y="510"/>
                    <a:pt x="340" y="510"/>
                  </a:cubicBezTo>
                  <a:cubicBezTo>
                    <a:pt x="335" y="513"/>
                    <a:pt x="335" y="513"/>
                    <a:pt x="335" y="513"/>
                  </a:cubicBezTo>
                  <a:cubicBezTo>
                    <a:pt x="331" y="510"/>
                    <a:pt x="331" y="510"/>
                    <a:pt x="331" y="510"/>
                  </a:cubicBezTo>
                  <a:cubicBezTo>
                    <a:pt x="324" y="513"/>
                    <a:pt x="324" y="513"/>
                    <a:pt x="324" y="513"/>
                  </a:cubicBezTo>
                  <a:cubicBezTo>
                    <a:pt x="317" y="512"/>
                    <a:pt x="317" y="512"/>
                    <a:pt x="317" y="512"/>
                  </a:cubicBezTo>
                  <a:cubicBezTo>
                    <a:pt x="317" y="503"/>
                    <a:pt x="317" y="503"/>
                    <a:pt x="317" y="503"/>
                  </a:cubicBezTo>
                  <a:cubicBezTo>
                    <a:pt x="318" y="501"/>
                    <a:pt x="318" y="501"/>
                    <a:pt x="318" y="501"/>
                  </a:cubicBezTo>
                  <a:cubicBezTo>
                    <a:pt x="318" y="494"/>
                    <a:pt x="318" y="494"/>
                    <a:pt x="318" y="494"/>
                  </a:cubicBezTo>
                  <a:cubicBezTo>
                    <a:pt x="322" y="480"/>
                    <a:pt x="322" y="480"/>
                    <a:pt x="322" y="480"/>
                  </a:cubicBezTo>
                  <a:cubicBezTo>
                    <a:pt x="315" y="472"/>
                    <a:pt x="315" y="472"/>
                    <a:pt x="315" y="472"/>
                  </a:cubicBezTo>
                  <a:cubicBezTo>
                    <a:pt x="314" y="463"/>
                    <a:pt x="314" y="463"/>
                    <a:pt x="314" y="463"/>
                  </a:cubicBezTo>
                  <a:cubicBezTo>
                    <a:pt x="308" y="459"/>
                    <a:pt x="308" y="459"/>
                    <a:pt x="308" y="459"/>
                  </a:cubicBezTo>
                  <a:cubicBezTo>
                    <a:pt x="307" y="454"/>
                    <a:pt x="307" y="454"/>
                    <a:pt x="307" y="454"/>
                  </a:cubicBezTo>
                  <a:cubicBezTo>
                    <a:pt x="310" y="451"/>
                    <a:pt x="310" y="451"/>
                    <a:pt x="310" y="451"/>
                  </a:cubicBezTo>
                  <a:cubicBezTo>
                    <a:pt x="307" y="447"/>
                    <a:pt x="307" y="447"/>
                    <a:pt x="307" y="447"/>
                  </a:cubicBezTo>
                  <a:cubicBezTo>
                    <a:pt x="307" y="442"/>
                    <a:pt x="307" y="442"/>
                    <a:pt x="307" y="442"/>
                  </a:cubicBezTo>
                  <a:cubicBezTo>
                    <a:pt x="298" y="442"/>
                    <a:pt x="298" y="442"/>
                    <a:pt x="298" y="442"/>
                  </a:cubicBezTo>
                  <a:cubicBezTo>
                    <a:pt x="297" y="438"/>
                    <a:pt x="297" y="438"/>
                    <a:pt x="297" y="438"/>
                  </a:cubicBezTo>
                  <a:cubicBezTo>
                    <a:pt x="304" y="431"/>
                    <a:pt x="304" y="431"/>
                    <a:pt x="304" y="431"/>
                  </a:cubicBezTo>
                  <a:cubicBezTo>
                    <a:pt x="309" y="429"/>
                    <a:pt x="309" y="429"/>
                    <a:pt x="309" y="429"/>
                  </a:cubicBezTo>
                  <a:cubicBezTo>
                    <a:pt x="305" y="400"/>
                    <a:pt x="305" y="400"/>
                    <a:pt x="305" y="400"/>
                  </a:cubicBezTo>
                  <a:cubicBezTo>
                    <a:pt x="301" y="390"/>
                    <a:pt x="301" y="390"/>
                    <a:pt x="301" y="390"/>
                  </a:cubicBezTo>
                  <a:cubicBezTo>
                    <a:pt x="299" y="379"/>
                    <a:pt x="299" y="379"/>
                    <a:pt x="299" y="379"/>
                  </a:cubicBezTo>
                  <a:cubicBezTo>
                    <a:pt x="290" y="367"/>
                    <a:pt x="290" y="367"/>
                    <a:pt x="290" y="367"/>
                  </a:cubicBezTo>
                  <a:cubicBezTo>
                    <a:pt x="291" y="361"/>
                    <a:pt x="291" y="361"/>
                    <a:pt x="291" y="361"/>
                  </a:cubicBezTo>
                  <a:cubicBezTo>
                    <a:pt x="295" y="360"/>
                    <a:pt x="295" y="360"/>
                    <a:pt x="295" y="360"/>
                  </a:cubicBezTo>
                  <a:cubicBezTo>
                    <a:pt x="304" y="347"/>
                    <a:pt x="304" y="347"/>
                    <a:pt x="304" y="347"/>
                  </a:cubicBezTo>
                  <a:cubicBezTo>
                    <a:pt x="311" y="349"/>
                    <a:pt x="311" y="349"/>
                    <a:pt x="311" y="349"/>
                  </a:cubicBezTo>
                  <a:cubicBezTo>
                    <a:pt x="316" y="349"/>
                    <a:pt x="316" y="349"/>
                    <a:pt x="316" y="349"/>
                  </a:cubicBezTo>
                  <a:cubicBezTo>
                    <a:pt x="319" y="340"/>
                    <a:pt x="319" y="340"/>
                    <a:pt x="319" y="340"/>
                  </a:cubicBezTo>
                  <a:cubicBezTo>
                    <a:pt x="315" y="335"/>
                    <a:pt x="315" y="335"/>
                    <a:pt x="315" y="335"/>
                  </a:cubicBezTo>
                  <a:cubicBezTo>
                    <a:pt x="317" y="327"/>
                    <a:pt x="317" y="327"/>
                    <a:pt x="317" y="327"/>
                  </a:cubicBezTo>
                  <a:cubicBezTo>
                    <a:pt x="321" y="327"/>
                    <a:pt x="321" y="327"/>
                    <a:pt x="321" y="327"/>
                  </a:cubicBezTo>
                  <a:cubicBezTo>
                    <a:pt x="321" y="316"/>
                    <a:pt x="321" y="316"/>
                    <a:pt x="321" y="316"/>
                  </a:cubicBezTo>
                  <a:cubicBezTo>
                    <a:pt x="332" y="305"/>
                    <a:pt x="332" y="305"/>
                    <a:pt x="332" y="305"/>
                  </a:cubicBezTo>
                  <a:cubicBezTo>
                    <a:pt x="333" y="300"/>
                    <a:pt x="333" y="300"/>
                    <a:pt x="333" y="300"/>
                  </a:cubicBezTo>
                  <a:cubicBezTo>
                    <a:pt x="336" y="300"/>
                    <a:pt x="336" y="300"/>
                    <a:pt x="336" y="300"/>
                  </a:cubicBezTo>
                  <a:cubicBezTo>
                    <a:pt x="337" y="291"/>
                    <a:pt x="337" y="291"/>
                    <a:pt x="337" y="291"/>
                  </a:cubicBezTo>
                  <a:cubicBezTo>
                    <a:pt x="330" y="293"/>
                    <a:pt x="330" y="293"/>
                    <a:pt x="330" y="293"/>
                  </a:cubicBezTo>
                  <a:cubicBezTo>
                    <a:pt x="327" y="285"/>
                    <a:pt x="327" y="285"/>
                    <a:pt x="327" y="285"/>
                  </a:cubicBezTo>
                  <a:cubicBezTo>
                    <a:pt x="325" y="275"/>
                    <a:pt x="325" y="275"/>
                    <a:pt x="325" y="275"/>
                  </a:cubicBezTo>
                  <a:cubicBezTo>
                    <a:pt x="314" y="265"/>
                    <a:pt x="314" y="265"/>
                    <a:pt x="314" y="265"/>
                  </a:cubicBezTo>
                  <a:cubicBezTo>
                    <a:pt x="313" y="261"/>
                    <a:pt x="313" y="261"/>
                    <a:pt x="313" y="261"/>
                  </a:cubicBezTo>
                  <a:cubicBezTo>
                    <a:pt x="306" y="260"/>
                    <a:pt x="306" y="260"/>
                    <a:pt x="306" y="260"/>
                  </a:cubicBezTo>
                  <a:cubicBezTo>
                    <a:pt x="303" y="254"/>
                    <a:pt x="303" y="254"/>
                    <a:pt x="303" y="254"/>
                  </a:cubicBezTo>
                  <a:cubicBezTo>
                    <a:pt x="304" y="245"/>
                    <a:pt x="304" y="245"/>
                    <a:pt x="304" y="245"/>
                  </a:cubicBezTo>
                  <a:cubicBezTo>
                    <a:pt x="297" y="236"/>
                    <a:pt x="297" y="236"/>
                    <a:pt x="297" y="236"/>
                  </a:cubicBezTo>
                  <a:cubicBezTo>
                    <a:pt x="301" y="229"/>
                    <a:pt x="301" y="229"/>
                    <a:pt x="301" y="229"/>
                  </a:cubicBezTo>
                  <a:cubicBezTo>
                    <a:pt x="296" y="220"/>
                    <a:pt x="296" y="220"/>
                    <a:pt x="296" y="220"/>
                  </a:cubicBezTo>
                  <a:cubicBezTo>
                    <a:pt x="294" y="216"/>
                    <a:pt x="294" y="216"/>
                    <a:pt x="294" y="216"/>
                  </a:cubicBezTo>
                  <a:cubicBezTo>
                    <a:pt x="291" y="218"/>
                    <a:pt x="287" y="217"/>
                    <a:pt x="286" y="219"/>
                  </a:cubicBezTo>
                  <a:cubicBezTo>
                    <a:pt x="285" y="221"/>
                    <a:pt x="285" y="227"/>
                    <a:pt x="288" y="228"/>
                  </a:cubicBezTo>
                  <a:cubicBezTo>
                    <a:pt x="290" y="228"/>
                    <a:pt x="296" y="226"/>
                    <a:pt x="293" y="230"/>
                  </a:cubicBezTo>
                  <a:cubicBezTo>
                    <a:pt x="290" y="233"/>
                    <a:pt x="282" y="240"/>
                    <a:pt x="279" y="241"/>
                  </a:cubicBezTo>
                  <a:cubicBezTo>
                    <a:pt x="276" y="243"/>
                    <a:pt x="273" y="245"/>
                    <a:pt x="269" y="248"/>
                  </a:cubicBezTo>
                  <a:cubicBezTo>
                    <a:pt x="266" y="250"/>
                    <a:pt x="259" y="253"/>
                    <a:pt x="260" y="251"/>
                  </a:cubicBezTo>
                  <a:cubicBezTo>
                    <a:pt x="262" y="249"/>
                    <a:pt x="263" y="248"/>
                    <a:pt x="264" y="245"/>
                  </a:cubicBezTo>
                  <a:cubicBezTo>
                    <a:pt x="265" y="243"/>
                    <a:pt x="267" y="241"/>
                    <a:pt x="269" y="238"/>
                  </a:cubicBezTo>
                  <a:cubicBezTo>
                    <a:pt x="271" y="235"/>
                    <a:pt x="273" y="232"/>
                    <a:pt x="276" y="229"/>
                  </a:cubicBezTo>
                  <a:cubicBezTo>
                    <a:pt x="278" y="226"/>
                    <a:pt x="279" y="223"/>
                    <a:pt x="280" y="221"/>
                  </a:cubicBezTo>
                  <a:cubicBezTo>
                    <a:pt x="281" y="219"/>
                    <a:pt x="283" y="215"/>
                    <a:pt x="284" y="210"/>
                  </a:cubicBezTo>
                  <a:cubicBezTo>
                    <a:pt x="286" y="205"/>
                    <a:pt x="285" y="204"/>
                    <a:pt x="289" y="198"/>
                  </a:cubicBezTo>
                  <a:cubicBezTo>
                    <a:pt x="292" y="193"/>
                    <a:pt x="294" y="195"/>
                    <a:pt x="295" y="191"/>
                  </a:cubicBezTo>
                  <a:cubicBezTo>
                    <a:pt x="297" y="187"/>
                    <a:pt x="296" y="185"/>
                    <a:pt x="300" y="182"/>
                  </a:cubicBezTo>
                  <a:cubicBezTo>
                    <a:pt x="303" y="179"/>
                    <a:pt x="304" y="175"/>
                    <a:pt x="304" y="167"/>
                  </a:cubicBezTo>
                  <a:cubicBezTo>
                    <a:pt x="303" y="159"/>
                    <a:pt x="301" y="162"/>
                    <a:pt x="301" y="158"/>
                  </a:cubicBezTo>
                  <a:cubicBezTo>
                    <a:pt x="300" y="154"/>
                    <a:pt x="299" y="152"/>
                    <a:pt x="298" y="150"/>
                  </a:cubicBezTo>
                  <a:cubicBezTo>
                    <a:pt x="297" y="148"/>
                    <a:pt x="292" y="143"/>
                    <a:pt x="290" y="142"/>
                  </a:cubicBezTo>
                  <a:cubicBezTo>
                    <a:pt x="287" y="142"/>
                    <a:pt x="283" y="140"/>
                    <a:pt x="278" y="135"/>
                  </a:cubicBezTo>
                  <a:cubicBezTo>
                    <a:pt x="273" y="130"/>
                    <a:pt x="271" y="129"/>
                    <a:pt x="268" y="132"/>
                  </a:cubicBezTo>
                  <a:cubicBezTo>
                    <a:pt x="265" y="135"/>
                    <a:pt x="258" y="134"/>
                    <a:pt x="252" y="136"/>
                  </a:cubicBezTo>
                  <a:cubicBezTo>
                    <a:pt x="247" y="137"/>
                    <a:pt x="250" y="140"/>
                    <a:pt x="246" y="145"/>
                  </a:cubicBezTo>
                  <a:cubicBezTo>
                    <a:pt x="242" y="149"/>
                    <a:pt x="236" y="147"/>
                    <a:pt x="238" y="145"/>
                  </a:cubicBezTo>
                  <a:cubicBezTo>
                    <a:pt x="240" y="142"/>
                    <a:pt x="243" y="131"/>
                    <a:pt x="241" y="131"/>
                  </a:cubicBezTo>
                  <a:cubicBezTo>
                    <a:pt x="240" y="130"/>
                    <a:pt x="232" y="129"/>
                    <a:pt x="229" y="130"/>
                  </a:cubicBezTo>
                  <a:cubicBezTo>
                    <a:pt x="227" y="131"/>
                    <a:pt x="219" y="131"/>
                    <a:pt x="224" y="126"/>
                  </a:cubicBezTo>
                  <a:cubicBezTo>
                    <a:pt x="230" y="121"/>
                    <a:pt x="230" y="120"/>
                    <a:pt x="224" y="117"/>
                  </a:cubicBezTo>
                  <a:cubicBezTo>
                    <a:pt x="219" y="113"/>
                    <a:pt x="213" y="113"/>
                    <a:pt x="207" y="118"/>
                  </a:cubicBezTo>
                  <a:cubicBezTo>
                    <a:pt x="201" y="122"/>
                    <a:pt x="201" y="129"/>
                    <a:pt x="196" y="138"/>
                  </a:cubicBezTo>
                  <a:cubicBezTo>
                    <a:pt x="192" y="147"/>
                    <a:pt x="194" y="147"/>
                    <a:pt x="196" y="151"/>
                  </a:cubicBezTo>
                  <a:cubicBezTo>
                    <a:pt x="199" y="155"/>
                    <a:pt x="193" y="156"/>
                    <a:pt x="190" y="157"/>
                  </a:cubicBezTo>
                  <a:cubicBezTo>
                    <a:pt x="187" y="157"/>
                    <a:pt x="183" y="158"/>
                    <a:pt x="183" y="162"/>
                  </a:cubicBezTo>
                  <a:cubicBezTo>
                    <a:pt x="184" y="166"/>
                    <a:pt x="183" y="167"/>
                    <a:pt x="180" y="168"/>
                  </a:cubicBezTo>
                  <a:cubicBezTo>
                    <a:pt x="177" y="169"/>
                    <a:pt x="174" y="174"/>
                    <a:pt x="170" y="177"/>
                  </a:cubicBezTo>
                  <a:cubicBezTo>
                    <a:pt x="167" y="180"/>
                    <a:pt x="161" y="176"/>
                    <a:pt x="159" y="172"/>
                  </a:cubicBezTo>
                  <a:cubicBezTo>
                    <a:pt x="156" y="168"/>
                    <a:pt x="141" y="173"/>
                    <a:pt x="136" y="176"/>
                  </a:cubicBezTo>
                  <a:cubicBezTo>
                    <a:pt x="132" y="180"/>
                    <a:pt x="139" y="184"/>
                    <a:pt x="135" y="185"/>
                  </a:cubicBezTo>
                  <a:cubicBezTo>
                    <a:pt x="131" y="186"/>
                    <a:pt x="123" y="191"/>
                    <a:pt x="118" y="191"/>
                  </a:cubicBezTo>
                  <a:cubicBezTo>
                    <a:pt x="113" y="190"/>
                    <a:pt x="107" y="197"/>
                    <a:pt x="103" y="202"/>
                  </a:cubicBezTo>
                  <a:cubicBezTo>
                    <a:pt x="99" y="207"/>
                    <a:pt x="97" y="203"/>
                    <a:pt x="92" y="203"/>
                  </a:cubicBezTo>
                  <a:cubicBezTo>
                    <a:pt x="86" y="203"/>
                    <a:pt x="91" y="209"/>
                    <a:pt x="91" y="213"/>
                  </a:cubicBezTo>
                  <a:cubicBezTo>
                    <a:pt x="92" y="217"/>
                    <a:pt x="85" y="218"/>
                    <a:pt x="83" y="216"/>
                  </a:cubicBezTo>
                  <a:cubicBezTo>
                    <a:pt x="81" y="214"/>
                    <a:pt x="77" y="219"/>
                    <a:pt x="80" y="222"/>
                  </a:cubicBezTo>
                  <a:cubicBezTo>
                    <a:pt x="84" y="225"/>
                    <a:pt x="85" y="228"/>
                    <a:pt x="81" y="228"/>
                  </a:cubicBezTo>
                  <a:cubicBezTo>
                    <a:pt x="77" y="228"/>
                    <a:pt x="83" y="235"/>
                    <a:pt x="85" y="236"/>
                  </a:cubicBezTo>
                  <a:cubicBezTo>
                    <a:pt x="87" y="236"/>
                    <a:pt x="96" y="244"/>
                    <a:pt x="84" y="245"/>
                  </a:cubicBezTo>
                  <a:cubicBezTo>
                    <a:pt x="71" y="247"/>
                    <a:pt x="68" y="249"/>
                    <a:pt x="63" y="250"/>
                  </a:cubicBezTo>
                  <a:cubicBezTo>
                    <a:pt x="58" y="250"/>
                    <a:pt x="47" y="249"/>
                    <a:pt x="37" y="249"/>
                  </a:cubicBezTo>
                  <a:cubicBezTo>
                    <a:pt x="27" y="248"/>
                    <a:pt x="25" y="257"/>
                    <a:pt x="29" y="265"/>
                  </a:cubicBezTo>
                  <a:cubicBezTo>
                    <a:pt x="34" y="272"/>
                    <a:pt x="27" y="275"/>
                    <a:pt x="29" y="282"/>
                  </a:cubicBezTo>
                  <a:cubicBezTo>
                    <a:pt x="31" y="288"/>
                    <a:pt x="39" y="292"/>
                    <a:pt x="43" y="297"/>
                  </a:cubicBezTo>
                  <a:cubicBezTo>
                    <a:pt x="47" y="301"/>
                    <a:pt x="56" y="311"/>
                    <a:pt x="52" y="316"/>
                  </a:cubicBezTo>
                  <a:cubicBezTo>
                    <a:pt x="49" y="321"/>
                    <a:pt x="47" y="325"/>
                    <a:pt x="48" y="330"/>
                  </a:cubicBezTo>
                  <a:cubicBezTo>
                    <a:pt x="48" y="335"/>
                    <a:pt x="51" y="347"/>
                    <a:pt x="48" y="348"/>
                  </a:cubicBezTo>
                  <a:cubicBezTo>
                    <a:pt x="46" y="350"/>
                    <a:pt x="44" y="361"/>
                    <a:pt x="42" y="357"/>
                  </a:cubicBezTo>
                  <a:cubicBezTo>
                    <a:pt x="40" y="353"/>
                    <a:pt x="43" y="348"/>
                    <a:pt x="44" y="339"/>
                  </a:cubicBezTo>
                  <a:cubicBezTo>
                    <a:pt x="46" y="330"/>
                    <a:pt x="42" y="335"/>
                    <a:pt x="40" y="332"/>
                  </a:cubicBezTo>
                  <a:cubicBezTo>
                    <a:pt x="39" y="330"/>
                    <a:pt x="40" y="327"/>
                    <a:pt x="45" y="320"/>
                  </a:cubicBezTo>
                  <a:cubicBezTo>
                    <a:pt x="49" y="313"/>
                    <a:pt x="49" y="312"/>
                    <a:pt x="47" y="309"/>
                  </a:cubicBezTo>
                  <a:cubicBezTo>
                    <a:pt x="44" y="305"/>
                    <a:pt x="35" y="309"/>
                    <a:pt x="32" y="306"/>
                  </a:cubicBezTo>
                  <a:cubicBezTo>
                    <a:pt x="28" y="303"/>
                    <a:pt x="24" y="296"/>
                    <a:pt x="21" y="289"/>
                  </a:cubicBezTo>
                  <a:cubicBezTo>
                    <a:pt x="19" y="285"/>
                    <a:pt x="12" y="284"/>
                    <a:pt x="6" y="285"/>
                  </a:cubicBezTo>
                  <a:cubicBezTo>
                    <a:pt x="5" y="293"/>
                    <a:pt x="5" y="293"/>
                    <a:pt x="5" y="293"/>
                  </a:cubicBezTo>
                  <a:cubicBezTo>
                    <a:pt x="15" y="298"/>
                    <a:pt x="15" y="298"/>
                    <a:pt x="15" y="298"/>
                  </a:cubicBezTo>
                  <a:cubicBezTo>
                    <a:pt x="22" y="304"/>
                    <a:pt x="22" y="304"/>
                    <a:pt x="22" y="304"/>
                  </a:cubicBezTo>
                  <a:cubicBezTo>
                    <a:pt x="19" y="312"/>
                    <a:pt x="19" y="312"/>
                    <a:pt x="19" y="312"/>
                  </a:cubicBezTo>
                  <a:cubicBezTo>
                    <a:pt x="15" y="311"/>
                    <a:pt x="15" y="311"/>
                    <a:pt x="15" y="311"/>
                  </a:cubicBezTo>
                  <a:cubicBezTo>
                    <a:pt x="9" y="319"/>
                    <a:pt x="9" y="319"/>
                    <a:pt x="9" y="319"/>
                  </a:cubicBezTo>
                  <a:cubicBezTo>
                    <a:pt x="13" y="324"/>
                    <a:pt x="13" y="324"/>
                    <a:pt x="13" y="324"/>
                  </a:cubicBezTo>
                  <a:cubicBezTo>
                    <a:pt x="21" y="329"/>
                    <a:pt x="21" y="329"/>
                    <a:pt x="21" y="329"/>
                  </a:cubicBezTo>
                  <a:cubicBezTo>
                    <a:pt x="21" y="348"/>
                    <a:pt x="21" y="348"/>
                    <a:pt x="21" y="348"/>
                  </a:cubicBezTo>
                  <a:cubicBezTo>
                    <a:pt x="14" y="349"/>
                    <a:pt x="14" y="349"/>
                    <a:pt x="14" y="349"/>
                  </a:cubicBezTo>
                  <a:cubicBezTo>
                    <a:pt x="0" y="364"/>
                    <a:pt x="0" y="364"/>
                    <a:pt x="0" y="364"/>
                  </a:cubicBezTo>
                  <a:cubicBezTo>
                    <a:pt x="0" y="369"/>
                    <a:pt x="0" y="369"/>
                    <a:pt x="0" y="369"/>
                  </a:cubicBezTo>
                  <a:cubicBezTo>
                    <a:pt x="8" y="380"/>
                    <a:pt x="8" y="380"/>
                    <a:pt x="8" y="380"/>
                  </a:cubicBezTo>
                  <a:cubicBezTo>
                    <a:pt x="14" y="380"/>
                    <a:pt x="14" y="380"/>
                    <a:pt x="14" y="380"/>
                  </a:cubicBezTo>
                  <a:cubicBezTo>
                    <a:pt x="15" y="382"/>
                    <a:pt x="15" y="382"/>
                    <a:pt x="15" y="382"/>
                  </a:cubicBezTo>
                  <a:cubicBezTo>
                    <a:pt x="18" y="387"/>
                    <a:pt x="18" y="387"/>
                    <a:pt x="18" y="387"/>
                  </a:cubicBezTo>
                  <a:cubicBezTo>
                    <a:pt x="21" y="383"/>
                    <a:pt x="21" y="383"/>
                    <a:pt x="21" y="383"/>
                  </a:cubicBezTo>
                  <a:cubicBezTo>
                    <a:pt x="26" y="384"/>
                    <a:pt x="26" y="384"/>
                    <a:pt x="26" y="384"/>
                  </a:cubicBezTo>
                  <a:cubicBezTo>
                    <a:pt x="31" y="381"/>
                    <a:pt x="31" y="381"/>
                    <a:pt x="31" y="381"/>
                  </a:cubicBezTo>
                  <a:cubicBezTo>
                    <a:pt x="31" y="381"/>
                    <a:pt x="31" y="386"/>
                    <a:pt x="31" y="387"/>
                  </a:cubicBezTo>
                  <a:cubicBezTo>
                    <a:pt x="31" y="388"/>
                    <a:pt x="33" y="388"/>
                    <a:pt x="33" y="388"/>
                  </a:cubicBezTo>
                  <a:cubicBezTo>
                    <a:pt x="34" y="393"/>
                    <a:pt x="34" y="393"/>
                    <a:pt x="34" y="393"/>
                  </a:cubicBezTo>
                  <a:cubicBezTo>
                    <a:pt x="37" y="403"/>
                    <a:pt x="37" y="403"/>
                    <a:pt x="37" y="403"/>
                  </a:cubicBezTo>
                  <a:cubicBezTo>
                    <a:pt x="33" y="407"/>
                    <a:pt x="33" y="407"/>
                    <a:pt x="33" y="407"/>
                  </a:cubicBezTo>
                  <a:cubicBezTo>
                    <a:pt x="35" y="416"/>
                    <a:pt x="35" y="416"/>
                    <a:pt x="35" y="416"/>
                  </a:cubicBezTo>
                  <a:cubicBezTo>
                    <a:pt x="29" y="426"/>
                    <a:pt x="29" y="426"/>
                    <a:pt x="29" y="426"/>
                  </a:cubicBezTo>
                  <a:cubicBezTo>
                    <a:pt x="24" y="426"/>
                    <a:pt x="24" y="426"/>
                    <a:pt x="24" y="426"/>
                  </a:cubicBezTo>
                  <a:cubicBezTo>
                    <a:pt x="24" y="434"/>
                    <a:pt x="24" y="434"/>
                    <a:pt x="24" y="434"/>
                  </a:cubicBezTo>
                  <a:cubicBezTo>
                    <a:pt x="30" y="439"/>
                    <a:pt x="30" y="439"/>
                    <a:pt x="30" y="439"/>
                  </a:cubicBezTo>
                  <a:cubicBezTo>
                    <a:pt x="24" y="446"/>
                    <a:pt x="24" y="446"/>
                    <a:pt x="24" y="446"/>
                  </a:cubicBezTo>
                  <a:cubicBezTo>
                    <a:pt x="27" y="449"/>
                    <a:pt x="27" y="449"/>
                    <a:pt x="27" y="449"/>
                  </a:cubicBezTo>
                  <a:cubicBezTo>
                    <a:pt x="28" y="455"/>
                    <a:pt x="28" y="455"/>
                    <a:pt x="28" y="455"/>
                  </a:cubicBezTo>
                  <a:cubicBezTo>
                    <a:pt x="34" y="458"/>
                    <a:pt x="34" y="458"/>
                    <a:pt x="34" y="458"/>
                  </a:cubicBezTo>
                  <a:cubicBezTo>
                    <a:pt x="38" y="463"/>
                    <a:pt x="38" y="463"/>
                    <a:pt x="38" y="463"/>
                  </a:cubicBezTo>
                  <a:cubicBezTo>
                    <a:pt x="33" y="470"/>
                    <a:pt x="33" y="470"/>
                    <a:pt x="33" y="470"/>
                  </a:cubicBezTo>
                  <a:cubicBezTo>
                    <a:pt x="36" y="474"/>
                    <a:pt x="36" y="474"/>
                    <a:pt x="36" y="474"/>
                  </a:cubicBezTo>
                  <a:cubicBezTo>
                    <a:pt x="37" y="482"/>
                    <a:pt x="37" y="482"/>
                    <a:pt x="37" y="482"/>
                  </a:cubicBezTo>
                  <a:cubicBezTo>
                    <a:pt x="32" y="484"/>
                    <a:pt x="32" y="484"/>
                    <a:pt x="32" y="484"/>
                  </a:cubicBezTo>
                  <a:cubicBezTo>
                    <a:pt x="35" y="492"/>
                    <a:pt x="35" y="492"/>
                    <a:pt x="35" y="492"/>
                  </a:cubicBezTo>
                  <a:cubicBezTo>
                    <a:pt x="41" y="491"/>
                    <a:pt x="41" y="491"/>
                    <a:pt x="41" y="491"/>
                  </a:cubicBezTo>
                  <a:cubicBezTo>
                    <a:pt x="47" y="497"/>
                    <a:pt x="47" y="497"/>
                    <a:pt x="47" y="497"/>
                  </a:cubicBezTo>
                  <a:cubicBezTo>
                    <a:pt x="50" y="508"/>
                    <a:pt x="50" y="508"/>
                    <a:pt x="50" y="508"/>
                  </a:cubicBezTo>
                  <a:cubicBezTo>
                    <a:pt x="44" y="514"/>
                    <a:pt x="44" y="514"/>
                    <a:pt x="44" y="514"/>
                  </a:cubicBezTo>
                  <a:cubicBezTo>
                    <a:pt x="47" y="520"/>
                    <a:pt x="47" y="520"/>
                    <a:pt x="47" y="520"/>
                  </a:cubicBezTo>
                  <a:cubicBezTo>
                    <a:pt x="53" y="520"/>
                    <a:pt x="53" y="520"/>
                    <a:pt x="53" y="520"/>
                  </a:cubicBezTo>
                  <a:cubicBezTo>
                    <a:pt x="59" y="525"/>
                    <a:pt x="59" y="525"/>
                    <a:pt x="59" y="525"/>
                  </a:cubicBezTo>
                  <a:cubicBezTo>
                    <a:pt x="63" y="521"/>
                    <a:pt x="63" y="521"/>
                    <a:pt x="63" y="521"/>
                  </a:cubicBezTo>
                  <a:cubicBezTo>
                    <a:pt x="63" y="536"/>
                    <a:pt x="63" y="536"/>
                    <a:pt x="63" y="536"/>
                  </a:cubicBezTo>
                  <a:cubicBezTo>
                    <a:pt x="66" y="542"/>
                    <a:pt x="66" y="542"/>
                    <a:pt x="66" y="542"/>
                  </a:cubicBezTo>
                  <a:cubicBezTo>
                    <a:pt x="57" y="550"/>
                    <a:pt x="57" y="550"/>
                    <a:pt x="57" y="550"/>
                  </a:cubicBezTo>
                  <a:cubicBezTo>
                    <a:pt x="51" y="559"/>
                    <a:pt x="51" y="559"/>
                    <a:pt x="51" y="559"/>
                  </a:cubicBezTo>
                  <a:cubicBezTo>
                    <a:pt x="57" y="566"/>
                    <a:pt x="57" y="566"/>
                    <a:pt x="57" y="566"/>
                  </a:cubicBezTo>
                  <a:cubicBezTo>
                    <a:pt x="58" y="575"/>
                    <a:pt x="58" y="575"/>
                    <a:pt x="58" y="575"/>
                  </a:cubicBezTo>
                  <a:cubicBezTo>
                    <a:pt x="52" y="579"/>
                    <a:pt x="52" y="579"/>
                    <a:pt x="52" y="579"/>
                  </a:cubicBezTo>
                  <a:cubicBezTo>
                    <a:pt x="51" y="587"/>
                    <a:pt x="51" y="587"/>
                    <a:pt x="51" y="587"/>
                  </a:cubicBezTo>
                  <a:cubicBezTo>
                    <a:pt x="41" y="597"/>
                    <a:pt x="41" y="597"/>
                    <a:pt x="41" y="597"/>
                  </a:cubicBezTo>
                  <a:cubicBezTo>
                    <a:pt x="41" y="608"/>
                    <a:pt x="41" y="608"/>
                    <a:pt x="41" y="608"/>
                  </a:cubicBezTo>
                  <a:cubicBezTo>
                    <a:pt x="58" y="619"/>
                    <a:pt x="58" y="619"/>
                    <a:pt x="58" y="619"/>
                  </a:cubicBezTo>
                  <a:cubicBezTo>
                    <a:pt x="51" y="629"/>
                    <a:pt x="51" y="629"/>
                    <a:pt x="51" y="629"/>
                  </a:cubicBezTo>
                  <a:cubicBezTo>
                    <a:pt x="44" y="631"/>
                    <a:pt x="44" y="631"/>
                    <a:pt x="44" y="631"/>
                  </a:cubicBezTo>
                  <a:cubicBezTo>
                    <a:pt x="34" y="639"/>
                    <a:pt x="34" y="639"/>
                    <a:pt x="34" y="639"/>
                  </a:cubicBezTo>
                  <a:cubicBezTo>
                    <a:pt x="41" y="654"/>
                    <a:pt x="41" y="654"/>
                    <a:pt x="41" y="654"/>
                  </a:cubicBezTo>
                  <a:cubicBezTo>
                    <a:pt x="35" y="660"/>
                    <a:pt x="35" y="660"/>
                    <a:pt x="35" y="660"/>
                  </a:cubicBezTo>
                  <a:cubicBezTo>
                    <a:pt x="38" y="667"/>
                    <a:pt x="38" y="667"/>
                    <a:pt x="38" y="667"/>
                  </a:cubicBezTo>
                  <a:cubicBezTo>
                    <a:pt x="45" y="669"/>
                    <a:pt x="45" y="669"/>
                    <a:pt x="45" y="669"/>
                  </a:cubicBezTo>
                  <a:cubicBezTo>
                    <a:pt x="50" y="667"/>
                    <a:pt x="50" y="667"/>
                    <a:pt x="50" y="667"/>
                  </a:cubicBezTo>
                  <a:cubicBezTo>
                    <a:pt x="71" y="666"/>
                    <a:pt x="71" y="666"/>
                    <a:pt x="71" y="666"/>
                  </a:cubicBezTo>
                  <a:cubicBezTo>
                    <a:pt x="83" y="681"/>
                    <a:pt x="83" y="681"/>
                    <a:pt x="83" y="681"/>
                  </a:cubicBezTo>
                  <a:cubicBezTo>
                    <a:pt x="84" y="689"/>
                    <a:pt x="84" y="689"/>
                    <a:pt x="84" y="689"/>
                  </a:cubicBezTo>
                  <a:cubicBezTo>
                    <a:pt x="94" y="689"/>
                    <a:pt x="94" y="689"/>
                    <a:pt x="94" y="689"/>
                  </a:cubicBezTo>
                  <a:cubicBezTo>
                    <a:pt x="98" y="693"/>
                    <a:pt x="98" y="693"/>
                    <a:pt x="98" y="693"/>
                  </a:cubicBezTo>
                  <a:cubicBezTo>
                    <a:pt x="85" y="710"/>
                    <a:pt x="85" y="710"/>
                    <a:pt x="85" y="710"/>
                  </a:cubicBezTo>
                  <a:cubicBezTo>
                    <a:pt x="88" y="721"/>
                    <a:pt x="88" y="721"/>
                    <a:pt x="88" y="721"/>
                  </a:cubicBezTo>
                  <a:cubicBezTo>
                    <a:pt x="90" y="726"/>
                    <a:pt x="90" y="726"/>
                    <a:pt x="90" y="726"/>
                  </a:cubicBezTo>
                  <a:cubicBezTo>
                    <a:pt x="99" y="726"/>
                    <a:pt x="99" y="726"/>
                    <a:pt x="99" y="726"/>
                  </a:cubicBezTo>
                  <a:cubicBezTo>
                    <a:pt x="105" y="730"/>
                    <a:pt x="105" y="730"/>
                    <a:pt x="105" y="730"/>
                  </a:cubicBezTo>
                  <a:cubicBezTo>
                    <a:pt x="107" y="737"/>
                    <a:pt x="107" y="737"/>
                    <a:pt x="107" y="737"/>
                  </a:cubicBezTo>
                  <a:cubicBezTo>
                    <a:pt x="100" y="739"/>
                    <a:pt x="100" y="739"/>
                    <a:pt x="100" y="739"/>
                  </a:cubicBezTo>
                  <a:cubicBezTo>
                    <a:pt x="95" y="747"/>
                    <a:pt x="95" y="747"/>
                    <a:pt x="95" y="747"/>
                  </a:cubicBezTo>
                  <a:cubicBezTo>
                    <a:pt x="93" y="758"/>
                    <a:pt x="93" y="758"/>
                    <a:pt x="93" y="758"/>
                  </a:cubicBezTo>
                  <a:close/>
                  <a:moveTo>
                    <a:pt x="188" y="63"/>
                  </a:moveTo>
                  <a:cubicBezTo>
                    <a:pt x="184" y="67"/>
                    <a:pt x="185" y="71"/>
                    <a:pt x="185" y="74"/>
                  </a:cubicBezTo>
                  <a:cubicBezTo>
                    <a:pt x="185" y="76"/>
                    <a:pt x="184" y="86"/>
                    <a:pt x="182" y="91"/>
                  </a:cubicBezTo>
                  <a:cubicBezTo>
                    <a:pt x="180" y="97"/>
                    <a:pt x="179" y="105"/>
                    <a:pt x="179" y="109"/>
                  </a:cubicBezTo>
                  <a:cubicBezTo>
                    <a:pt x="179" y="112"/>
                    <a:pt x="186" y="111"/>
                    <a:pt x="190" y="106"/>
                  </a:cubicBezTo>
                  <a:cubicBezTo>
                    <a:pt x="194" y="101"/>
                    <a:pt x="198" y="100"/>
                    <a:pt x="203" y="100"/>
                  </a:cubicBezTo>
                  <a:cubicBezTo>
                    <a:pt x="207" y="100"/>
                    <a:pt x="216" y="90"/>
                    <a:pt x="216" y="87"/>
                  </a:cubicBezTo>
                  <a:cubicBezTo>
                    <a:pt x="217" y="83"/>
                    <a:pt x="209" y="73"/>
                    <a:pt x="206" y="70"/>
                  </a:cubicBezTo>
                  <a:cubicBezTo>
                    <a:pt x="203" y="66"/>
                    <a:pt x="199" y="68"/>
                    <a:pt x="198" y="68"/>
                  </a:cubicBezTo>
                  <a:cubicBezTo>
                    <a:pt x="198" y="69"/>
                    <a:pt x="196" y="69"/>
                    <a:pt x="196" y="66"/>
                  </a:cubicBezTo>
                  <a:cubicBezTo>
                    <a:pt x="195" y="63"/>
                    <a:pt x="193" y="62"/>
                    <a:pt x="191" y="62"/>
                  </a:cubicBezTo>
                  <a:cubicBezTo>
                    <a:pt x="189" y="61"/>
                    <a:pt x="188" y="63"/>
                    <a:pt x="188" y="63"/>
                  </a:cubicBezTo>
                  <a:close/>
                  <a:moveTo>
                    <a:pt x="138" y="50"/>
                  </a:moveTo>
                  <a:cubicBezTo>
                    <a:pt x="136" y="51"/>
                    <a:pt x="135" y="58"/>
                    <a:pt x="132" y="57"/>
                  </a:cubicBezTo>
                  <a:cubicBezTo>
                    <a:pt x="130" y="56"/>
                    <a:pt x="122" y="53"/>
                    <a:pt x="120" y="51"/>
                  </a:cubicBezTo>
                  <a:cubicBezTo>
                    <a:pt x="118" y="49"/>
                    <a:pt x="120" y="44"/>
                    <a:pt x="124" y="45"/>
                  </a:cubicBezTo>
                  <a:cubicBezTo>
                    <a:pt x="128" y="45"/>
                    <a:pt x="133" y="45"/>
                    <a:pt x="128" y="39"/>
                  </a:cubicBezTo>
                  <a:cubicBezTo>
                    <a:pt x="124" y="34"/>
                    <a:pt x="123" y="35"/>
                    <a:pt x="128" y="29"/>
                  </a:cubicBezTo>
                  <a:cubicBezTo>
                    <a:pt x="132" y="24"/>
                    <a:pt x="131" y="20"/>
                    <a:pt x="130" y="16"/>
                  </a:cubicBezTo>
                  <a:cubicBezTo>
                    <a:pt x="130" y="12"/>
                    <a:pt x="141" y="12"/>
                    <a:pt x="141" y="9"/>
                  </a:cubicBezTo>
                  <a:cubicBezTo>
                    <a:pt x="142" y="5"/>
                    <a:pt x="143" y="0"/>
                    <a:pt x="148" y="7"/>
                  </a:cubicBezTo>
                  <a:cubicBezTo>
                    <a:pt x="152" y="13"/>
                    <a:pt x="154" y="16"/>
                    <a:pt x="157" y="17"/>
                  </a:cubicBezTo>
                  <a:cubicBezTo>
                    <a:pt x="160" y="18"/>
                    <a:pt x="156" y="21"/>
                    <a:pt x="155" y="24"/>
                  </a:cubicBezTo>
                  <a:cubicBezTo>
                    <a:pt x="154" y="27"/>
                    <a:pt x="157" y="33"/>
                    <a:pt x="156" y="34"/>
                  </a:cubicBezTo>
                  <a:cubicBezTo>
                    <a:pt x="156" y="36"/>
                    <a:pt x="146" y="39"/>
                    <a:pt x="145" y="40"/>
                  </a:cubicBezTo>
                  <a:cubicBezTo>
                    <a:pt x="145" y="41"/>
                    <a:pt x="153" y="41"/>
                    <a:pt x="156" y="39"/>
                  </a:cubicBezTo>
                  <a:cubicBezTo>
                    <a:pt x="160" y="37"/>
                    <a:pt x="160" y="38"/>
                    <a:pt x="160" y="42"/>
                  </a:cubicBezTo>
                  <a:cubicBezTo>
                    <a:pt x="160" y="45"/>
                    <a:pt x="166" y="48"/>
                    <a:pt x="167" y="45"/>
                  </a:cubicBezTo>
                  <a:cubicBezTo>
                    <a:pt x="167" y="42"/>
                    <a:pt x="173" y="44"/>
                    <a:pt x="175" y="50"/>
                  </a:cubicBezTo>
                  <a:cubicBezTo>
                    <a:pt x="177" y="57"/>
                    <a:pt x="175" y="63"/>
                    <a:pt x="175" y="66"/>
                  </a:cubicBezTo>
                  <a:cubicBezTo>
                    <a:pt x="175" y="69"/>
                    <a:pt x="178" y="72"/>
                    <a:pt x="178" y="76"/>
                  </a:cubicBezTo>
                  <a:cubicBezTo>
                    <a:pt x="178" y="80"/>
                    <a:pt x="170" y="84"/>
                    <a:pt x="166" y="85"/>
                  </a:cubicBezTo>
                  <a:cubicBezTo>
                    <a:pt x="163" y="85"/>
                    <a:pt x="153" y="75"/>
                    <a:pt x="148" y="76"/>
                  </a:cubicBezTo>
                  <a:cubicBezTo>
                    <a:pt x="143" y="77"/>
                    <a:pt x="142" y="71"/>
                    <a:pt x="140" y="68"/>
                  </a:cubicBezTo>
                  <a:cubicBezTo>
                    <a:pt x="138" y="64"/>
                    <a:pt x="136" y="66"/>
                    <a:pt x="136" y="61"/>
                  </a:cubicBezTo>
                  <a:cubicBezTo>
                    <a:pt x="137" y="57"/>
                    <a:pt x="141" y="54"/>
                    <a:pt x="141" y="52"/>
                  </a:cubicBezTo>
                  <a:cubicBezTo>
                    <a:pt x="140" y="50"/>
                    <a:pt x="138" y="50"/>
                    <a:pt x="138" y="50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58" name="Freeform 64">
              <a:extLst>
                <a:ext uri="{FF2B5EF4-FFF2-40B4-BE49-F238E27FC236}">
                  <a16:creationId xmlns:a16="http://schemas.microsoft.com/office/drawing/2014/main" id="{E5D29F7A-87F6-5743-81A9-B232CD895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3584"/>
              <a:ext cx="428" cy="630"/>
            </a:xfrm>
            <a:custGeom>
              <a:avLst/>
              <a:gdLst>
                <a:gd name="T0" fmla="*/ 97 w 205"/>
                <a:gd name="T1" fmla="*/ 4 h 302"/>
                <a:gd name="T2" fmla="*/ 87 w 205"/>
                <a:gd name="T3" fmla="*/ 0 h 302"/>
                <a:gd name="T4" fmla="*/ 81 w 205"/>
                <a:gd name="T5" fmla="*/ 13 h 302"/>
                <a:gd name="T6" fmla="*/ 82 w 205"/>
                <a:gd name="T7" fmla="*/ 19 h 302"/>
                <a:gd name="T8" fmla="*/ 89 w 205"/>
                <a:gd name="T9" fmla="*/ 36 h 302"/>
                <a:gd name="T10" fmla="*/ 98 w 205"/>
                <a:gd name="T11" fmla="*/ 39 h 302"/>
                <a:gd name="T12" fmla="*/ 87 w 205"/>
                <a:gd name="T13" fmla="*/ 55 h 302"/>
                <a:gd name="T14" fmla="*/ 73 w 205"/>
                <a:gd name="T15" fmla="*/ 55 h 302"/>
                <a:gd name="T16" fmla="*/ 67 w 205"/>
                <a:gd name="T17" fmla="*/ 63 h 302"/>
                <a:gd name="T18" fmla="*/ 77 w 205"/>
                <a:gd name="T19" fmla="*/ 77 h 302"/>
                <a:gd name="T20" fmla="*/ 86 w 205"/>
                <a:gd name="T21" fmla="*/ 94 h 302"/>
                <a:gd name="T22" fmla="*/ 97 w 205"/>
                <a:gd name="T23" fmla="*/ 93 h 302"/>
                <a:gd name="T24" fmla="*/ 109 w 205"/>
                <a:gd name="T25" fmla="*/ 114 h 302"/>
                <a:gd name="T26" fmla="*/ 98 w 205"/>
                <a:gd name="T27" fmla="*/ 121 h 302"/>
                <a:gd name="T28" fmla="*/ 76 w 205"/>
                <a:gd name="T29" fmla="*/ 150 h 302"/>
                <a:gd name="T30" fmla="*/ 80 w 205"/>
                <a:gd name="T31" fmla="*/ 167 h 302"/>
                <a:gd name="T32" fmla="*/ 84 w 205"/>
                <a:gd name="T33" fmla="*/ 183 h 302"/>
                <a:gd name="T34" fmla="*/ 54 w 205"/>
                <a:gd name="T35" fmla="*/ 204 h 302"/>
                <a:gd name="T36" fmla="*/ 43 w 205"/>
                <a:gd name="T37" fmla="*/ 222 h 302"/>
                <a:gd name="T38" fmla="*/ 28 w 205"/>
                <a:gd name="T39" fmla="*/ 233 h 302"/>
                <a:gd name="T40" fmla="*/ 3 w 205"/>
                <a:gd name="T41" fmla="*/ 244 h 302"/>
                <a:gd name="T42" fmla="*/ 2 w 205"/>
                <a:gd name="T43" fmla="*/ 258 h 302"/>
                <a:gd name="T44" fmla="*/ 10 w 205"/>
                <a:gd name="T45" fmla="*/ 273 h 302"/>
                <a:gd name="T46" fmla="*/ 0 w 205"/>
                <a:gd name="T47" fmla="*/ 288 h 302"/>
                <a:gd name="T48" fmla="*/ 10 w 205"/>
                <a:gd name="T49" fmla="*/ 299 h 302"/>
                <a:gd name="T50" fmla="*/ 34 w 205"/>
                <a:gd name="T51" fmla="*/ 299 h 302"/>
                <a:gd name="T52" fmla="*/ 55 w 205"/>
                <a:gd name="T53" fmla="*/ 295 h 302"/>
                <a:gd name="T54" fmla="*/ 89 w 205"/>
                <a:gd name="T55" fmla="*/ 274 h 302"/>
                <a:gd name="T56" fmla="*/ 104 w 205"/>
                <a:gd name="T57" fmla="*/ 253 h 302"/>
                <a:gd name="T58" fmla="*/ 131 w 205"/>
                <a:gd name="T59" fmla="*/ 244 h 302"/>
                <a:gd name="T60" fmla="*/ 155 w 205"/>
                <a:gd name="T61" fmla="*/ 237 h 302"/>
                <a:gd name="T62" fmla="*/ 178 w 205"/>
                <a:gd name="T63" fmla="*/ 239 h 302"/>
                <a:gd name="T64" fmla="*/ 198 w 205"/>
                <a:gd name="T65" fmla="*/ 218 h 302"/>
                <a:gd name="T66" fmla="*/ 196 w 205"/>
                <a:gd name="T67" fmla="*/ 199 h 302"/>
                <a:gd name="T68" fmla="*/ 197 w 205"/>
                <a:gd name="T69" fmla="*/ 176 h 302"/>
                <a:gd name="T70" fmla="*/ 199 w 205"/>
                <a:gd name="T71" fmla="*/ 145 h 302"/>
                <a:gd name="T72" fmla="*/ 187 w 205"/>
                <a:gd name="T73" fmla="*/ 141 h 302"/>
                <a:gd name="T74" fmla="*/ 186 w 205"/>
                <a:gd name="T75" fmla="*/ 120 h 302"/>
                <a:gd name="T76" fmla="*/ 205 w 205"/>
                <a:gd name="T77" fmla="*/ 104 h 302"/>
                <a:gd name="T78" fmla="*/ 193 w 205"/>
                <a:gd name="T79" fmla="*/ 93 h 302"/>
                <a:gd name="T80" fmla="*/ 193 w 205"/>
                <a:gd name="T81" fmla="*/ 81 h 302"/>
                <a:gd name="T82" fmla="*/ 183 w 205"/>
                <a:gd name="T83" fmla="*/ 73 h 302"/>
                <a:gd name="T84" fmla="*/ 178 w 205"/>
                <a:gd name="T85" fmla="*/ 54 h 302"/>
                <a:gd name="T86" fmla="*/ 170 w 205"/>
                <a:gd name="T87" fmla="*/ 55 h 302"/>
                <a:gd name="T88" fmla="*/ 164 w 205"/>
                <a:gd name="T89" fmla="*/ 48 h 302"/>
                <a:gd name="T90" fmla="*/ 152 w 205"/>
                <a:gd name="T91" fmla="*/ 51 h 302"/>
                <a:gd name="T92" fmla="*/ 143 w 205"/>
                <a:gd name="T93" fmla="*/ 49 h 302"/>
                <a:gd name="T94" fmla="*/ 145 w 205"/>
                <a:gd name="T95" fmla="*/ 39 h 302"/>
                <a:gd name="T96" fmla="*/ 134 w 205"/>
                <a:gd name="T97" fmla="*/ 38 h 302"/>
                <a:gd name="T98" fmla="*/ 129 w 205"/>
                <a:gd name="T99" fmla="*/ 31 h 302"/>
                <a:gd name="T100" fmla="*/ 125 w 205"/>
                <a:gd name="T101" fmla="*/ 24 h 302"/>
                <a:gd name="T102" fmla="*/ 114 w 205"/>
                <a:gd name="T103" fmla="*/ 14 h 302"/>
                <a:gd name="T104" fmla="*/ 106 w 205"/>
                <a:gd name="T105" fmla="*/ 5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5" h="302">
                  <a:moveTo>
                    <a:pt x="103" y="2"/>
                  </a:moveTo>
                  <a:cubicBezTo>
                    <a:pt x="97" y="4"/>
                    <a:pt x="97" y="4"/>
                    <a:pt x="97" y="4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0" y="5"/>
                    <a:pt x="80" y="5"/>
                    <a:pt x="80" y="5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2" y="19"/>
                    <a:pt x="82" y="19"/>
                    <a:pt x="82" y="19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95" y="33"/>
                    <a:pt x="95" y="33"/>
                    <a:pt x="95" y="33"/>
                  </a:cubicBezTo>
                  <a:cubicBezTo>
                    <a:pt x="98" y="39"/>
                    <a:pt x="98" y="39"/>
                    <a:pt x="98" y="39"/>
                  </a:cubicBezTo>
                  <a:cubicBezTo>
                    <a:pt x="96" y="43"/>
                    <a:pt x="96" y="43"/>
                    <a:pt x="96" y="43"/>
                  </a:cubicBezTo>
                  <a:cubicBezTo>
                    <a:pt x="87" y="55"/>
                    <a:pt x="87" y="55"/>
                    <a:pt x="87" y="55"/>
                  </a:cubicBezTo>
                  <a:cubicBezTo>
                    <a:pt x="80" y="52"/>
                    <a:pt x="80" y="52"/>
                    <a:pt x="80" y="52"/>
                  </a:cubicBezTo>
                  <a:cubicBezTo>
                    <a:pt x="73" y="55"/>
                    <a:pt x="73" y="55"/>
                    <a:pt x="73" y="55"/>
                  </a:cubicBezTo>
                  <a:cubicBezTo>
                    <a:pt x="69" y="55"/>
                    <a:pt x="69" y="55"/>
                    <a:pt x="69" y="55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74" y="67"/>
                    <a:pt x="74" y="67"/>
                    <a:pt x="74" y="6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84" y="84"/>
                    <a:pt x="84" y="84"/>
                    <a:pt x="84" y="84"/>
                  </a:cubicBezTo>
                  <a:cubicBezTo>
                    <a:pt x="86" y="94"/>
                    <a:pt x="86" y="94"/>
                    <a:pt x="86" y="94"/>
                  </a:cubicBezTo>
                  <a:cubicBezTo>
                    <a:pt x="92" y="94"/>
                    <a:pt x="92" y="94"/>
                    <a:pt x="92" y="94"/>
                  </a:cubicBezTo>
                  <a:cubicBezTo>
                    <a:pt x="97" y="93"/>
                    <a:pt x="97" y="93"/>
                    <a:pt x="97" y="93"/>
                  </a:cubicBezTo>
                  <a:cubicBezTo>
                    <a:pt x="108" y="103"/>
                    <a:pt x="108" y="103"/>
                    <a:pt x="108" y="103"/>
                  </a:cubicBezTo>
                  <a:cubicBezTo>
                    <a:pt x="109" y="114"/>
                    <a:pt x="109" y="114"/>
                    <a:pt x="109" y="114"/>
                  </a:cubicBezTo>
                  <a:cubicBezTo>
                    <a:pt x="107" y="119"/>
                    <a:pt x="107" y="119"/>
                    <a:pt x="107" y="119"/>
                  </a:cubicBezTo>
                  <a:cubicBezTo>
                    <a:pt x="98" y="121"/>
                    <a:pt x="98" y="121"/>
                    <a:pt x="98" y="121"/>
                  </a:cubicBezTo>
                  <a:cubicBezTo>
                    <a:pt x="84" y="143"/>
                    <a:pt x="84" y="143"/>
                    <a:pt x="84" y="143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4" y="158"/>
                    <a:pt x="74" y="158"/>
                    <a:pt x="74" y="158"/>
                  </a:cubicBezTo>
                  <a:cubicBezTo>
                    <a:pt x="80" y="167"/>
                    <a:pt x="80" y="167"/>
                    <a:pt x="80" y="167"/>
                  </a:cubicBezTo>
                  <a:cubicBezTo>
                    <a:pt x="85" y="173"/>
                    <a:pt x="85" y="173"/>
                    <a:pt x="85" y="173"/>
                  </a:cubicBezTo>
                  <a:cubicBezTo>
                    <a:pt x="84" y="183"/>
                    <a:pt x="84" y="183"/>
                    <a:pt x="84" y="183"/>
                  </a:cubicBezTo>
                  <a:cubicBezTo>
                    <a:pt x="71" y="197"/>
                    <a:pt x="71" y="197"/>
                    <a:pt x="71" y="197"/>
                  </a:cubicBezTo>
                  <a:cubicBezTo>
                    <a:pt x="54" y="204"/>
                    <a:pt x="54" y="204"/>
                    <a:pt x="54" y="204"/>
                  </a:cubicBezTo>
                  <a:cubicBezTo>
                    <a:pt x="52" y="214"/>
                    <a:pt x="52" y="214"/>
                    <a:pt x="52" y="214"/>
                  </a:cubicBezTo>
                  <a:cubicBezTo>
                    <a:pt x="43" y="222"/>
                    <a:pt x="43" y="222"/>
                    <a:pt x="43" y="222"/>
                  </a:cubicBezTo>
                  <a:cubicBezTo>
                    <a:pt x="40" y="234"/>
                    <a:pt x="40" y="234"/>
                    <a:pt x="40" y="234"/>
                  </a:cubicBezTo>
                  <a:cubicBezTo>
                    <a:pt x="28" y="233"/>
                    <a:pt x="28" y="233"/>
                    <a:pt x="28" y="233"/>
                  </a:cubicBezTo>
                  <a:cubicBezTo>
                    <a:pt x="14" y="244"/>
                    <a:pt x="14" y="244"/>
                    <a:pt x="14" y="244"/>
                  </a:cubicBezTo>
                  <a:cubicBezTo>
                    <a:pt x="3" y="244"/>
                    <a:pt x="3" y="244"/>
                    <a:pt x="3" y="244"/>
                  </a:cubicBezTo>
                  <a:cubicBezTo>
                    <a:pt x="3" y="252"/>
                    <a:pt x="3" y="252"/>
                    <a:pt x="3" y="252"/>
                  </a:cubicBezTo>
                  <a:cubicBezTo>
                    <a:pt x="2" y="258"/>
                    <a:pt x="2" y="258"/>
                    <a:pt x="2" y="258"/>
                  </a:cubicBezTo>
                  <a:cubicBezTo>
                    <a:pt x="3" y="273"/>
                    <a:pt x="3" y="273"/>
                    <a:pt x="3" y="273"/>
                  </a:cubicBezTo>
                  <a:cubicBezTo>
                    <a:pt x="10" y="273"/>
                    <a:pt x="10" y="273"/>
                    <a:pt x="10" y="273"/>
                  </a:cubicBezTo>
                  <a:cubicBezTo>
                    <a:pt x="1" y="281"/>
                    <a:pt x="1" y="281"/>
                    <a:pt x="1" y="281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1" y="288"/>
                    <a:pt x="1" y="289"/>
                    <a:pt x="1" y="290"/>
                  </a:cubicBezTo>
                  <a:cubicBezTo>
                    <a:pt x="1" y="295"/>
                    <a:pt x="7" y="296"/>
                    <a:pt x="10" y="299"/>
                  </a:cubicBezTo>
                  <a:cubicBezTo>
                    <a:pt x="13" y="302"/>
                    <a:pt x="20" y="302"/>
                    <a:pt x="24" y="300"/>
                  </a:cubicBezTo>
                  <a:cubicBezTo>
                    <a:pt x="27" y="298"/>
                    <a:pt x="30" y="296"/>
                    <a:pt x="34" y="299"/>
                  </a:cubicBezTo>
                  <a:cubicBezTo>
                    <a:pt x="37" y="301"/>
                    <a:pt x="41" y="299"/>
                    <a:pt x="45" y="298"/>
                  </a:cubicBezTo>
                  <a:cubicBezTo>
                    <a:pt x="49" y="298"/>
                    <a:pt x="52" y="294"/>
                    <a:pt x="55" y="295"/>
                  </a:cubicBezTo>
                  <a:cubicBezTo>
                    <a:pt x="58" y="297"/>
                    <a:pt x="62" y="292"/>
                    <a:pt x="64" y="289"/>
                  </a:cubicBezTo>
                  <a:cubicBezTo>
                    <a:pt x="66" y="286"/>
                    <a:pt x="82" y="274"/>
                    <a:pt x="89" y="274"/>
                  </a:cubicBezTo>
                  <a:cubicBezTo>
                    <a:pt x="95" y="274"/>
                    <a:pt x="96" y="271"/>
                    <a:pt x="97" y="265"/>
                  </a:cubicBezTo>
                  <a:cubicBezTo>
                    <a:pt x="98" y="259"/>
                    <a:pt x="101" y="258"/>
                    <a:pt x="104" y="253"/>
                  </a:cubicBezTo>
                  <a:cubicBezTo>
                    <a:pt x="107" y="248"/>
                    <a:pt x="112" y="242"/>
                    <a:pt x="116" y="242"/>
                  </a:cubicBezTo>
                  <a:cubicBezTo>
                    <a:pt x="120" y="242"/>
                    <a:pt x="127" y="240"/>
                    <a:pt x="131" y="244"/>
                  </a:cubicBezTo>
                  <a:cubicBezTo>
                    <a:pt x="134" y="247"/>
                    <a:pt x="142" y="242"/>
                    <a:pt x="145" y="239"/>
                  </a:cubicBezTo>
                  <a:cubicBezTo>
                    <a:pt x="149" y="236"/>
                    <a:pt x="154" y="235"/>
                    <a:pt x="155" y="237"/>
                  </a:cubicBezTo>
                  <a:cubicBezTo>
                    <a:pt x="157" y="239"/>
                    <a:pt x="160" y="239"/>
                    <a:pt x="164" y="239"/>
                  </a:cubicBezTo>
                  <a:cubicBezTo>
                    <a:pt x="168" y="239"/>
                    <a:pt x="173" y="240"/>
                    <a:pt x="178" y="239"/>
                  </a:cubicBezTo>
                  <a:cubicBezTo>
                    <a:pt x="182" y="239"/>
                    <a:pt x="187" y="235"/>
                    <a:pt x="188" y="231"/>
                  </a:cubicBezTo>
                  <a:cubicBezTo>
                    <a:pt x="189" y="227"/>
                    <a:pt x="193" y="220"/>
                    <a:pt x="198" y="218"/>
                  </a:cubicBezTo>
                  <a:cubicBezTo>
                    <a:pt x="202" y="216"/>
                    <a:pt x="204" y="212"/>
                    <a:pt x="201" y="209"/>
                  </a:cubicBezTo>
                  <a:cubicBezTo>
                    <a:pt x="198" y="205"/>
                    <a:pt x="195" y="202"/>
                    <a:pt x="196" y="199"/>
                  </a:cubicBezTo>
                  <a:cubicBezTo>
                    <a:pt x="197" y="196"/>
                    <a:pt x="197" y="193"/>
                    <a:pt x="197" y="190"/>
                  </a:cubicBezTo>
                  <a:cubicBezTo>
                    <a:pt x="196" y="186"/>
                    <a:pt x="197" y="181"/>
                    <a:pt x="197" y="176"/>
                  </a:cubicBezTo>
                  <a:cubicBezTo>
                    <a:pt x="197" y="170"/>
                    <a:pt x="196" y="166"/>
                    <a:pt x="198" y="163"/>
                  </a:cubicBezTo>
                  <a:cubicBezTo>
                    <a:pt x="200" y="159"/>
                    <a:pt x="202" y="149"/>
                    <a:pt x="199" y="145"/>
                  </a:cubicBezTo>
                  <a:cubicBezTo>
                    <a:pt x="196" y="142"/>
                    <a:pt x="199" y="139"/>
                    <a:pt x="195" y="137"/>
                  </a:cubicBezTo>
                  <a:cubicBezTo>
                    <a:pt x="192" y="135"/>
                    <a:pt x="189" y="139"/>
                    <a:pt x="187" y="141"/>
                  </a:cubicBezTo>
                  <a:cubicBezTo>
                    <a:pt x="184" y="143"/>
                    <a:pt x="180" y="143"/>
                    <a:pt x="182" y="137"/>
                  </a:cubicBezTo>
                  <a:cubicBezTo>
                    <a:pt x="183" y="130"/>
                    <a:pt x="186" y="123"/>
                    <a:pt x="186" y="120"/>
                  </a:cubicBezTo>
                  <a:cubicBezTo>
                    <a:pt x="186" y="117"/>
                    <a:pt x="198" y="111"/>
                    <a:pt x="202" y="107"/>
                  </a:cubicBezTo>
                  <a:cubicBezTo>
                    <a:pt x="203" y="105"/>
                    <a:pt x="204" y="104"/>
                    <a:pt x="205" y="104"/>
                  </a:cubicBezTo>
                  <a:cubicBezTo>
                    <a:pt x="200" y="95"/>
                    <a:pt x="200" y="95"/>
                    <a:pt x="200" y="95"/>
                  </a:cubicBezTo>
                  <a:cubicBezTo>
                    <a:pt x="193" y="93"/>
                    <a:pt x="193" y="93"/>
                    <a:pt x="193" y="93"/>
                  </a:cubicBezTo>
                  <a:cubicBezTo>
                    <a:pt x="187" y="84"/>
                    <a:pt x="187" y="84"/>
                    <a:pt x="187" y="84"/>
                  </a:cubicBezTo>
                  <a:cubicBezTo>
                    <a:pt x="193" y="81"/>
                    <a:pt x="193" y="81"/>
                    <a:pt x="193" y="81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62"/>
                    <a:pt x="183" y="62"/>
                    <a:pt x="183" y="62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74" y="51"/>
                    <a:pt x="174" y="51"/>
                    <a:pt x="174" y="51"/>
                  </a:cubicBezTo>
                  <a:cubicBezTo>
                    <a:pt x="170" y="55"/>
                    <a:pt x="170" y="55"/>
                    <a:pt x="170" y="55"/>
                  </a:cubicBezTo>
                  <a:cubicBezTo>
                    <a:pt x="166" y="54"/>
                    <a:pt x="166" y="54"/>
                    <a:pt x="166" y="54"/>
                  </a:cubicBezTo>
                  <a:cubicBezTo>
                    <a:pt x="164" y="48"/>
                    <a:pt x="164" y="48"/>
                    <a:pt x="164" y="48"/>
                  </a:cubicBezTo>
                  <a:cubicBezTo>
                    <a:pt x="159" y="45"/>
                    <a:pt x="159" y="45"/>
                    <a:pt x="159" y="45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1" y="54"/>
                    <a:pt x="151" y="54"/>
                    <a:pt x="151" y="54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48" y="43"/>
                    <a:pt x="148" y="43"/>
                    <a:pt x="148" y="43"/>
                  </a:cubicBezTo>
                  <a:cubicBezTo>
                    <a:pt x="145" y="39"/>
                    <a:pt x="145" y="39"/>
                    <a:pt x="145" y="39"/>
                  </a:cubicBezTo>
                  <a:cubicBezTo>
                    <a:pt x="139" y="40"/>
                    <a:pt x="139" y="40"/>
                    <a:pt x="139" y="40"/>
                  </a:cubicBezTo>
                  <a:cubicBezTo>
                    <a:pt x="134" y="38"/>
                    <a:pt x="134" y="38"/>
                    <a:pt x="134" y="38"/>
                  </a:cubicBezTo>
                  <a:cubicBezTo>
                    <a:pt x="130" y="34"/>
                    <a:pt x="130" y="34"/>
                    <a:pt x="130" y="34"/>
                  </a:cubicBezTo>
                  <a:cubicBezTo>
                    <a:pt x="129" y="31"/>
                    <a:pt x="129" y="31"/>
                    <a:pt x="129" y="31"/>
                  </a:cubicBezTo>
                  <a:cubicBezTo>
                    <a:pt x="126" y="30"/>
                    <a:pt x="126" y="30"/>
                    <a:pt x="126" y="30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14" y="14"/>
                    <a:pt x="114" y="14"/>
                    <a:pt x="114" y="14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6" y="5"/>
                    <a:pt x="106" y="5"/>
                    <a:pt x="106" y="5"/>
                  </a:cubicBezTo>
                  <a:lnTo>
                    <a:pt x="103" y="2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59" name="Freeform 65">
              <a:extLst>
                <a:ext uri="{FF2B5EF4-FFF2-40B4-BE49-F238E27FC236}">
                  <a16:creationId xmlns:a16="http://schemas.microsoft.com/office/drawing/2014/main" id="{F3B42B7D-FB70-C944-AED0-3F2FF2256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9" y="3995"/>
              <a:ext cx="340" cy="233"/>
            </a:xfrm>
            <a:custGeom>
              <a:avLst/>
              <a:gdLst>
                <a:gd name="T0" fmla="*/ 132 w 163"/>
                <a:gd name="T1" fmla="*/ 0 h 112"/>
                <a:gd name="T2" fmla="*/ 135 w 163"/>
                <a:gd name="T3" fmla="*/ 8 h 112"/>
                <a:gd name="T4" fmla="*/ 143 w 163"/>
                <a:gd name="T5" fmla="*/ 10 h 112"/>
                <a:gd name="T6" fmla="*/ 146 w 163"/>
                <a:gd name="T7" fmla="*/ 18 h 112"/>
                <a:gd name="T8" fmla="*/ 150 w 163"/>
                <a:gd name="T9" fmla="*/ 27 h 112"/>
                <a:gd name="T10" fmla="*/ 163 w 163"/>
                <a:gd name="T11" fmla="*/ 31 h 112"/>
                <a:gd name="T12" fmla="*/ 161 w 163"/>
                <a:gd name="T13" fmla="*/ 36 h 112"/>
                <a:gd name="T14" fmla="*/ 154 w 163"/>
                <a:gd name="T15" fmla="*/ 37 h 112"/>
                <a:gd name="T16" fmla="*/ 159 w 163"/>
                <a:gd name="T17" fmla="*/ 47 h 112"/>
                <a:gd name="T18" fmla="*/ 161 w 163"/>
                <a:gd name="T19" fmla="*/ 55 h 112"/>
                <a:gd name="T20" fmla="*/ 154 w 163"/>
                <a:gd name="T21" fmla="*/ 60 h 112"/>
                <a:gd name="T22" fmla="*/ 158 w 163"/>
                <a:gd name="T23" fmla="*/ 66 h 112"/>
                <a:gd name="T24" fmla="*/ 152 w 163"/>
                <a:gd name="T25" fmla="*/ 73 h 112"/>
                <a:gd name="T26" fmla="*/ 147 w 163"/>
                <a:gd name="T27" fmla="*/ 75 h 112"/>
                <a:gd name="T28" fmla="*/ 142 w 163"/>
                <a:gd name="T29" fmla="*/ 71 h 112"/>
                <a:gd name="T30" fmla="*/ 138 w 163"/>
                <a:gd name="T31" fmla="*/ 74 h 112"/>
                <a:gd name="T32" fmla="*/ 137 w 163"/>
                <a:gd name="T33" fmla="*/ 81 h 112"/>
                <a:gd name="T34" fmla="*/ 128 w 163"/>
                <a:gd name="T35" fmla="*/ 89 h 112"/>
                <a:gd name="T36" fmla="*/ 121 w 163"/>
                <a:gd name="T37" fmla="*/ 89 h 112"/>
                <a:gd name="T38" fmla="*/ 104 w 163"/>
                <a:gd name="T39" fmla="*/ 96 h 112"/>
                <a:gd name="T40" fmla="*/ 111 w 163"/>
                <a:gd name="T41" fmla="*/ 104 h 112"/>
                <a:gd name="T42" fmla="*/ 113 w 163"/>
                <a:gd name="T43" fmla="*/ 111 h 112"/>
                <a:gd name="T44" fmla="*/ 105 w 163"/>
                <a:gd name="T45" fmla="*/ 112 h 112"/>
                <a:gd name="T46" fmla="*/ 100 w 163"/>
                <a:gd name="T47" fmla="*/ 104 h 112"/>
                <a:gd name="T48" fmla="*/ 84 w 163"/>
                <a:gd name="T49" fmla="*/ 99 h 112"/>
                <a:gd name="T50" fmla="*/ 71 w 163"/>
                <a:gd name="T51" fmla="*/ 104 h 112"/>
                <a:gd name="T52" fmla="*/ 59 w 163"/>
                <a:gd name="T53" fmla="*/ 101 h 112"/>
                <a:gd name="T54" fmla="*/ 50 w 163"/>
                <a:gd name="T55" fmla="*/ 96 h 112"/>
                <a:gd name="T56" fmla="*/ 49 w 163"/>
                <a:gd name="T57" fmla="*/ 87 h 112"/>
                <a:gd name="T58" fmla="*/ 41 w 163"/>
                <a:gd name="T59" fmla="*/ 85 h 112"/>
                <a:gd name="T60" fmla="*/ 38 w 163"/>
                <a:gd name="T61" fmla="*/ 93 h 112"/>
                <a:gd name="T62" fmla="*/ 29 w 163"/>
                <a:gd name="T63" fmla="*/ 96 h 112"/>
                <a:gd name="T64" fmla="*/ 9 w 163"/>
                <a:gd name="T65" fmla="*/ 40 h 112"/>
                <a:gd name="T66" fmla="*/ 0 w 163"/>
                <a:gd name="T67" fmla="*/ 17 h 112"/>
                <a:gd name="T68" fmla="*/ 7 w 163"/>
                <a:gd name="T69" fmla="*/ 10 h 112"/>
                <a:gd name="T70" fmla="*/ 12 w 163"/>
                <a:gd name="T71" fmla="*/ 15 h 112"/>
                <a:gd name="T72" fmla="*/ 17 w 163"/>
                <a:gd name="T73" fmla="*/ 13 h 112"/>
                <a:gd name="T74" fmla="*/ 23 w 163"/>
                <a:gd name="T75" fmla="*/ 11 h 112"/>
                <a:gd name="T76" fmla="*/ 34 w 163"/>
                <a:gd name="T77" fmla="*/ 11 h 112"/>
                <a:gd name="T78" fmla="*/ 42 w 163"/>
                <a:gd name="T79" fmla="*/ 4 h 112"/>
                <a:gd name="T80" fmla="*/ 53 w 163"/>
                <a:gd name="T81" fmla="*/ 0 h 112"/>
                <a:gd name="T82" fmla="*/ 62 w 163"/>
                <a:gd name="T83" fmla="*/ 0 h 112"/>
                <a:gd name="T84" fmla="*/ 70 w 163"/>
                <a:gd name="T85" fmla="*/ 9 h 112"/>
                <a:gd name="T86" fmla="*/ 70 w 163"/>
                <a:gd name="T87" fmla="*/ 16 h 112"/>
                <a:gd name="T88" fmla="*/ 84 w 163"/>
                <a:gd name="T89" fmla="*/ 26 h 112"/>
                <a:gd name="T90" fmla="*/ 88 w 163"/>
                <a:gd name="T91" fmla="*/ 18 h 112"/>
                <a:gd name="T92" fmla="*/ 95 w 163"/>
                <a:gd name="T93" fmla="*/ 8 h 112"/>
                <a:gd name="T94" fmla="*/ 100 w 163"/>
                <a:gd name="T95" fmla="*/ 13 h 112"/>
                <a:gd name="T96" fmla="*/ 104 w 163"/>
                <a:gd name="T97" fmla="*/ 8 h 112"/>
                <a:gd name="T98" fmla="*/ 109 w 163"/>
                <a:gd name="T99" fmla="*/ 11 h 112"/>
                <a:gd name="T100" fmla="*/ 114 w 163"/>
                <a:gd name="T101" fmla="*/ 7 h 112"/>
                <a:gd name="T102" fmla="*/ 123 w 163"/>
                <a:gd name="T103" fmla="*/ 7 h 112"/>
                <a:gd name="T104" fmla="*/ 132 w 163"/>
                <a:gd name="T105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3" h="112">
                  <a:moveTo>
                    <a:pt x="132" y="0"/>
                  </a:moveTo>
                  <a:cubicBezTo>
                    <a:pt x="135" y="8"/>
                    <a:pt x="135" y="8"/>
                    <a:pt x="135" y="8"/>
                  </a:cubicBezTo>
                  <a:cubicBezTo>
                    <a:pt x="143" y="10"/>
                    <a:pt x="143" y="10"/>
                    <a:pt x="143" y="10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50" y="27"/>
                    <a:pt x="150" y="27"/>
                    <a:pt x="150" y="27"/>
                  </a:cubicBezTo>
                  <a:cubicBezTo>
                    <a:pt x="163" y="31"/>
                    <a:pt x="163" y="31"/>
                    <a:pt x="163" y="31"/>
                  </a:cubicBezTo>
                  <a:cubicBezTo>
                    <a:pt x="161" y="36"/>
                    <a:pt x="161" y="36"/>
                    <a:pt x="161" y="36"/>
                  </a:cubicBezTo>
                  <a:cubicBezTo>
                    <a:pt x="154" y="37"/>
                    <a:pt x="154" y="37"/>
                    <a:pt x="154" y="37"/>
                  </a:cubicBezTo>
                  <a:cubicBezTo>
                    <a:pt x="159" y="47"/>
                    <a:pt x="159" y="47"/>
                    <a:pt x="159" y="47"/>
                  </a:cubicBezTo>
                  <a:cubicBezTo>
                    <a:pt x="161" y="55"/>
                    <a:pt x="161" y="55"/>
                    <a:pt x="161" y="55"/>
                  </a:cubicBezTo>
                  <a:cubicBezTo>
                    <a:pt x="154" y="60"/>
                    <a:pt x="154" y="60"/>
                    <a:pt x="154" y="60"/>
                  </a:cubicBezTo>
                  <a:cubicBezTo>
                    <a:pt x="158" y="66"/>
                    <a:pt x="158" y="66"/>
                    <a:pt x="158" y="66"/>
                  </a:cubicBezTo>
                  <a:cubicBezTo>
                    <a:pt x="152" y="73"/>
                    <a:pt x="152" y="73"/>
                    <a:pt x="152" y="73"/>
                  </a:cubicBezTo>
                  <a:cubicBezTo>
                    <a:pt x="147" y="75"/>
                    <a:pt x="147" y="75"/>
                    <a:pt x="147" y="75"/>
                  </a:cubicBezTo>
                  <a:cubicBezTo>
                    <a:pt x="142" y="71"/>
                    <a:pt x="142" y="71"/>
                    <a:pt x="142" y="71"/>
                  </a:cubicBezTo>
                  <a:cubicBezTo>
                    <a:pt x="138" y="74"/>
                    <a:pt x="138" y="74"/>
                    <a:pt x="138" y="74"/>
                  </a:cubicBezTo>
                  <a:cubicBezTo>
                    <a:pt x="137" y="81"/>
                    <a:pt x="137" y="81"/>
                    <a:pt x="137" y="81"/>
                  </a:cubicBezTo>
                  <a:cubicBezTo>
                    <a:pt x="128" y="89"/>
                    <a:pt x="128" y="89"/>
                    <a:pt x="128" y="89"/>
                  </a:cubicBezTo>
                  <a:cubicBezTo>
                    <a:pt x="121" y="89"/>
                    <a:pt x="121" y="89"/>
                    <a:pt x="121" y="89"/>
                  </a:cubicBezTo>
                  <a:cubicBezTo>
                    <a:pt x="104" y="96"/>
                    <a:pt x="104" y="96"/>
                    <a:pt x="104" y="96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3" y="111"/>
                    <a:pt x="113" y="111"/>
                    <a:pt x="113" y="111"/>
                  </a:cubicBezTo>
                  <a:cubicBezTo>
                    <a:pt x="105" y="112"/>
                    <a:pt x="105" y="112"/>
                    <a:pt x="105" y="112"/>
                  </a:cubicBezTo>
                  <a:cubicBezTo>
                    <a:pt x="104" y="110"/>
                    <a:pt x="103" y="107"/>
                    <a:pt x="100" y="104"/>
                  </a:cubicBezTo>
                  <a:cubicBezTo>
                    <a:pt x="93" y="98"/>
                    <a:pt x="86" y="96"/>
                    <a:pt x="84" y="99"/>
                  </a:cubicBezTo>
                  <a:cubicBezTo>
                    <a:pt x="82" y="101"/>
                    <a:pt x="75" y="105"/>
                    <a:pt x="71" y="104"/>
                  </a:cubicBezTo>
                  <a:cubicBezTo>
                    <a:pt x="67" y="102"/>
                    <a:pt x="63" y="105"/>
                    <a:pt x="59" y="101"/>
                  </a:cubicBezTo>
                  <a:cubicBezTo>
                    <a:pt x="55" y="98"/>
                    <a:pt x="52" y="99"/>
                    <a:pt x="50" y="96"/>
                  </a:cubicBezTo>
                  <a:cubicBezTo>
                    <a:pt x="49" y="93"/>
                    <a:pt x="49" y="90"/>
                    <a:pt x="49" y="87"/>
                  </a:cubicBezTo>
                  <a:cubicBezTo>
                    <a:pt x="50" y="84"/>
                    <a:pt x="45" y="84"/>
                    <a:pt x="41" y="85"/>
                  </a:cubicBezTo>
                  <a:cubicBezTo>
                    <a:pt x="37" y="85"/>
                    <a:pt x="38" y="93"/>
                    <a:pt x="38" y="93"/>
                  </a:cubicBezTo>
                  <a:cubicBezTo>
                    <a:pt x="29" y="96"/>
                    <a:pt x="29" y="96"/>
                    <a:pt x="29" y="96"/>
                  </a:cubicBezTo>
                  <a:cubicBezTo>
                    <a:pt x="29" y="96"/>
                    <a:pt x="11" y="50"/>
                    <a:pt x="9" y="40"/>
                  </a:cubicBezTo>
                  <a:cubicBezTo>
                    <a:pt x="7" y="33"/>
                    <a:pt x="3" y="23"/>
                    <a:pt x="0" y="17"/>
                  </a:cubicBezTo>
                  <a:cubicBezTo>
                    <a:pt x="7" y="10"/>
                    <a:pt x="7" y="10"/>
                    <a:pt x="7" y="1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70" y="16"/>
                    <a:pt x="70" y="16"/>
                    <a:pt x="70" y="16"/>
                  </a:cubicBezTo>
                  <a:cubicBezTo>
                    <a:pt x="84" y="26"/>
                    <a:pt x="84" y="26"/>
                    <a:pt x="84" y="26"/>
                  </a:cubicBezTo>
                  <a:cubicBezTo>
                    <a:pt x="88" y="18"/>
                    <a:pt x="88" y="18"/>
                    <a:pt x="88" y="18"/>
                  </a:cubicBezTo>
                  <a:cubicBezTo>
                    <a:pt x="95" y="8"/>
                    <a:pt x="95" y="8"/>
                    <a:pt x="95" y="8"/>
                  </a:cubicBezTo>
                  <a:cubicBezTo>
                    <a:pt x="100" y="13"/>
                    <a:pt x="100" y="13"/>
                    <a:pt x="100" y="13"/>
                  </a:cubicBezTo>
                  <a:cubicBezTo>
                    <a:pt x="104" y="8"/>
                    <a:pt x="104" y="8"/>
                    <a:pt x="104" y="8"/>
                  </a:cubicBezTo>
                  <a:cubicBezTo>
                    <a:pt x="109" y="11"/>
                    <a:pt x="109" y="11"/>
                    <a:pt x="109" y="11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23" y="7"/>
                    <a:pt x="123" y="7"/>
                    <a:pt x="123" y="7"/>
                  </a:cubicBezTo>
                  <a:lnTo>
                    <a:pt x="132" y="0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60" name="Freeform 66">
              <a:extLst>
                <a:ext uri="{FF2B5EF4-FFF2-40B4-BE49-F238E27FC236}">
                  <a16:creationId xmlns:a16="http://schemas.microsoft.com/office/drawing/2014/main" id="{F34BFB8C-C0D5-2E40-B911-2ADCE2BD7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1" y="3789"/>
              <a:ext cx="343" cy="260"/>
            </a:xfrm>
            <a:custGeom>
              <a:avLst/>
              <a:gdLst>
                <a:gd name="T0" fmla="*/ 27 w 165"/>
                <a:gd name="T1" fmla="*/ 0 h 125"/>
                <a:gd name="T2" fmla="*/ 33 w 165"/>
                <a:gd name="T3" fmla="*/ 1 h 125"/>
                <a:gd name="T4" fmla="*/ 39 w 165"/>
                <a:gd name="T5" fmla="*/ 7 h 125"/>
                <a:gd name="T6" fmla="*/ 51 w 165"/>
                <a:gd name="T7" fmla="*/ 7 h 125"/>
                <a:gd name="T8" fmla="*/ 71 w 165"/>
                <a:gd name="T9" fmla="*/ 14 h 125"/>
                <a:gd name="T10" fmla="*/ 88 w 165"/>
                <a:gd name="T11" fmla="*/ 35 h 125"/>
                <a:gd name="T12" fmla="*/ 103 w 165"/>
                <a:gd name="T13" fmla="*/ 35 h 125"/>
                <a:gd name="T14" fmla="*/ 110 w 165"/>
                <a:gd name="T15" fmla="*/ 42 h 125"/>
                <a:gd name="T16" fmla="*/ 124 w 165"/>
                <a:gd name="T17" fmla="*/ 41 h 125"/>
                <a:gd name="T18" fmla="*/ 129 w 165"/>
                <a:gd name="T19" fmla="*/ 35 h 125"/>
                <a:gd name="T20" fmla="*/ 136 w 165"/>
                <a:gd name="T21" fmla="*/ 38 h 125"/>
                <a:gd name="T22" fmla="*/ 135 w 165"/>
                <a:gd name="T23" fmla="*/ 52 h 125"/>
                <a:gd name="T24" fmla="*/ 137 w 165"/>
                <a:gd name="T25" fmla="*/ 55 h 125"/>
                <a:gd name="T26" fmla="*/ 135 w 165"/>
                <a:gd name="T27" fmla="*/ 58 h 125"/>
                <a:gd name="T28" fmla="*/ 138 w 165"/>
                <a:gd name="T29" fmla="*/ 62 h 125"/>
                <a:gd name="T30" fmla="*/ 147 w 165"/>
                <a:gd name="T31" fmla="*/ 52 h 125"/>
                <a:gd name="T32" fmla="*/ 156 w 165"/>
                <a:gd name="T33" fmla="*/ 54 h 125"/>
                <a:gd name="T34" fmla="*/ 158 w 165"/>
                <a:gd name="T35" fmla="*/ 64 h 125"/>
                <a:gd name="T36" fmla="*/ 161 w 165"/>
                <a:gd name="T37" fmla="*/ 76 h 125"/>
                <a:gd name="T38" fmla="*/ 159 w 165"/>
                <a:gd name="T39" fmla="*/ 88 h 125"/>
                <a:gd name="T40" fmla="*/ 165 w 165"/>
                <a:gd name="T41" fmla="*/ 99 h 125"/>
                <a:gd name="T42" fmla="*/ 156 w 165"/>
                <a:gd name="T43" fmla="*/ 106 h 125"/>
                <a:gd name="T44" fmla="*/ 147 w 165"/>
                <a:gd name="T45" fmla="*/ 106 h 125"/>
                <a:gd name="T46" fmla="*/ 142 w 165"/>
                <a:gd name="T47" fmla="*/ 110 h 125"/>
                <a:gd name="T48" fmla="*/ 137 w 165"/>
                <a:gd name="T49" fmla="*/ 107 h 125"/>
                <a:gd name="T50" fmla="*/ 133 w 165"/>
                <a:gd name="T51" fmla="*/ 112 h 125"/>
                <a:gd name="T52" fmla="*/ 128 w 165"/>
                <a:gd name="T53" fmla="*/ 107 h 125"/>
                <a:gd name="T54" fmla="*/ 121 w 165"/>
                <a:gd name="T55" fmla="*/ 117 h 125"/>
                <a:gd name="T56" fmla="*/ 117 w 165"/>
                <a:gd name="T57" fmla="*/ 125 h 125"/>
                <a:gd name="T58" fmla="*/ 103 w 165"/>
                <a:gd name="T59" fmla="*/ 115 h 125"/>
                <a:gd name="T60" fmla="*/ 103 w 165"/>
                <a:gd name="T61" fmla="*/ 108 h 125"/>
                <a:gd name="T62" fmla="*/ 95 w 165"/>
                <a:gd name="T63" fmla="*/ 99 h 125"/>
                <a:gd name="T64" fmla="*/ 86 w 165"/>
                <a:gd name="T65" fmla="*/ 99 h 125"/>
                <a:gd name="T66" fmla="*/ 75 w 165"/>
                <a:gd name="T67" fmla="*/ 103 h 125"/>
                <a:gd name="T68" fmla="*/ 67 w 165"/>
                <a:gd name="T69" fmla="*/ 110 h 125"/>
                <a:gd name="T70" fmla="*/ 56 w 165"/>
                <a:gd name="T71" fmla="*/ 110 h 125"/>
                <a:gd name="T72" fmla="*/ 50 w 165"/>
                <a:gd name="T73" fmla="*/ 112 h 125"/>
                <a:gd name="T74" fmla="*/ 45 w 165"/>
                <a:gd name="T75" fmla="*/ 114 h 125"/>
                <a:gd name="T76" fmla="*/ 40 w 165"/>
                <a:gd name="T77" fmla="*/ 109 h 125"/>
                <a:gd name="T78" fmla="*/ 33 w 165"/>
                <a:gd name="T79" fmla="*/ 116 h 125"/>
                <a:gd name="T80" fmla="*/ 28 w 165"/>
                <a:gd name="T81" fmla="*/ 109 h 125"/>
                <a:gd name="T82" fmla="*/ 16 w 165"/>
                <a:gd name="T83" fmla="*/ 91 h 125"/>
                <a:gd name="T84" fmla="*/ 21 w 165"/>
                <a:gd name="T85" fmla="*/ 87 h 125"/>
                <a:gd name="T86" fmla="*/ 20 w 165"/>
                <a:gd name="T87" fmla="*/ 82 h 125"/>
                <a:gd name="T88" fmla="*/ 11 w 165"/>
                <a:gd name="T89" fmla="*/ 84 h 125"/>
                <a:gd name="T90" fmla="*/ 3 w 165"/>
                <a:gd name="T91" fmla="*/ 86 h 125"/>
                <a:gd name="T92" fmla="*/ 0 w 165"/>
                <a:gd name="T93" fmla="*/ 86 h 125"/>
                <a:gd name="T94" fmla="*/ 1 w 165"/>
                <a:gd name="T95" fmla="*/ 81 h 125"/>
                <a:gd name="T96" fmla="*/ 5 w 165"/>
                <a:gd name="T97" fmla="*/ 73 h 125"/>
                <a:gd name="T98" fmla="*/ 2 w 165"/>
                <a:gd name="T99" fmla="*/ 67 h 125"/>
                <a:gd name="T100" fmla="*/ 1 w 165"/>
                <a:gd name="T101" fmla="*/ 50 h 125"/>
                <a:gd name="T102" fmla="*/ 4 w 165"/>
                <a:gd name="T103" fmla="*/ 38 h 125"/>
                <a:gd name="T104" fmla="*/ 13 w 165"/>
                <a:gd name="T105" fmla="*/ 33 h 125"/>
                <a:gd name="T106" fmla="*/ 20 w 165"/>
                <a:gd name="T107" fmla="*/ 29 h 125"/>
                <a:gd name="T108" fmla="*/ 22 w 165"/>
                <a:gd name="T109" fmla="*/ 19 h 125"/>
                <a:gd name="T110" fmla="*/ 27 w 165"/>
                <a:gd name="T111" fmla="*/ 14 h 125"/>
                <a:gd name="T112" fmla="*/ 27 w 165"/>
                <a:gd name="T113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5" h="125">
                  <a:moveTo>
                    <a:pt x="27" y="0"/>
                  </a:moveTo>
                  <a:cubicBezTo>
                    <a:pt x="33" y="1"/>
                    <a:pt x="33" y="1"/>
                    <a:pt x="33" y="1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88" y="35"/>
                    <a:pt x="88" y="35"/>
                    <a:pt x="88" y="35"/>
                  </a:cubicBezTo>
                  <a:cubicBezTo>
                    <a:pt x="103" y="35"/>
                    <a:pt x="103" y="35"/>
                    <a:pt x="103" y="35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24" y="41"/>
                    <a:pt x="124" y="41"/>
                    <a:pt x="124" y="41"/>
                  </a:cubicBezTo>
                  <a:cubicBezTo>
                    <a:pt x="129" y="35"/>
                    <a:pt x="129" y="35"/>
                    <a:pt x="129" y="35"/>
                  </a:cubicBezTo>
                  <a:cubicBezTo>
                    <a:pt x="136" y="38"/>
                    <a:pt x="136" y="38"/>
                    <a:pt x="136" y="38"/>
                  </a:cubicBezTo>
                  <a:cubicBezTo>
                    <a:pt x="135" y="52"/>
                    <a:pt x="135" y="52"/>
                    <a:pt x="135" y="52"/>
                  </a:cubicBezTo>
                  <a:cubicBezTo>
                    <a:pt x="137" y="55"/>
                    <a:pt x="137" y="55"/>
                    <a:pt x="137" y="55"/>
                  </a:cubicBezTo>
                  <a:cubicBezTo>
                    <a:pt x="135" y="58"/>
                    <a:pt x="135" y="58"/>
                    <a:pt x="135" y="58"/>
                  </a:cubicBezTo>
                  <a:cubicBezTo>
                    <a:pt x="138" y="62"/>
                    <a:pt x="138" y="62"/>
                    <a:pt x="138" y="62"/>
                  </a:cubicBezTo>
                  <a:cubicBezTo>
                    <a:pt x="147" y="52"/>
                    <a:pt x="147" y="52"/>
                    <a:pt x="147" y="52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8" y="64"/>
                    <a:pt x="158" y="64"/>
                    <a:pt x="158" y="64"/>
                  </a:cubicBezTo>
                  <a:cubicBezTo>
                    <a:pt x="158" y="64"/>
                    <a:pt x="161" y="76"/>
                    <a:pt x="161" y="76"/>
                  </a:cubicBezTo>
                  <a:cubicBezTo>
                    <a:pt x="161" y="77"/>
                    <a:pt x="159" y="88"/>
                    <a:pt x="159" y="88"/>
                  </a:cubicBezTo>
                  <a:cubicBezTo>
                    <a:pt x="165" y="99"/>
                    <a:pt x="165" y="99"/>
                    <a:pt x="165" y="99"/>
                  </a:cubicBezTo>
                  <a:cubicBezTo>
                    <a:pt x="156" y="106"/>
                    <a:pt x="156" y="106"/>
                    <a:pt x="156" y="106"/>
                  </a:cubicBezTo>
                  <a:cubicBezTo>
                    <a:pt x="147" y="106"/>
                    <a:pt x="147" y="106"/>
                    <a:pt x="147" y="106"/>
                  </a:cubicBezTo>
                  <a:cubicBezTo>
                    <a:pt x="142" y="110"/>
                    <a:pt x="142" y="110"/>
                    <a:pt x="142" y="110"/>
                  </a:cubicBezTo>
                  <a:cubicBezTo>
                    <a:pt x="137" y="107"/>
                    <a:pt x="137" y="107"/>
                    <a:pt x="137" y="107"/>
                  </a:cubicBezTo>
                  <a:cubicBezTo>
                    <a:pt x="133" y="112"/>
                    <a:pt x="133" y="112"/>
                    <a:pt x="133" y="112"/>
                  </a:cubicBezTo>
                  <a:cubicBezTo>
                    <a:pt x="128" y="107"/>
                    <a:pt x="128" y="107"/>
                    <a:pt x="128" y="107"/>
                  </a:cubicBezTo>
                  <a:cubicBezTo>
                    <a:pt x="121" y="117"/>
                    <a:pt x="121" y="117"/>
                    <a:pt x="121" y="117"/>
                  </a:cubicBezTo>
                  <a:cubicBezTo>
                    <a:pt x="117" y="125"/>
                    <a:pt x="117" y="125"/>
                    <a:pt x="117" y="125"/>
                  </a:cubicBezTo>
                  <a:cubicBezTo>
                    <a:pt x="103" y="115"/>
                    <a:pt x="103" y="115"/>
                    <a:pt x="103" y="115"/>
                  </a:cubicBezTo>
                  <a:cubicBezTo>
                    <a:pt x="103" y="108"/>
                    <a:pt x="103" y="108"/>
                    <a:pt x="103" y="10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86" y="99"/>
                    <a:pt x="86" y="99"/>
                    <a:pt x="86" y="99"/>
                  </a:cubicBezTo>
                  <a:cubicBezTo>
                    <a:pt x="75" y="103"/>
                    <a:pt x="75" y="103"/>
                    <a:pt x="75" y="103"/>
                  </a:cubicBezTo>
                  <a:cubicBezTo>
                    <a:pt x="67" y="110"/>
                    <a:pt x="67" y="110"/>
                    <a:pt x="67" y="110"/>
                  </a:cubicBezTo>
                  <a:cubicBezTo>
                    <a:pt x="56" y="110"/>
                    <a:pt x="56" y="110"/>
                    <a:pt x="56" y="110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45" y="114"/>
                    <a:pt x="45" y="114"/>
                    <a:pt x="45" y="114"/>
                  </a:cubicBezTo>
                  <a:cubicBezTo>
                    <a:pt x="40" y="109"/>
                    <a:pt x="40" y="109"/>
                    <a:pt x="40" y="109"/>
                  </a:cubicBezTo>
                  <a:cubicBezTo>
                    <a:pt x="33" y="116"/>
                    <a:pt x="33" y="116"/>
                    <a:pt x="33" y="116"/>
                  </a:cubicBezTo>
                  <a:cubicBezTo>
                    <a:pt x="31" y="113"/>
                    <a:pt x="29" y="110"/>
                    <a:pt x="28" y="109"/>
                  </a:cubicBezTo>
                  <a:cubicBezTo>
                    <a:pt x="23" y="105"/>
                    <a:pt x="16" y="94"/>
                    <a:pt x="16" y="91"/>
                  </a:cubicBezTo>
                  <a:cubicBezTo>
                    <a:pt x="16" y="87"/>
                    <a:pt x="18" y="88"/>
                    <a:pt x="21" y="87"/>
                  </a:cubicBezTo>
                  <a:cubicBezTo>
                    <a:pt x="23" y="85"/>
                    <a:pt x="21" y="82"/>
                    <a:pt x="20" y="82"/>
                  </a:cubicBezTo>
                  <a:cubicBezTo>
                    <a:pt x="18" y="82"/>
                    <a:pt x="13" y="83"/>
                    <a:pt x="11" y="84"/>
                  </a:cubicBezTo>
                  <a:cubicBezTo>
                    <a:pt x="9" y="84"/>
                    <a:pt x="6" y="86"/>
                    <a:pt x="3" y="86"/>
                  </a:cubicBezTo>
                  <a:cubicBezTo>
                    <a:pt x="2" y="85"/>
                    <a:pt x="1" y="85"/>
                    <a:pt x="0" y="86"/>
                  </a:cubicBezTo>
                  <a:cubicBezTo>
                    <a:pt x="1" y="81"/>
                    <a:pt x="1" y="81"/>
                    <a:pt x="1" y="81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20" y="29"/>
                    <a:pt x="20" y="29"/>
                    <a:pt x="20" y="2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7" y="14"/>
                    <a:pt x="27" y="14"/>
                    <a:pt x="27" y="14"/>
                  </a:cubicBezTo>
                  <a:lnTo>
                    <a:pt x="27" y="0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61" name="Freeform 67">
              <a:extLst>
                <a:ext uri="{FF2B5EF4-FFF2-40B4-BE49-F238E27FC236}">
                  <a16:creationId xmlns:a16="http://schemas.microsoft.com/office/drawing/2014/main" id="{8A1FB7EE-8531-DE49-84C3-92767F784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3855"/>
              <a:ext cx="164" cy="288"/>
            </a:xfrm>
            <a:custGeom>
              <a:avLst/>
              <a:gdLst>
                <a:gd name="T0" fmla="*/ 0 w 79"/>
                <a:gd name="T1" fmla="*/ 22 h 138"/>
                <a:gd name="T2" fmla="*/ 6 w 79"/>
                <a:gd name="T3" fmla="*/ 17 h 138"/>
                <a:gd name="T4" fmla="*/ 19 w 79"/>
                <a:gd name="T5" fmla="*/ 18 h 138"/>
                <a:gd name="T6" fmla="*/ 31 w 79"/>
                <a:gd name="T7" fmla="*/ 9 h 138"/>
                <a:gd name="T8" fmla="*/ 41 w 79"/>
                <a:gd name="T9" fmla="*/ 9 h 138"/>
                <a:gd name="T10" fmla="*/ 43 w 79"/>
                <a:gd name="T11" fmla="*/ 11 h 138"/>
                <a:gd name="T12" fmla="*/ 49 w 79"/>
                <a:gd name="T13" fmla="*/ 6 h 138"/>
                <a:gd name="T14" fmla="*/ 53 w 79"/>
                <a:gd name="T15" fmla="*/ 9 h 138"/>
                <a:gd name="T16" fmla="*/ 65 w 79"/>
                <a:gd name="T17" fmla="*/ 0 h 138"/>
                <a:gd name="T18" fmla="*/ 67 w 79"/>
                <a:gd name="T19" fmla="*/ 0 h 138"/>
                <a:gd name="T20" fmla="*/ 68 w 79"/>
                <a:gd name="T21" fmla="*/ 11 h 138"/>
                <a:gd name="T22" fmla="*/ 75 w 79"/>
                <a:gd name="T23" fmla="*/ 17 h 138"/>
                <a:gd name="T24" fmla="*/ 79 w 79"/>
                <a:gd name="T25" fmla="*/ 23 h 138"/>
                <a:gd name="T26" fmla="*/ 79 w 79"/>
                <a:gd name="T27" fmla="*/ 34 h 138"/>
                <a:gd name="T28" fmla="*/ 65 w 79"/>
                <a:gd name="T29" fmla="*/ 45 h 138"/>
                <a:gd name="T30" fmla="*/ 69 w 79"/>
                <a:gd name="T31" fmla="*/ 57 h 138"/>
                <a:gd name="T32" fmla="*/ 69 w 79"/>
                <a:gd name="T33" fmla="*/ 69 h 138"/>
                <a:gd name="T34" fmla="*/ 62 w 79"/>
                <a:gd name="T35" fmla="*/ 74 h 138"/>
                <a:gd name="T36" fmla="*/ 65 w 79"/>
                <a:gd name="T37" fmla="*/ 76 h 138"/>
                <a:gd name="T38" fmla="*/ 71 w 79"/>
                <a:gd name="T39" fmla="*/ 74 h 138"/>
                <a:gd name="T40" fmla="*/ 79 w 79"/>
                <a:gd name="T41" fmla="*/ 75 h 138"/>
                <a:gd name="T42" fmla="*/ 75 w 79"/>
                <a:gd name="T43" fmla="*/ 80 h 138"/>
                <a:gd name="T44" fmla="*/ 75 w 79"/>
                <a:gd name="T45" fmla="*/ 91 h 138"/>
                <a:gd name="T46" fmla="*/ 68 w 79"/>
                <a:gd name="T47" fmla="*/ 100 h 138"/>
                <a:gd name="T48" fmla="*/ 75 w 79"/>
                <a:gd name="T49" fmla="*/ 107 h 138"/>
                <a:gd name="T50" fmla="*/ 72 w 79"/>
                <a:gd name="T51" fmla="*/ 114 h 138"/>
                <a:gd name="T52" fmla="*/ 77 w 79"/>
                <a:gd name="T53" fmla="*/ 122 h 138"/>
                <a:gd name="T54" fmla="*/ 67 w 79"/>
                <a:gd name="T55" fmla="*/ 130 h 138"/>
                <a:gd name="T56" fmla="*/ 67 w 79"/>
                <a:gd name="T57" fmla="*/ 138 h 138"/>
                <a:gd name="T58" fmla="*/ 62 w 79"/>
                <a:gd name="T59" fmla="*/ 136 h 138"/>
                <a:gd name="T60" fmla="*/ 62 w 79"/>
                <a:gd name="T61" fmla="*/ 131 h 138"/>
                <a:gd name="T62" fmla="*/ 57 w 79"/>
                <a:gd name="T63" fmla="*/ 130 h 138"/>
                <a:gd name="T64" fmla="*/ 50 w 79"/>
                <a:gd name="T65" fmla="*/ 126 h 138"/>
                <a:gd name="T66" fmla="*/ 44 w 79"/>
                <a:gd name="T67" fmla="*/ 127 h 138"/>
                <a:gd name="T68" fmla="*/ 38 w 79"/>
                <a:gd name="T69" fmla="*/ 122 h 138"/>
                <a:gd name="T70" fmla="*/ 36 w 79"/>
                <a:gd name="T71" fmla="*/ 114 h 138"/>
                <a:gd name="T72" fmla="*/ 31 w 79"/>
                <a:gd name="T73" fmla="*/ 104 h 138"/>
                <a:gd name="T74" fmla="*/ 38 w 79"/>
                <a:gd name="T75" fmla="*/ 103 h 138"/>
                <a:gd name="T76" fmla="*/ 40 w 79"/>
                <a:gd name="T77" fmla="*/ 98 h 138"/>
                <a:gd name="T78" fmla="*/ 27 w 79"/>
                <a:gd name="T79" fmla="*/ 94 h 138"/>
                <a:gd name="T80" fmla="*/ 23 w 79"/>
                <a:gd name="T81" fmla="*/ 85 h 138"/>
                <a:gd name="T82" fmla="*/ 20 w 79"/>
                <a:gd name="T83" fmla="*/ 77 h 138"/>
                <a:gd name="T84" fmla="*/ 12 w 79"/>
                <a:gd name="T85" fmla="*/ 75 h 138"/>
                <a:gd name="T86" fmla="*/ 9 w 79"/>
                <a:gd name="T87" fmla="*/ 67 h 138"/>
                <a:gd name="T88" fmla="*/ 3 w 79"/>
                <a:gd name="T89" fmla="*/ 56 h 138"/>
                <a:gd name="T90" fmla="*/ 5 w 79"/>
                <a:gd name="T91" fmla="*/ 44 h 138"/>
                <a:gd name="T92" fmla="*/ 2 w 79"/>
                <a:gd name="T93" fmla="*/ 32 h 138"/>
                <a:gd name="T94" fmla="*/ 0 w 79"/>
                <a:gd name="T95" fmla="*/ 2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9" h="138">
                  <a:moveTo>
                    <a:pt x="0" y="22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53" y="9"/>
                    <a:pt x="53" y="9"/>
                    <a:pt x="53" y="9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75" y="17"/>
                    <a:pt x="75" y="17"/>
                    <a:pt x="75" y="17"/>
                  </a:cubicBezTo>
                  <a:cubicBezTo>
                    <a:pt x="79" y="23"/>
                    <a:pt x="79" y="23"/>
                    <a:pt x="79" y="23"/>
                  </a:cubicBezTo>
                  <a:cubicBezTo>
                    <a:pt x="79" y="34"/>
                    <a:pt x="79" y="34"/>
                    <a:pt x="79" y="34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9" y="57"/>
                    <a:pt x="69" y="57"/>
                    <a:pt x="69" y="57"/>
                  </a:cubicBezTo>
                  <a:cubicBezTo>
                    <a:pt x="69" y="69"/>
                    <a:pt x="69" y="69"/>
                    <a:pt x="69" y="69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65" y="76"/>
                    <a:pt x="65" y="76"/>
                    <a:pt x="65" y="76"/>
                  </a:cubicBezTo>
                  <a:cubicBezTo>
                    <a:pt x="71" y="74"/>
                    <a:pt x="71" y="74"/>
                    <a:pt x="71" y="74"/>
                  </a:cubicBezTo>
                  <a:cubicBezTo>
                    <a:pt x="79" y="75"/>
                    <a:pt x="79" y="75"/>
                    <a:pt x="79" y="75"/>
                  </a:cubicBezTo>
                  <a:cubicBezTo>
                    <a:pt x="75" y="80"/>
                    <a:pt x="75" y="80"/>
                    <a:pt x="75" y="80"/>
                  </a:cubicBezTo>
                  <a:cubicBezTo>
                    <a:pt x="75" y="91"/>
                    <a:pt x="75" y="91"/>
                    <a:pt x="75" y="91"/>
                  </a:cubicBezTo>
                  <a:cubicBezTo>
                    <a:pt x="68" y="100"/>
                    <a:pt x="68" y="100"/>
                    <a:pt x="68" y="100"/>
                  </a:cubicBezTo>
                  <a:cubicBezTo>
                    <a:pt x="75" y="107"/>
                    <a:pt x="75" y="107"/>
                    <a:pt x="75" y="107"/>
                  </a:cubicBezTo>
                  <a:cubicBezTo>
                    <a:pt x="72" y="114"/>
                    <a:pt x="72" y="114"/>
                    <a:pt x="72" y="114"/>
                  </a:cubicBezTo>
                  <a:cubicBezTo>
                    <a:pt x="77" y="122"/>
                    <a:pt x="77" y="122"/>
                    <a:pt x="77" y="122"/>
                  </a:cubicBezTo>
                  <a:cubicBezTo>
                    <a:pt x="67" y="130"/>
                    <a:pt x="67" y="130"/>
                    <a:pt x="67" y="130"/>
                  </a:cubicBezTo>
                  <a:cubicBezTo>
                    <a:pt x="67" y="138"/>
                    <a:pt x="67" y="138"/>
                    <a:pt x="67" y="138"/>
                  </a:cubicBezTo>
                  <a:cubicBezTo>
                    <a:pt x="62" y="136"/>
                    <a:pt x="62" y="136"/>
                    <a:pt x="62" y="136"/>
                  </a:cubicBezTo>
                  <a:cubicBezTo>
                    <a:pt x="62" y="131"/>
                    <a:pt x="62" y="131"/>
                    <a:pt x="62" y="131"/>
                  </a:cubicBezTo>
                  <a:cubicBezTo>
                    <a:pt x="57" y="130"/>
                    <a:pt x="57" y="130"/>
                    <a:pt x="57" y="130"/>
                  </a:cubicBezTo>
                  <a:cubicBezTo>
                    <a:pt x="50" y="126"/>
                    <a:pt x="50" y="126"/>
                    <a:pt x="50" y="126"/>
                  </a:cubicBezTo>
                  <a:cubicBezTo>
                    <a:pt x="44" y="127"/>
                    <a:pt x="44" y="127"/>
                    <a:pt x="44" y="127"/>
                  </a:cubicBezTo>
                  <a:cubicBezTo>
                    <a:pt x="38" y="122"/>
                    <a:pt x="38" y="122"/>
                    <a:pt x="38" y="122"/>
                  </a:cubicBezTo>
                  <a:cubicBezTo>
                    <a:pt x="36" y="114"/>
                    <a:pt x="36" y="114"/>
                    <a:pt x="36" y="114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38" y="103"/>
                    <a:pt x="38" y="103"/>
                    <a:pt x="38" y="103"/>
                  </a:cubicBezTo>
                  <a:cubicBezTo>
                    <a:pt x="40" y="98"/>
                    <a:pt x="40" y="98"/>
                    <a:pt x="40" y="98"/>
                  </a:cubicBezTo>
                  <a:cubicBezTo>
                    <a:pt x="27" y="94"/>
                    <a:pt x="27" y="94"/>
                    <a:pt x="27" y="94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9" y="67"/>
                    <a:pt x="9" y="67"/>
                    <a:pt x="9" y="67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6"/>
                    <a:pt x="5" y="45"/>
                    <a:pt x="5" y="44"/>
                  </a:cubicBezTo>
                  <a:cubicBezTo>
                    <a:pt x="5" y="44"/>
                    <a:pt x="2" y="32"/>
                    <a:pt x="2" y="32"/>
                  </a:cubicBezTo>
                  <a:lnTo>
                    <a:pt x="0" y="22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62" name="Freeform 68">
              <a:extLst>
                <a:ext uri="{FF2B5EF4-FFF2-40B4-BE49-F238E27FC236}">
                  <a16:creationId xmlns:a16="http://schemas.microsoft.com/office/drawing/2014/main" id="{36F9FD36-91C1-094C-A56B-C5F8E5EF20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36" y="2286"/>
              <a:ext cx="1104" cy="1363"/>
            </a:xfrm>
            <a:custGeom>
              <a:avLst/>
              <a:gdLst>
                <a:gd name="T0" fmla="*/ 30 w 530"/>
                <a:gd name="T1" fmla="*/ 215 h 654"/>
                <a:gd name="T2" fmla="*/ 118 w 530"/>
                <a:gd name="T3" fmla="*/ 199 h 654"/>
                <a:gd name="T4" fmla="*/ 163 w 530"/>
                <a:gd name="T5" fmla="*/ 171 h 654"/>
                <a:gd name="T6" fmla="*/ 171 w 530"/>
                <a:gd name="T7" fmla="*/ 197 h 654"/>
                <a:gd name="T8" fmla="*/ 222 w 530"/>
                <a:gd name="T9" fmla="*/ 187 h 654"/>
                <a:gd name="T10" fmla="*/ 272 w 530"/>
                <a:gd name="T11" fmla="*/ 151 h 654"/>
                <a:gd name="T12" fmla="*/ 251 w 530"/>
                <a:gd name="T13" fmla="*/ 113 h 654"/>
                <a:gd name="T14" fmla="*/ 302 w 530"/>
                <a:gd name="T15" fmla="*/ 92 h 654"/>
                <a:gd name="T16" fmla="*/ 336 w 530"/>
                <a:gd name="T17" fmla="*/ 79 h 654"/>
                <a:gd name="T18" fmla="*/ 407 w 530"/>
                <a:gd name="T19" fmla="*/ 23 h 654"/>
                <a:gd name="T20" fmla="*/ 465 w 530"/>
                <a:gd name="T21" fmla="*/ 20 h 654"/>
                <a:gd name="T22" fmla="*/ 490 w 530"/>
                <a:gd name="T23" fmla="*/ 46 h 654"/>
                <a:gd name="T24" fmla="*/ 490 w 530"/>
                <a:gd name="T25" fmla="*/ 91 h 654"/>
                <a:gd name="T26" fmla="*/ 529 w 530"/>
                <a:gd name="T27" fmla="*/ 123 h 654"/>
                <a:gd name="T28" fmla="*/ 504 w 530"/>
                <a:gd name="T29" fmla="*/ 149 h 654"/>
                <a:gd name="T30" fmla="*/ 527 w 530"/>
                <a:gd name="T31" fmla="*/ 199 h 654"/>
                <a:gd name="T32" fmla="*/ 501 w 530"/>
                <a:gd name="T33" fmla="*/ 229 h 654"/>
                <a:gd name="T34" fmla="*/ 486 w 530"/>
                <a:gd name="T35" fmla="*/ 256 h 654"/>
                <a:gd name="T36" fmla="*/ 509 w 530"/>
                <a:gd name="T37" fmla="*/ 307 h 654"/>
                <a:gd name="T38" fmla="*/ 492 w 530"/>
                <a:gd name="T39" fmla="*/ 341 h 654"/>
                <a:gd name="T40" fmla="*/ 462 w 530"/>
                <a:gd name="T41" fmla="*/ 358 h 654"/>
                <a:gd name="T42" fmla="*/ 473 w 530"/>
                <a:gd name="T43" fmla="*/ 414 h 654"/>
                <a:gd name="T44" fmla="*/ 469 w 530"/>
                <a:gd name="T45" fmla="*/ 461 h 654"/>
                <a:gd name="T46" fmla="*/ 445 w 530"/>
                <a:gd name="T47" fmla="*/ 483 h 654"/>
                <a:gd name="T48" fmla="*/ 436 w 530"/>
                <a:gd name="T49" fmla="*/ 515 h 654"/>
                <a:gd name="T50" fmla="*/ 445 w 530"/>
                <a:gd name="T51" fmla="*/ 547 h 654"/>
                <a:gd name="T52" fmla="*/ 462 w 530"/>
                <a:gd name="T53" fmla="*/ 572 h 654"/>
                <a:gd name="T54" fmla="*/ 462 w 530"/>
                <a:gd name="T55" fmla="*/ 598 h 654"/>
                <a:gd name="T56" fmla="*/ 421 w 530"/>
                <a:gd name="T57" fmla="*/ 630 h 654"/>
                <a:gd name="T58" fmla="*/ 382 w 530"/>
                <a:gd name="T59" fmla="*/ 643 h 654"/>
                <a:gd name="T60" fmla="*/ 334 w 530"/>
                <a:gd name="T61" fmla="*/ 645 h 654"/>
                <a:gd name="T62" fmla="*/ 290 w 530"/>
                <a:gd name="T63" fmla="*/ 654 h 654"/>
                <a:gd name="T64" fmla="*/ 267 w 530"/>
                <a:gd name="T65" fmla="*/ 628 h 654"/>
                <a:gd name="T66" fmla="*/ 248 w 530"/>
                <a:gd name="T67" fmla="*/ 597 h 654"/>
                <a:gd name="T68" fmla="*/ 219 w 530"/>
                <a:gd name="T69" fmla="*/ 586 h 654"/>
                <a:gd name="T70" fmla="*/ 178 w 530"/>
                <a:gd name="T71" fmla="*/ 595 h 654"/>
                <a:gd name="T72" fmla="*/ 164 w 530"/>
                <a:gd name="T73" fmla="*/ 641 h 654"/>
                <a:gd name="T74" fmla="*/ 136 w 530"/>
                <a:gd name="T75" fmla="*/ 637 h 654"/>
                <a:gd name="T76" fmla="*/ 114 w 530"/>
                <a:gd name="T77" fmla="*/ 589 h 654"/>
                <a:gd name="T78" fmla="*/ 100 w 530"/>
                <a:gd name="T79" fmla="*/ 563 h 654"/>
                <a:gd name="T80" fmla="*/ 81 w 530"/>
                <a:gd name="T81" fmla="*/ 530 h 654"/>
                <a:gd name="T82" fmla="*/ 64 w 530"/>
                <a:gd name="T83" fmla="*/ 504 h 654"/>
                <a:gd name="T84" fmla="*/ 34 w 530"/>
                <a:gd name="T85" fmla="*/ 508 h 654"/>
                <a:gd name="T86" fmla="*/ 25 w 530"/>
                <a:gd name="T87" fmla="*/ 467 h 654"/>
                <a:gd name="T88" fmla="*/ 17 w 530"/>
                <a:gd name="T89" fmla="*/ 437 h 654"/>
                <a:gd name="T90" fmla="*/ 11 w 530"/>
                <a:gd name="T91" fmla="*/ 385 h 654"/>
                <a:gd name="T92" fmla="*/ 21 w 530"/>
                <a:gd name="T93" fmla="*/ 344 h 654"/>
                <a:gd name="T94" fmla="*/ 31 w 530"/>
                <a:gd name="T95" fmla="*/ 311 h 654"/>
                <a:gd name="T96" fmla="*/ 37 w 530"/>
                <a:gd name="T97" fmla="*/ 280 h 654"/>
                <a:gd name="T98" fmla="*/ 14 w 530"/>
                <a:gd name="T99" fmla="*/ 240 h 654"/>
                <a:gd name="T100" fmla="*/ 234 w 530"/>
                <a:gd name="T101" fmla="*/ 26 h 654"/>
                <a:gd name="T102" fmla="*/ 251 w 530"/>
                <a:gd name="T103" fmla="*/ 6 h 654"/>
                <a:gd name="T104" fmla="*/ 223 w 530"/>
                <a:gd name="T105" fmla="*/ 53 h 654"/>
                <a:gd name="T106" fmla="*/ 203 w 530"/>
                <a:gd name="T107" fmla="*/ 27 h 654"/>
                <a:gd name="T108" fmla="*/ 169 w 530"/>
                <a:gd name="T109" fmla="*/ 47 h 654"/>
                <a:gd name="T110" fmla="*/ 217 w 530"/>
                <a:gd name="T111" fmla="*/ 54 h 654"/>
                <a:gd name="T112" fmla="*/ 235 w 530"/>
                <a:gd name="T113" fmla="*/ 98 h 654"/>
                <a:gd name="T114" fmla="*/ 234 w 530"/>
                <a:gd name="T115" fmla="*/ 90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30" h="654">
                  <a:moveTo>
                    <a:pt x="4" y="211"/>
                  </a:moveTo>
                  <a:cubicBezTo>
                    <a:pt x="4" y="211"/>
                    <a:pt x="4" y="211"/>
                    <a:pt x="4" y="211"/>
                  </a:cubicBezTo>
                  <a:cubicBezTo>
                    <a:pt x="7" y="209"/>
                    <a:pt x="10" y="207"/>
                    <a:pt x="11" y="211"/>
                  </a:cubicBezTo>
                  <a:cubicBezTo>
                    <a:pt x="12" y="215"/>
                    <a:pt x="16" y="217"/>
                    <a:pt x="19" y="214"/>
                  </a:cubicBezTo>
                  <a:cubicBezTo>
                    <a:pt x="22" y="211"/>
                    <a:pt x="22" y="206"/>
                    <a:pt x="25" y="207"/>
                  </a:cubicBezTo>
                  <a:cubicBezTo>
                    <a:pt x="28" y="209"/>
                    <a:pt x="29" y="215"/>
                    <a:pt x="30" y="215"/>
                  </a:cubicBezTo>
                  <a:cubicBezTo>
                    <a:pt x="32" y="215"/>
                    <a:pt x="38" y="212"/>
                    <a:pt x="41" y="209"/>
                  </a:cubicBezTo>
                  <a:cubicBezTo>
                    <a:pt x="43" y="206"/>
                    <a:pt x="52" y="204"/>
                    <a:pt x="61" y="203"/>
                  </a:cubicBezTo>
                  <a:cubicBezTo>
                    <a:pt x="70" y="201"/>
                    <a:pt x="74" y="197"/>
                    <a:pt x="74" y="201"/>
                  </a:cubicBezTo>
                  <a:cubicBezTo>
                    <a:pt x="74" y="205"/>
                    <a:pt x="75" y="207"/>
                    <a:pt x="81" y="210"/>
                  </a:cubicBezTo>
                  <a:cubicBezTo>
                    <a:pt x="87" y="212"/>
                    <a:pt x="99" y="207"/>
                    <a:pt x="103" y="204"/>
                  </a:cubicBezTo>
                  <a:cubicBezTo>
                    <a:pt x="107" y="201"/>
                    <a:pt x="116" y="202"/>
                    <a:pt x="118" y="199"/>
                  </a:cubicBezTo>
                  <a:cubicBezTo>
                    <a:pt x="119" y="195"/>
                    <a:pt x="117" y="191"/>
                    <a:pt x="114" y="189"/>
                  </a:cubicBezTo>
                  <a:cubicBezTo>
                    <a:pt x="111" y="187"/>
                    <a:pt x="108" y="182"/>
                    <a:pt x="110" y="178"/>
                  </a:cubicBezTo>
                  <a:cubicBezTo>
                    <a:pt x="111" y="174"/>
                    <a:pt x="116" y="169"/>
                    <a:pt x="120" y="172"/>
                  </a:cubicBezTo>
                  <a:cubicBezTo>
                    <a:pt x="124" y="174"/>
                    <a:pt x="132" y="174"/>
                    <a:pt x="135" y="171"/>
                  </a:cubicBezTo>
                  <a:cubicBezTo>
                    <a:pt x="138" y="169"/>
                    <a:pt x="144" y="165"/>
                    <a:pt x="148" y="166"/>
                  </a:cubicBezTo>
                  <a:cubicBezTo>
                    <a:pt x="151" y="167"/>
                    <a:pt x="162" y="168"/>
                    <a:pt x="163" y="171"/>
                  </a:cubicBezTo>
                  <a:cubicBezTo>
                    <a:pt x="164" y="174"/>
                    <a:pt x="165" y="176"/>
                    <a:pt x="164" y="177"/>
                  </a:cubicBezTo>
                  <a:cubicBezTo>
                    <a:pt x="162" y="179"/>
                    <a:pt x="170" y="178"/>
                    <a:pt x="171" y="178"/>
                  </a:cubicBezTo>
                  <a:cubicBezTo>
                    <a:pt x="172" y="179"/>
                    <a:pt x="168" y="185"/>
                    <a:pt x="165" y="187"/>
                  </a:cubicBezTo>
                  <a:cubicBezTo>
                    <a:pt x="163" y="188"/>
                    <a:pt x="172" y="183"/>
                    <a:pt x="176" y="186"/>
                  </a:cubicBezTo>
                  <a:cubicBezTo>
                    <a:pt x="180" y="190"/>
                    <a:pt x="183" y="190"/>
                    <a:pt x="181" y="193"/>
                  </a:cubicBezTo>
                  <a:cubicBezTo>
                    <a:pt x="179" y="195"/>
                    <a:pt x="173" y="195"/>
                    <a:pt x="171" y="197"/>
                  </a:cubicBezTo>
                  <a:cubicBezTo>
                    <a:pt x="170" y="198"/>
                    <a:pt x="175" y="198"/>
                    <a:pt x="182" y="203"/>
                  </a:cubicBezTo>
                  <a:cubicBezTo>
                    <a:pt x="189" y="208"/>
                    <a:pt x="201" y="217"/>
                    <a:pt x="203" y="218"/>
                  </a:cubicBezTo>
                  <a:cubicBezTo>
                    <a:pt x="205" y="219"/>
                    <a:pt x="219" y="223"/>
                    <a:pt x="218" y="216"/>
                  </a:cubicBezTo>
                  <a:cubicBezTo>
                    <a:pt x="218" y="210"/>
                    <a:pt x="215" y="202"/>
                    <a:pt x="212" y="196"/>
                  </a:cubicBezTo>
                  <a:cubicBezTo>
                    <a:pt x="209" y="191"/>
                    <a:pt x="208" y="183"/>
                    <a:pt x="210" y="183"/>
                  </a:cubicBezTo>
                  <a:cubicBezTo>
                    <a:pt x="212" y="182"/>
                    <a:pt x="218" y="186"/>
                    <a:pt x="222" y="187"/>
                  </a:cubicBezTo>
                  <a:cubicBezTo>
                    <a:pt x="226" y="189"/>
                    <a:pt x="236" y="186"/>
                    <a:pt x="236" y="184"/>
                  </a:cubicBezTo>
                  <a:cubicBezTo>
                    <a:pt x="237" y="182"/>
                    <a:pt x="236" y="174"/>
                    <a:pt x="243" y="171"/>
                  </a:cubicBezTo>
                  <a:cubicBezTo>
                    <a:pt x="249" y="167"/>
                    <a:pt x="251" y="166"/>
                    <a:pt x="257" y="168"/>
                  </a:cubicBezTo>
                  <a:cubicBezTo>
                    <a:pt x="263" y="170"/>
                    <a:pt x="265" y="164"/>
                    <a:pt x="261" y="163"/>
                  </a:cubicBezTo>
                  <a:cubicBezTo>
                    <a:pt x="258" y="162"/>
                    <a:pt x="258" y="159"/>
                    <a:pt x="261" y="156"/>
                  </a:cubicBezTo>
                  <a:cubicBezTo>
                    <a:pt x="265" y="154"/>
                    <a:pt x="273" y="154"/>
                    <a:pt x="272" y="151"/>
                  </a:cubicBezTo>
                  <a:cubicBezTo>
                    <a:pt x="271" y="148"/>
                    <a:pt x="262" y="142"/>
                    <a:pt x="261" y="139"/>
                  </a:cubicBezTo>
                  <a:cubicBezTo>
                    <a:pt x="261" y="136"/>
                    <a:pt x="262" y="131"/>
                    <a:pt x="260" y="132"/>
                  </a:cubicBezTo>
                  <a:cubicBezTo>
                    <a:pt x="258" y="134"/>
                    <a:pt x="255" y="139"/>
                    <a:pt x="252" y="134"/>
                  </a:cubicBezTo>
                  <a:cubicBezTo>
                    <a:pt x="248" y="129"/>
                    <a:pt x="252" y="127"/>
                    <a:pt x="255" y="126"/>
                  </a:cubicBezTo>
                  <a:cubicBezTo>
                    <a:pt x="259" y="125"/>
                    <a:pt x="259" y="120"/>
                    <a:pt x="258" y="118"/>
                  </a:cubicBezTo>
                  <a:cubicBezTo>
                    <a:pt x="257" y="117"/>
                    <a:pt x="250" y="114"/>
                    <a:pt x="251" y="113"/>
                  </a:cubicBezTo>
                  <a:cubicBezTo>
                    <a:pt x="252" y="112"/>
                    <a:pt x="253" y="109"/>
                    <a:pt x="257" y="109"/>
                  </a:cubicBezTo>
                  <a:cubicBezTo>
                    <a:pt x="260" y="110"/>
                    <a:pt x="267" y="105"/>
                    <a:pt x="271" y="102"/>
                  </a:cubicBezTo>
                  <a:cubicBezTo>
                    <a:pt x="275" y="98"/>
                    <a:pt x="281" y="96"/>
                    <a:pt x="286" y="92"/>
                  </a:cubicBezTo>
                  <a:cubicBezTo>
                    <a:pt x="290" y="89"/>
                    <a:pt x="298" y="83"/>
                    <a:pt x="299" y="86"/>
                  </a:cubicBezTo>
                  <a:cubicBezTo>
                    <a:pt x="301" y="88"/>
                    <a:pt x="295" y="92"/>
                    <a:pt x="294" y="95"/>
                  </a:cubicBezTo>
                  <a:cubicBezTo>
                    <a:pt x="293" y="98"/>
                    <a:pt x="300" y="94"/>
                    <a:pt x="302" y="92"/>
                  </a:cubicBezTo>
                  <a:cubicBezTo>
                    <a:pt x="304" y="90"/>
                    <a:pt x="305" y="95"/>
                    <a:pt x="306" y="97"/>
                  </a:cubicBezTo>
                  <a:cubicBezTo>
                    <a:pt x="307" y="99"/>
                    <a:pt x="310" y="95"/>
                    <a:pt x="307" y="90"/>
                  </a:cubicBezTo>
                  <a:cubicBezTo>
                    <a:pt x="304" y="85"/>
                    <a:pt x="305" y="82"/>
                    <a:pt x="308" y="78"/>
                  </a:cubicBezTo>
                  <a:cubicBezTo>
                    <a:pt x="312" y="75"/>
                    <a:pt x="319" y="71"/>
                    <a:pt x="325" y="69"/>
                  </a:cubicBezTo>
                  <a:cubicBezTo>
                    <a:pt x="331" y="67"/>
                    <a:pt x="336" y="69"/>
                    <a:pt x="335" y="72"/>
                  </a:cubicBezTo>
                  <a:cubicBezTo>
                    <a:pt x="333" y="75"/>
                    <a:pt x="331" y="81"/>
                    <a:pt x="336" y="79"/>
                  </a:cubicBezTo>
                  <a:cubicBezTo>
                    <a:pt x="341" y="78"/>
                    <a:pt x="345" y="74"/>
                    <a:pt x="347" y="76"/>
                  </a:cubicBezTo>
                  <a:cubicBezTo>
                    <a:pt x="349" y="78"/>
                    <a:pt x="353" y="78"/>
                    <a:pt x="356" y="74"/>
                  </a:cubicBezTo>
                  <a:cubicBezTo>
                    <a:pt x="359" y="70"/>
                    <a:pt x="366" y="69"/>
                    <a:pt x="368" y="72"/>
                  </a:cubicBezTo>
                  <a:cubicBezTo>
                    <a:pt x="370" y="75"/>
                    <a:pt x="381" y="71"/>
                    <a:pt x="383" y="64"/>
                  </a:cubicBezTo>
                  <a:cubicBezTo>
                    <a:pt x="385" y="56"/>
                    <a:pt x="385" y="49"/>
                    <a:pt x="391" y="43"/>
                  </a:cubicBezTo>
                  <a:cubicBezTo>
                    <a:pt x="396" y="37"/>
                    <a:pt x="399" y="30"/>
                    <a:pt x="407" y="23"/>
                  </a:cubicBezTo>
                  <a:cubicBezTo>
                    <a:pt x="415" y="15"/>
                    <a:pt x="428" y="16"/>
                    <a:pt x="434" y="19"/>
                  </a:cubicBezTo>
                  <a:cubicBezTo>
                    <a:pt x="440" y="22"/>
                    <a:pt x="438" y="25"/>
                    <a:pt x="443" y="29"/>
                  </a:cubicBezTo>
                  <a:cubicBezTo>
                    <a:pt x="447" y="32"/>
                    <a:pt x="452" y="26"/>
                    <a:pt x="453" y="23"/>
                  </a:cubicBezTo>
                  <a:cubicBezTo>
                    <a:pt x="455" y="20"/>
                    <a:pt x="460" y="24"/>
                    <a:pt x="464" y="27"/>
                  </a:cubicBezTo>
                  <a:cubicBezTo>
                    <a:pt x="468" y="31"/>
                    <a:pt x="474" y="32"/>
                    <a:pt x="474" y="30"/>
                  </a:cubicBezTo>
                  <a:cubicBezTo>
                    <a:pt x="474" y="28"/>
                    <a:pt x="468" y="26"/>
                    <a:pt x="465" y="20"/>
                  </a:cubicBezTo>
                  <a:cubicBezTo>
                    <a:pt x="462" y="15"/>
                    <a:pt x="462" y="14"/>
                    <a:pt x="464" y="9"/>
                  </a:cubicBezTo>
                  <a:cubicBezTo>
                    <a:pt x="476" y="16"/>
                    <a:pt x="476" y="16"/>
                    <a:pt x="476" y="16"/>
                  </a:cubicBezTo>
                  <a:cubicBezTo>
                    <a:pt x="489" y="23"/>
                    <a:pt x="489" y="23"/>
                    <a:pt x="489" y="23"/>
                  </a:cubicBezTo>
                  <a:cubicBezTo>
                    <a:pt x="494" y="27"/>
                    <a:pt x="494" y="27"/>
                    <a:pt x="494" y="27"/>
                  </a:cubicBezTo>
                  <a:cubicBezTo>
                    <a:pt x="501" y="36"/>
                    <a:pt x="501" y="36"/>
                    <a:pt x="501" y="36"/>
                  </a:cubicBezTo>
                  <a:cubicBezTo>
                    <a:pt x="490" y="46"/>
                    <a:pt x="490" y="46"/>
                    <a:pt x="490" y="46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86" y="62"/>
                    <a:pt x="486" y="62"/>
                    <a:pt x="486" y="62"/>
                  </a:cubicBezTo>
                  <a:cubicBezTo>
                    <a:pt x="484" y="67"/>
                    <a:pt x="484" y="67"/>
                    <a:pt x="484" y="67"/>
                  </a:cubicBezTo>
                  <a:cubicBezTo>
                    <a:pt x="483" y="75"/>
                    <a:pt x="483" y="75"/>
                    <a:pt x="483" y="75"/>
                  </a:cubicBezTo>
                  <a:cubicBezTo>
                    <a:pt x="490" y="83"/>
                    <a:pt x="490" y="83"/>
                    <a:pt x="490" y="83"/>
                  </a:cubicBezTo>
                  <a:cubicBezTo>
                    <a:pt x="490" y="91"/>
                    <a:pt x="490" y="91"/>
                    <a:pt x="490" y="91"/>
                  </a:cubicBezTo>
                  <a:cubicBezTo>
                    <a:pt x="503" y="91"/>
                    <a:pt x="503" y="91"/>
                    <a:pt x="503" y="91"/>
                  </a:cubicBezTo>
                  <a:cubicBezTo>
                    <a:pt x="513" y="90"/>
                    <a:pt x="513" y="90"/>
                    <a:pt x="513" y="90"/>
                  </a:cubicBezTo>
                  <a:cubicBezTo>
                    <a:pt x="523" y="99"/>
                    <a:pt x="523" y="99"/>
                    <a:pt x="523" y="99"/>
                  </a:cubicBezTo>
                  <a:cubicBezTo>
                    <a:pt x="529" y="106"/>
                    <a:pt x="529" y="106"/>
                    <a:pt x="529" y="106"/>
                  </a:cubicBezTo>
                  <a:cubicBezTo>
                    <a:pt x="530" y="116"/>
                    <a:pt x="530" y="116"/>
                    <a:pt x="530" y="116"/>
                  </a:cubicBezTo>
                  <a:cubicBezTo>
                    <a:pt x="529" y="123"/>
                    <a:pt x="529" y="123"/>
                    <a:pt x="529" y="123"/>
                  </a:cubicBezTo>
                  <a:cubicBezTo>
                    <a:pt x="517" y="123"/>
                    <a:pt x="517" y="123"/>
                    <a:pt x="517" y="123"/>
                  </a:cubicBezTo>
                  <a:cubicBezTo>
                    <a:pt x="517" y="131"/>
                    <a:pt x="517" y="131"/>
                    <a:pt x="517" y="131"/>
                  </a:cubicBezTo>
                  <a:cubicBezTo>
                    <a:pt x="509" y="131"/>
                    <a:pt x="509" y="131"/>
                    <a:pt x="509" y="131"/>
                  </a:cubicBezTo>
                  <a:cubicBezTo>
                    <a:pt x="508" y="141"/>
                    <a:pt x="508" y="141"/>
                    <a:pt x="508" y="141"/>
                  </a:cubicBezTo>
                  <a:cubicBezTo>
                    <a:pt x="502" y="144"/>
                    <a:pt x="502" y="144"/>
                    <a:pt x="502" y="144"/>
                  </a:cubicBezTo>
                  <a:cubicBezTo>
                    <a:pt x="504" y="149"/>
                    <a:pt x="504" y="149"/>
                    <a:pt x="504" y="149"/>
                  </a:cubicBezTo>
                  <a:cubicBezTo>
                    <a:pt x="512" y="153"/>
                    <a:pt x="512" y="153"/>
                    <a:pt x="512" y="153"/>
                  </a:cubicBezTo>
                  <a:cubicBezTo>
                    <a:pt x="504" y="159"/>
                    <a:pt x="504" y="159"/>
                    <a:pt x="504" y="159"/>
                  </a:cubicBezTo>
                  <a:cubicBezTo>
                    <a:pt x="514" y="168"/>
                    <a:pt x="514" y="168"/>
                    <a:pt x="514" y="168"/>
                  </a:cubicBezTo>
                  <a:cubicBezTo>
                    <a:pt x="513" y="181"/>
                    <a:pt x="513" y="181"/>
                    <a:pt x="513" y="181"/>
                  </a:cubicBezTo>
                  <a:cubicBezTo>
                    <a:pt x="525" y="191"/>
                    <a:pt x="525" y="191"/>
                    <a:pt x="525" y="191"/>
                  </a:cubicBezTo>
                  <a:cubicBezTo>
                    <a:pt x="527" y="199"/>
                    <a:pt x="527" y="199"/>
                    <a:pt x="527" y="199"/>
                  </a:cubicBezTo>
                  <a:cubicBezTo>
                    <a:pt x="521" y="202"/>
                    <a:pt x="521" y="202"/>
                    <a:pt x="521" y="202"/>
                  </a:cubicBezTo>
                  <a:cubicBezTo>
                    <a:pt x="518" y="211"/>
                    <a:pt x="518" y="211"/>
                    <a:pt x="518" y="211"/>
                  </a:cubicBezTo>
                  <a:cubicBezTo>
                    <a:pt x="516" y="222"/>
                    <a:pt x="516" y="222"/>
                    <a:pt x="516" y="222"/>
                  </a:cubicBezTo>
                  <a:cubicBezTo>
                    <a:pt x="509" y="222"/>
                    <a:pt x="509" y="222"/>
                    <a:pt x="509" y="222"/>
                  </a:cubicBezTo>
                  <a:cubicBezTo>
                    <a:pt x="502" y="221"/>
                    <a:pt x="502" y="221"/>
                    <a:pt x="502" y="221"/>
                  </a:cubicBezTo>
                  <a:cubicBezTo>
                    <a:pt x="501" y="229"/>
                    <a:pt x="501" y="229"/>
                    <a:pt x="501" y="229"/>
                  </a:cubicBezTo>
                  <a:cubicBezTo>
                    <a:pt x="494" y="234"/>
                    <a:pt x="494" y="234"/>
                    <a:pt x="494" y="234"/>
                  </a:cubicBezTo>
                  <a:cubicBezTo>
                    <a:pt x="488" y="239"/>
                    <a:pt x="488" y="239"/>
                    <a:pt x="488" y="239"/>
                  </a:cubicBezTo>
                  <a:cubicBezTo>
                    <a:pt x="501" y="245"/>
                    <a:pt x="501" y="245"/>
                    <a:pt x="501" y="245"/>
                  </a:cubicBezTo>
                  <a:cubicBezTo>
                    <a:pt x="497" y="251"/>
                    <a:pt x="497" y="251"/>
                    <a:pt x="497" y="251"/>
                  </a:cubicBezTo>
                  <a:cubicBezTo>
                    <a:pt x="494" y="252"/>
                    <a:pt x="494" y="252"/>
                    <a:pt x="494" y="252"/>
                  </a:cubicBezTo>
                  <a:cubicBezTo>
                    <a:pt x="486" y="256"/>
                    <a:pt x="486" y="256"/>
                    <a:pt x="486" y="256"/>
                  </a:cubicBezTo>
                  <a:cubicBezTo>
                    <a:pt x="479" y="263"/>
                    <a:pt x="479" y="263"/>
                    <a:pt x="479" y="263"/>
                  </a:cubicBezTo>
                  <a:cubicBezTo>
                    <a:pt x="483" y="269"/>
                    <a:pt x="483" y="269"/>
                    <a:pt x="483" y="269"/>
                  </a:cubicBezTo>
                  <a:cubicBezTo>
                    <a:pt x="484" y="277"/>
                    <a:pt x="484" y="277"/>
                    <a:pt x="484" y="277"/>
                  </a:cubicBezTo>
                  <a:cubicBezTo>
                    <a:pt x="489" y="288"/>
                    <a:pt x="489" y="288"/>
                    <a:pt x="489" y="288"/>
                  </a:cubicBezTo>
                  <a:cubicBezTo>
                    <a:pt x="500" y="300"/>
                    <a:pt x="500" y="300"/>
                    <a:pt x="500" y="300"/>
                  </a:cubicBezTo>
                  <a:cubicBezTo>
                    <a:pt x="509" y="307"/>
                    <a:pt x="509" y="307"/>
                    <a:pt x="509" y="307"/>
                  </a:cubicBezTo>
                  <a:cubicBezTo>
                    <a:pt x="511" y="318"/>
                    <a:pt x="511" y="318"/>
                    <a:pt x="511" y="318"/>
                  </a:cubicBezTo>
                  <a:cubicBezTo>
                    <a:pt x="509" y="318"/>
                    <a:pt x="509" y="318"/>
                    <a:pt x="509" y="318"/>
                  </a:cubicBezTo>
                  <a:cubicBezTo>
                    <a:pt x="512" y="336"/>
                    <a:pt x="512" y="336"/>
                    <a:pt x="512" y="336"/>
                  </a:cubicBezTo>
                  <a:cubicBezTo>
                    <a:pt x="504" y="332"/>
                    <a:pt x="504" y="332"/>
                    <a:pt x="504" y="332"/>
                  </a:cubicBezTo>
                  <a:cubicBezTo>
                    <a:pt x="499" y="333"/>
                    <a:pt x="499" y="333"/>
                    <a:pt x="499" y="333"/>
                  </a:cubicBezTo>
                  <a:cubicBezTo>
                    <a:pt x="492" y="341"/>
                    <a:pt x="492" y="341"/>
                    <a:pt x="492" y="341"/>
                  </a:cubicBezTo>
                  <a:cubicBezTo>
                    <a:pt x="484" y="348"/>
                    <a:pt x="484" y="348"/>
                    <a:pt x="484" y="348"/>
                  </a:cubicBezTo>
                  <a:cubicBezTo>
                    <a:pt x="478" y="350"/>
                    <a:pt x="478" y="350"/>
                    <a:pt x="478" y="350"/>
                  </a:cubicBezTo>
                  <a:cubicBezTo>
                    <a:pt x="467" y="345"/>
                    <a:pt x="467" y="345"/>
                    <a:pt x="467" y="345"/>
                  </a:cubicBezTo>
                  <a:cubicBezTo>
                    <a:pt x="459" y="345"/>
                    <a:pt x="459" y="345"/>
                    <a:pt x="459" y="345"/>
                  </a:cubicBezTo>
                  <a:cubicBezTo>
                    <a:pt x="457" y="353"/>
                    <a:pt x="457" y="353"/>
                    <a:pt x="457" y="353"/>
                  </a:cubicBezTo>
                  <a:cubicBezTo>
                    <a:pt x="462" y="358"/>
                    <a:pt x="462" y="358"/>
                    <a:pt x="462" y="358"/>
                  </a:cubicBezTo>
                  <a:cubicBezTo>
                    <a:pt x="465" y="366"/>
                    <a:pt x="465" y="366"/>
                    <a:pt x="465" y="366"/>
                  </a:cubicBezTo>
                  <a:cubicBezTo>
                    <a:pt x="467" y="384"/>
                    <a:pt x="467" y="384"/>
                    <a:pt x="467" y="384"/>
                  </a:cubicBezTo>
                  <a:cubicBezTo>
                    <a:pt x="460" y="391"/>
                    <a:pt x="460" y="391"/>
                    <a:pt x="460" y="391"/>
                  </a:cubicBezTo>
                  <a:cubicBezTo>
                    <a:pt x="463" y="397"/>
                    <a:pt x="463" y="397"/>
                    <a:pt x="463" y="397"/>
                  </a:cubicBezTo>
                  <a:cubicBezTo>
                    <a:pt x="463" y="411"/>
                    <a:pt x="463" y="411"/>
                    <a:pt x="463" y="411"/>
                  </a:cubicBezTo>
                  <a:cubicBezTo>
                    <a:pt x="473" y="414"/>
                    <a:pt x="473" y="414"/>
                    <a:pt x="473" y="414"/>
                  </a:cubicBezTo>
                  <a:cubicBezTo>
                    <a:pt x="479" y="423"/>
                    <a:pt x="479" y="423"/>
                    <a:pt x="479" y="423"/>
                  </a:cubicBezTo>
                  <a:cubicBezTo>
                    <a:pt x="486" y="432"/>
                    <a:pt x="486" y="432"/>
                    <a:pt x="486" y="432"/>
                  </a:cubicBezTo>
                  <a:cubicBezTo>
                    <a:pt x="486" y="436"/>
                    <a:pt x="486" y="436"/>
                    <a:pt x="486" y="436"/>
                  </a:cubicBezTo>
                  <a:cubicBezTo>
                    <a:pt x="478" y="438"/>
                    <a:pt x="478" y="438"/>
                    <a:pt x="478" y="438"/>
                  </a:cubicBezTo>
                  <a:cubicBezTo>
                    <a:pt x="479" y="452"/>
                    <a:pt x="479" y="452"/>
                    <a:pt x="479" y="452"/>
                  </a:cubicBezTo>
                  <a:cubicBezTo>
                    <a:pt x="469" y="461"/>
                    <a:pt x="469" y="461"/>
                    <a:pt x="469" y="461"/>
                  </a:cubicBezTo>
                  <a:cubicBezTo>
                    <a:pt x="462" y="461"/>
                    <a:pt x="462" y="461"/>
                    <a:pt x="462" y="461"/>
                  </a:cubicBezTo>
                  <a:cubicBezTo>
                    <a:pt x="461" y="467"/>
                    <a:pt x="461" y="467"/>
                    <a:pt x="461" y="467"/>
                  </a:cubicBezTo>
                  <a:cubicBezTo>
                    <a:pt x="464" y="472"/>
                    <a:pt x="464" y="472"/>
                    <a:pt x="464" y="472"/>
                  </a:cubicBezTo>
                  <a:cubicBezTo>
                    <a:pt x="461" y="479"/>
                    <a:pt x="461" y="479"/>
                    <a:pt x="461" y="479"/>
                  </a:cubicBezTo>
                  <a:cubicBezTo>
                    <a:pt x="452" y="483"/>
                    <a:pt x="452" y="483"/>
                    <a:pt x="452" y="483"/>
                  </a:cubicBezTo>
                  <a:cubicBezTo>
                    <a:pt x="445" y="483"/>
                    <a:pt x="445" y="483"/>
                    <a:pt x="445" y="483"/>
                  </a:cubicBezTo>
                  <a:cubicBezTo>
                    <a:pt x="437" y="489"/>
                    <a:pt x="437" y="489"/>
                    <a:pt x="437" y="489"/>
                  </a:cubicBezTo>
                  <a:cubicBezTo>
                    <a:pt x="436" y="498"/>
                    <a:pt x="436" y="498"/>
                    <a:pt x="436" y="498"/>
                  </a:cubicBezTo>
                  <a:cubicBezTo>
                    <a:pt x="439" y="500"/>
                    <a:pt x="439" y="500"/>
                    <a:pt x="439" y="500"/>
                  </a:cubicBezTo>
                  <a:cubicBezTo>
                    <a:pt x="435" y="505"/>
                    <a:pt x="435" y="505"/>
                    <a:pt x="435" y="505"/>
                  </a:cubicBezTo>
                  <a:cubicBezTo>
                    <a:pt x="440" y="510"/>
                    <a:pt x="440" y="510"/>
                    <a:pt x="440" y="510"/>
                  </a:cubicBezTo>
                  <a:cubicBezTo>
                    <a:pt x="436" y="515"/>
                    <a:pt x="436" y="515"/>
                    <a:pt x="436" y="515"/>
                  </a:cubicBezTo>
                  <a:cubicBezTo>
                    <a:pt x="441" y="522"/>
                    <a:pt x="441" y="522"/>
                    <a:pt x="441" y="522"/>
                  </a:cubicBezTo>
                  <a:cubicBezTo>
                    <a:pt x="441" y="530"/>
                    <a:pt x="441" y="530"/>
                    <a:pt x="441" y="530"/>
                  </a:cubicBezTo>
                  <a:cubicBezTo>
                    <a:pt x="435" y="530"/>
                    <a:pt x="435" y="530"/>
                    <a:pt x="435" y="530"/>
                  </a:cubicBezTo>
                  <a:cubicBezTo>
                    <a:pt x="442" y="537"/>
                    <a:pt x="442" y="537"/>
                    <a:pt x="442" y="537"/>
                  </a:cubicBezTo>
                  <a:cubicBezTo>
                    <a:pt x="448" y="538"/>
                    <a:pt x="448" y="538"/>
                    <a:pt x="448" y="538"/>
                  </a:cubicBezTo>
                  <a:cubicBezTo>
                    <a:pt x="445" y="547"/>
                    <a:pt x="445" y="547"/>
                    <a:pt x="445" y="547"/>
                  </a:cubicBezTo>
                  <a:cubicBezTo>
                    <a:pt x="448" y="552"/>
                    <a:pt x="448" y="552"/>
                    <a:pt x="448" y="552"/>
                  </a:cubicBezTo>
                  <a:cubicBezTo>
                    <a:pt x="442" y="557"/>
                    <a:pt x="442" y="557"/>
                    <a:pt x="442" y="557"/>
                  </a:cubicBezTo>
                  <a:cubicBezTo>
                    <a:pt x="443" y="562"/>
                    <a:pt x="443" y="562"/>
                    <a:pt x="443" y="562"/>
                  </a:cubicBezTo>
                  <a:cubicBezTo>
                    <a:pt x="453" y="560"/>
                    <a:pt x="453" y="560"/>
                    <a:pt x="453" y="560"/>
                  </a:cubicBezTo>
                  <a:cubicBezTo>
                    <a:pt x="462" y="563"/>
                    <a:pt x="462" y="563"/>
                    <a:pt x="462" y="563"/>
                  </a:cubicBezTo>
                  <a:cubicBezTo>
                    <a:pt x="462" y="572"/>
                    <a:pt x="462" y="572"/>
                    <a:pt x="462" y="572"/>
                  </a:cubicBezTo>
                  <a:cubicBezTo>
                    <a:pt x="456" y="578"/>
                    <a:pt x="456" y="578"/>
                    <a:pt x="456" y="578"/>
                  </a:cubicBezTo>
                  <a:cubicBezTo>
                    <a:pt x="461" y="582"/>
                    <a:pt x="461" y="582"/>
                    <a:pt x="461" y="582"/>
                  </a:cubicBezTo>
                  <a:cubicBezTo>
                    <a:pt x="460" y="591"/>
                    <a:pt x="460" y="591"/>
                    <a:pt x="460" y="591"/>
                  </a:cubicBezTo>
                  <a:cubicBezTo>
                    <a:pt x="464" y="598"/>
                    <a:pt x="464" y="598"/>
                    <a:pt x="464" y="598"/>
                  </a:cubicBezTo>
                  <a:cubicBezTo>
                    <a:pt x="468" y="597"/>
                    <a:pt x="468" y="597"/>
                    <a:pt x="468" y="597"/>
                  </a:cubicBezTo>
                  <a:cubicBezTo>
                    <a:pt x="462" y="598"/>
                    <a:pt x="462" y="598"/>
                    <a:pt x="462" y="598"/>
                  </a:cubicBezTo>
                  <a:cubicBezTo>
                    <a:pt x="442" y="613"/>
                    <a:pt x="442" y="613"/>
                    <a:pt x="442" y="613"/>
                  </a:cubicBezTo>
                  <a:cubicBezTo>
                    <a:pt x="443" y="618"/>
                    <a:pt x="443" y="618"/>
                    <a:pt x="443" y="618"/>
                  </a:cubicBezTo>
                  <a:cubicBezTo>
                    <a:pt x="435" y="623"/>
                    <a:pt x="435" y="623"/>
                    <a:pt x="435" y="623"/>
                  </a:cubicBezTo>
                  <a:cubicBezTo>
                    <a:pt x="427" y="623"/>
                    <a:pt x="427" y="623"/>
                    <a:pt x="427" y="623"/>
                  </a:cubicBezTo>
                  <a:cubicBezTo>
                    <a:pt x="422" y="625"/>
                    <a:pt x="422" y="625"/>
                    <a:pt x="422" y="625"/>
                  </a:cubicBezTo>
                  <a:cubicBezTo>
                    <a:pt x="421" y="630"/>
                    <a:pt x="421" y="630"/>
                    <a:pt x="421" y="630"/>
                  </a:cubicBezTo>
                  <a:cubicBezTo>
                    <a:pt x="411" y="628"/>
                    <a:pt x="411" y="628"/>
                    <a:pt x="411" y="628"/>
                  </a:cubicBezTo>
                  <a:cubicBezTo>
                    <a:pt x="399" y="642"/>
                    <a:pt x="399" y="642"/>
                    <a:pt x="399" y="642"/>
                  </a:cubicBezTo>
                  <a:cubicBezTo>
                    <a:pt x="393" y="638"/>
                    <a:pt x="393" y="638"/>
                    <a:pt x="393" y="638"/>
                  </a:cubicBezTo>
                  <a:cubicBezTo>
                    <a:pt x="389" y="642"/>
                    <a:pt x="389" y="642"/>
                    <a:pt x="389" y="642"/>
                  </a:cubicBezTo>
                  <a:cubicBezTo>
                    <a:pt x="385" y="639"/>
                    <a:pt x="385" y="639"/>
                    <a:pt x="385" y="639"/>
                  </a:cubicBezTo>
                  <a:cubicBezTo>
                    <a:pt x="382" y="643"/>
                    <a:pt x="382" y="643"/>
                    <a:pt x="382" y="643"/>
                  </a:cubicBezTo>
                  <a:cubicBezTo>
                    <a:pt x="372" y="648"/>
                    <a:pt x="372" y="648"/>
                    <a:pt x="372" y="648"/>
                  </a:cubicBezTo>
                  <a:cubicBezTo>
                    <a:pt x="361" y="639"/>
                    <a:pt x="361" y="639"/>
                    <a:pt x="361" y="639"/>
                  </a:cubicBezTo>
                  <a:cubicBezTo>
                    <a:pt x="353" y="638"/>
                    <a:pt x="353" y="638"/>
                    <a:pt x="353" y="638"/>
                  </a:cubicBezTo>
                  <a:cubicBezTo>
                    <a:pt x="350" y="643"/>
                    <a:pt x="350" y="643"/>
                    <a:pt x="350" y="643"/>
                  </a:cubicBezTo>
                  <a:cubicBezTo>
                    <a:pt x="339" y="639"/>
                    <a:pt x="339" y="639"/>
                    <a:pt x="339" y="639"/>
                  </a:cubicBezTo>
                  <a:cubicBezTo>
                    <a:pt x="334" y="645"/>
                    <a:pt x="334" y="645"/>
                    <a:pt x="334" y="645"/>
                  </a:cubicBezTo>
                  <a:cubicBezTo>
                    <a:pt x="325" y="641"/>
                    <a:pt x="325" y="641"/>
                    <a:pt x="325" y="641"/>
                  </a:cubicBezTo>
                  <a:cubicBezTo>
                    <a:pt x="319" y="644"/>
                    <a:pt x="319" y="644"/>
                    <a:pt x="319" y="644"/>
                  </a:cubicBezTo>
                  <a:cubicBezTo>
                    <a:pt x="312" y="638"/>
                    <a:pt x="312" y="638"/>
                    <a:pt x="312" y="638"/>
                  </a:cubicBezTo>
                  <a:cubicBezTo>
                    <a:pt x="309" y="643"/>
                    <a:pt x="309" y="643"/>
                    <a:pt x="309" y="643"/>
                  </a:cubicBezTo>
                  <a:cubicBezTo>
                    <a:pt x="301" y="643"/>
                    <a:pt x="301" y="643"/>
                    <a:pt x="301" y="643"/>
                  </a:cubicBezTo>
                  <a:cubicBezTo>
                    <a:pt x="290" y="654"/>
                    <a:pt x="290" y="654"/>
                    <a:pt x="290" y="654"/>
                  </a:cubicBezTo>
                  <a:cubicBezTo>
                    <a:pt x="287" y="653"/>
                    <a:pt x="287" y="653"/>
                    <a:pt x="287" y="653"/>
                  </a:cubicBezTo>
                  <a:cubicBezTo>
                    <a:pt x="286" y="647"/>
                    <a:pt x="286" y="647"/>
                    <a:pt x="286" y="647"/>
                  </a:cubicBezTo>
                  <a:cubicBezTo>
                    <a:pt x="281" y="643"/>
                    <a:pt x="281" y="643"/>
                    <a:pt x="281" y="643"/>
                  </a:cubicBezTo>
                  <a:cubicBezTo>
                    <a:pt x="275" y="637"/>
                    <a:pt x="275" y="637"/>
                    <a:pt x="275" y="637"/>
                  </a:cubicBezTo>
                  <a:cubicBezTo>
                    <a:pt x="269" y="636"/>
                    <a:pt x="269" y="636"/>
                    <a:pt x="269" y="636"/>
                  </a:cubicBezTo>
                  <a:cubicBezTo>
                    <a:pt x="267" y="628"/>
                    <a:pt x="267" y="628"/>
                    <a:pt x="267" y="628"/>
                  </a:cubicBezTo>
                  <a:cubicBezTo>
                    <a:pt x="264" y="625"/>
                    <a:pt x="264" y="625"/>
                    <a:pt x="264" y="625"/>
                  </a:cubicBezTo>
                  <a:cubicBezTo>
                    <a:pt x="265" y="619"/>
                    <a:pt x="265" y="619"/>
                    <a:pt x="265" y="619"/>
                  </a:cubicBezTo>
                  <a:cubicBezTo>
                    <a:pt x="253" y="606"/>
                    <a:pt x="253" y="606"/>
                    <a:pt x="253" y="606"/>
                  </a:cubicBezTo>
                  <a:cubicBezTo>
                    <a:pt x="252" y="603"/>
                    <a:pt x="252" y="603"/>
                    <a:pt x="252" y="603"/>
                  </a:cubicBezTo>
                  <a:cubicBezTo>
                    <a:pt x="248" y="603"/>
                    <a:pt x="248" y="603"/>
                    <a:pt x="248" y="603"/>
                  </a:cubicBezTo>
                  <a:cubicBezTo>
                    <a:pt x="248" y="597"/>
                    <a:pt x="248" y="597"/>
                    <a:pt x="248" y="597"/>
                  </a:cubicBezTo>
                  <a:cubicBezTo>
                    <a:pt x="238" y="587"/>
                    <a:pt x="238" y="587"/>
                    <a:pt x="238" y="587"/>
                  </a:cubicBezTo>
                  <a:cubicBezTo>
                    <a:pt x="234" y="591"/>
                    <a:pt x="234" y="591"/>
                    <a:pt x="234" y="591"/>
                  </a:cubicBezTo>
                  <a:cubicBezTo>
                    <a:pt x="231" y="595"/>
                    <a:pt x="231" y="595"/>
                    <a:pt x="231" y="595"/>
                  </a:cubicBezTo>
                  <a:cubicBezTo>
                    <a:pt x="225" y="598"/>
                    <a:pt x="225" y="598"/>
                    <a:pt x="225" y="598"/>
                  </a:cubicBezTo>
                  <a:cubicBezTo>
                    <a:pt x="220" y="592"/>
                    <a:pt x="220" y="592"/>
                    <a:pt x="220" y="592"/>
                  </a:cubicBezTo>
                  <a:cubicBezTo>
                    <a:pt x="219" y="586"/>
                    <a:pt x="219" y="586"/>
                    <a:pt x="219" y="586"/>
                  </a:cubicBezTo>
                  <a:cubicBezTo>
                    <a:pt x="211" y="583"/>
                    <a:pt x="211" y="583"/>
                    <a:pt x="211" y="583"/>
                  </a:cubicBezTo>
                  <a:cubicBezTo>
                    <a:pt x="211" y="583"/>
                    <a:pt x="204" y="580"/>
                    <a:pt x="204" y="580"/>
                  </a:cubicBezTo>
                  <a:cubicBezTo>
                    <a:pt x="203" y="580"/>
                    <a:pt x="189" y="580"/>
                    <a:pt x="189" y="580"/>
                  </a:cubicBezTo>
                  <a:cubicBezTo>
                    <a:pt x="184" y="586"/>
                    <a:pt x="184" y="586"/>
                    <a:pt x="184" y="586"/>
                  </a:cubicBezTo>
                  <a:cubicBezTo>
                    <a:pt x="182" y="592"/>
                    <a:pt x="182" y="592"/>
                    <a:pt x="182" y="592"/>
                  </a:cubicBezTo>
                  <a:cubicBezTo>
                    <a:pt x="178" y="595"/>
                    <a:pt x="178" y="595"/>
                    <a:pt x="178" y="595"/>
                  </a:cubicBezTo>
                  <a:cubicBezTo>
                    <a:pt x="183" y="602"/>
                    <a:pt x="183" y="602"/>
                    <a:pt x="183" y="602"/>
                  </a:cubicBezTo>
                  <a:cubicBezTo>
                    <a:pt x="177" y="608"/>
                    <a:pt x="177" y="608"/>
                    <a:pt x="177" y="608"/>
                  </a:cubicBezTo>
                  <a:cubicBezTo>
                    <a:pt x="172" y="616"/>
                    <a:pt x="172" y="616"/>
                    <a:pt x="172" y="616"/>
                  </a:cubicBezTo>
                  <a:cubicBezTo>
                    <a:pt x="173" y="628"/>
                    <a:pt x="173" y="628"/>
                    <a:pt x="173" y="628"/>
                  </a:cubicBezTo>
                  <a:cubicBezTo>
                    <a:pt x="164" y="633"/>
                    <a:pt x="164" y="633"/>
                    <a:pt x="164" y="633"/>
                  </a:cubicBezTo>
                  <a:cubicBezTo>
                    <a:pt x="164" y="641"/>
                    <a:pt x="164" y="641"/>
                    <a:pt x="164" y="641"/>
                  </a:cubicBezTo>
                  <a:cubicBezTo>
                    <a:pt x="160" y="637"/>
                    <a:pt x="160" y="637"/>
                    <a:pt x="160" y="637"/>
                  </a:cubicBezTo>
                  <a:cubicBezTo>
                    <a:pt x="159" y="630"/>
                    <a:pt x="159" y="630"/>
                    <a:pt x="159" y="630"/>
                  </a:cubicBezTo>
                  <a:cubicBezTo>
                    <a:pt x="156" y="627"/>
                    <a:pt x="156" y="627"/>
                    <a:pt x="156" y="627"/>
                  </a:cubicBezTo>
                  <a:cubicBezTo>
                    <a:pt x="151" y="632"/>
                    <a:pt x="151" y="632"/>
                    <a:pt x="151" y="632"/>
                  </a:cubicBezTo>
                  <a:cubicBezTo>
                    <a:pt x="146" y="634"/>
                    <a:pt x="146" y="634"/>
                    <a:pt x="146" y="634"/>
                  </a:cubicBezTo>
                  <a:cubicBezTo>
                    <a:pt x="136" y="637"/>
                    <a:pt x="136" y="637"/>
                    <a:pt x="136" y="637"/>
                  </a:cubicBezTo>
                  <a:cubicBezTo>
                    <a:pt x="129" y="648"/>
                    <a:pt x="129" y="648"/>
                    <a:pt x="129" y="648"/>
                  </a:cubicBezTo>
                  <a:cubicBezTo>
                    <a:pt x="121" y="649"/>
                    <a:pt x="121" y="649"/>
                    <a:pt x="121" y="649"/>
                  </a:cubicBezTo>
                  <a:cubicBezTo>
                    <a:pt x="112" y="641"/>
                    <a:pt x="112" y="641"/>
                    <a:pt x="112" y="641"/>
                  </a:cubicBezTo>
                  <a:cubicBezTo>
                    <a:pt x="112" y="613"/>
                    <a:pt x="112" y="613"/>
                    <a:pt x="112" y="613"/>
                  </a:cubicBezTo>
                  <a:cubicBezTo>
                    <a:pt x="113" y="601"/>
                    <a:pt x="113" y="601"/>
                    <a:pt x="113" y="601"/>
                  </a:cubicBezTo>
                  <a:cubicBezTo>
                    <a:pt x="114" y="589"/>
                    <a:pt x="114" y="589"/>
                    <a:pt x="114" y="589"/>
                  </a:cubicBezTo>
                  <a:cubicBezTo>
                    <a:pt x="104" y="583"/>
                    <a:pt x="104" y="583"/>
                    <a:pt x="104" y="583"/>
                  </a:cubicBezTo>
                  <a:cubicBezTo>
                    <a:pt x="103" y="578"/>
                    <a:pt x="103" y="578"/>
                    <a:pt x="103" y="578"/>
                  </a:cubicBezTo>
                  <a:cubicBezTo>
                    <a:pt x="100" y="573"/>
                    <a:pt x="100" y="573"/>
                    <a:pt x="100" y="573"/>
                  </a:cubicBezTo>
                  <a:cubicBezTo>
                    <a:pt x="97" y="571"/>
                    <a:pt x="97" y="571"/>
                    <a:pt x="97" y="571"/>
                  </a:cubicBezTo>
                  <a:cubicBezTo>
                    <a:pt x="97" y="566"/>
                    <a:pt x="97" y="566"/>
                    <a:pt x="97" y="566"/>
                  </a:cubicBezTo>
                  <a:cubicBezTo>
                    <a:pt x="100" y="563"/>
                    <a:pt x="100" y="563"/>
                    <a:pt x="100" y="563"/>
                  </a:cubicBezTo>
                  <a:cubicBezTo>
                    <a:pt x="100" y="557"/>
                    <a:pt x="100" y="557"/>
                    <a:pt x="100" y="557"/>
                  </a:cubicBezTo>
                  <a:cubicBezTo>
                    <a:pt x="95" y="554"/>
                    <a:pt x="95" y="554"/>
                    <a:pt x="95" y="554"/>
                  </a:cubicBezTo>
                  <a:cubicBezTo>
                    <a:pt x="86" y="551"/>
                    <a:pt x="86" y="551"/>
                    <a:pt x="86" y="551"/>
                  </a:cubicBezTo>
                  <a:cubicBezTo>
                    <a:pt x="88" y="544"/>
                    <a:pt x="88" y="544"/>
                    <a:pt x="88" y="544"/>
                  </a:cubicBezTo>
                  <a:cubicBezTo>
                    <a:pt x="85" y="538"/>
                    <a:pt x="85" y="538"/>
                    <a:pt x="85" y="538"/>
                  </a:cubicBezTo>
                  <a:cubicBezTo>
                    <a:pt x="81" y="530"/>
                    <a:pt x="81" y="530"/>
                    <a:pt x="81" y="530"/>
                  </a:cubicBezTo>
                  <a:cubicBezTo>
                    <a:pt x="76" y="524"/>
                    <a:pt x="76" y="524"/>
                    <a:pt x="76" y="524"/>
                  </a:cubicBezTo>
                  <a:cubicBezTo>
                    <a:pt x="66" y="526"/>
                    <a:pt x="66" y="526"/>
                    <a:pt x="66" y="526"/>
                  </a:cubicBezTo>
                  <a:cubicBezTo>
                    <a:pt x="63" y="520"/>
                    <a:pt x="63" y="520"/>
                    <a:pt x="63" y="520"/>
                  </a:cubicBezTo>
                  <a:cubicBezTo>
                    <a:pt x="70" y="516"/>
                    <a:pt x="70" y="516"/>
                    <a:pt x="70" y="516"/>
                  </a:cubicBezTo>
                  <a:cubicBezTo>
                    <a:pt x="65" y="510"/>
                    <a:pt x="65" y="510"/>
                    <a:pt x="65" y="510"/>
                  </a:cubicBezTo>
                  <a:cubicBezTo>
                    <a:pt x="64" y="504"/>
                    <a:pt x="64" y="504"/>
                    <a:pt x="64" y="504"/>
                  </a:cubicBezTo>
                  <a:cubicBezTo>
                    <a:pt x="60" y="504"/>
                    <a:pt x="60" y="504"/>
                    <a:pt x="60" y="504"/>
                  </a:cubicBezTo>
                  <a:cubicBezTo>
                    <a:pt x="56" y="507"/>
                    <a:pt x="56" y="507"/>
                    <a:pt x="56" y="507"/>
                  </a:cubicBezTo>
                  <a:cubicBezTo>
                    <a:pt x="50" y="505"/>
                    <a:pt x="50" y="505"/>
                    <a:pt x="50" y="505"/>
                  </a:cubicBezTo>
                  <a:cubicBezTo>
                    <a:pt x="45" y="508"/>
                    <a:pt x="45" y="508"/>
                    <a:pt x="45" y="508"/>
                  </a:cubicBezTo>
                  <a:cubicBezTo>
                    <a:pt x="41" y="505"/>
                    <a:pt x="41" y="505"/>
                    <a:pt x="41" y="505"/>
                  </a:cubicBezTo>
                  <a:cubicBezTo>
                    <a:pt x="34" y="508"/>
                    <a:pt x="34" y="508"/>
                    <a:pt x="34" y="508"/>
                  </a:cubicBezTo>
                  <a:cubicBezTo>
                    <a:pt x="27" y="507"/>
                    <a:pt x="27" y="507"/>
                    <a:pt x="27" y="507"/>
                  </a:cubicBezTo>
                  <a:cubicBezTo>
                    <a:pt x="27" y="498"/>
                    <a:pt x="27" y="498"/>
                    <a:pt x="27" y="498"/>
                  </a:cubicBezTo>
                  <a:cubicBezTo>
                    <a:pt x="28" y="496"/>
                    <a:pt x="28" y="496"/>
                    <a:pt x="28" y="496"/>
                  </a:cubicBezTo>
                  <a:cubicBezTo>
                    <a:pt x="28" y="489"/>
                    <a:pt x="28" y="489"/>
                    <a:pt x="28" y="489"/>
                  </a:cubicBezTo>
                  <a:cubicBezTo>
                    <a:pt x="32" y="475"/>
                    <a:pt x="32" y="475"/>
                    <a:pt x="32" y="475"/>
                  </a:cubicBezTo>
                  <a:cubicBezTo>
                    <a:pt x="25" y="467"/>
                    <a:pt x="25" y="467"/>
                    <a:pt x="25" y="467"/>
                  </a:cubicBezTo>
                  <a:cubicBezTo>
                    <a:pt x="24" y="458"/>
                    <a:pt x="24" y="458"/>
                    <a:pt x="24" y="458"/>
                  </a:cubicBezTo>
                  <a:cubicBezTo>
                    <a:pt x="18" y="454"/>
                    <a:pt x="18" y="454"/>
                    <a:pt x="18" y="454"/>
                  </a:cubicBezTo>
                  <a:cubicBezTo>
                    <a:pt x="17" y="449"/>
                    <a:pt x="17" y="449"/>
                    <a:pt x="17" y="449"/>
                  </a:cubicBezTo>
                  <a:cubicBezTo>
                    <a:pt x="20" y="446"/>
                    <a:pt x="20" y="446"/>
                    <a:pt x="20" y="446"/>
                  </a:cubicBezTo>
                  <a:cubicBezTo>
                    <a:pt x="17" y="442"/>
                    <a:pt x="17" y="442"/>
                    <a:pt x="17" y="442"/>
                  </a:cubicBezTo>
                  <a:cubicBezTo>
                    <a:pt x="17" y="437"/>
                    <a:pt x="17" y="437"/>
                    <a:pt x="17" y="437"/>
                  </a:cubicBezTo>
                  <a:cubicBezTo>
                    <a:pt x="8" y="437"/>
                    <a:pt x="8" y="437"/>
                    <a:pt x="8" y="437"/>
                  </a:cubicBezTo>
                  <a:cubicBezTo>
                    <a:pt x="7" y="433"/>
                    <a:pt x="7" y="433"/>
                    <a:pt x="7" y="433"/>
                  </a:cubicBezTo>
                  <a:cubicBezTo>
                    <a:pt x="14" y="426"/>
                    <a:pt x="14" y="426"/>
                    <a:pt x="14" y="426"/>
                  </a:cubicBezTo>
                  <a:cubicBezTo>
                    <a:pt x="19" y="424"/>
                    <a:pt x="19" y="424"/>
                    <a:pt x="19" y="424"/>
                  </a:cubicBezTo>
                  <a:cubicBezTo>
                    <a:pt x="15" y="395"/>
                    <a:pt x="15" y="395"/>
                    <a:pt x="15" y="395"/>
                  </a:cubicBezTo>
                  <a:cubicBezTo>
                    <a:pt x="11" y="385"/>
                    <a:pt x="11" y="385"/>
                    <a:pt x="11" y="38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62"/>
                    <a:pt x="0" y="362"/>
                    <a:pt x="0" y="362"/>
                  </a:cubicBezTo>
                  <a:cubicBezTo>
                    <a:pt x="1" y="356"/>
                    <a:pt x="1" y="356"/>
                    <a:pt x="1" y="356"/>
                  </a:cubicBezTo>
                  <a:cubicBezTo>
                    <a:pt x="5" y="355"/>
                    <a:pt x="5" y="355"/>
                    <a:pt x="5" y="355"/>
                  </a:cubicBezTo>
                  <a:cubicBezTo>
                    <a:pt x="14" y="342"/>
                    <a:pt x="14" y="342"/>
                    <a:pt x="14" y="342"/>
                  </a:cubicBezTo>
                  <a:cubicBezTo>
                    <a:pt x="21" y="344"/>
                    <a:pt x="21" y="344"/>
                    <a:pt x="21" y="344"/>
                  </a:cubicBezTo>
                  <a:cubicBezTo>
                    <a:pt x="26" y="344"/>
                    <a:pt x="26" y="344"/>
                    <a:pt x="26" y="344"/>
                  </a:cubicBezTo>
                  <a:cubicBezTo>
                    <a:pt x="29" y="335"/>
                    <a:pt x="29" y="335"/>
                    <a:pt x="29" y="335"/>
                  </a:cubicBezTo>
                  <a:cubicBezTo>
                    <a:pt x="25" y="330"/>
                    <a:pt x="25" y="330"/>
                    <a:pt x="25" y="330"/>
                  </a:cubicBezTo>
                  <a:cubicBezTo>
                    <a:pt x="27" y="322"/>
                    <a:pt x="27" y="322"/>
                    <a:pt x="27" y="322"/>
                  </a:cubicBezTo>
                  <a:cubicBezTo>
                    <a:pt x="31" y="322"/>
                    <a:pt x="31" y="322"/>
                    <a:pt x="31" y="322"/>
                  </a:cubicBezTo>
                  <a:cubicBezTo>
                    <a:pt x="31" y="311"/>
                    <a:pt x="31" y="311"/>
                    <a:pt x="31" y="311"/>
                  </a:cubicBezTo>
                  <a:cubicBezTo>
                    <a:pt x="42" y="300"/>
                    <a:pt x="42" y="300"/>
                    <a:pt x="42" y="300"/>
                  </a:cubicBezTo>
                  <a:cubicBezTo>
                    <a:pt x="43" y="295"/>
                    <a:pt x="43" y="295"/>
                    <a:pt x="43" y="295"/>
                  </a:cubicBezTo>
                  <a:cubicBezTo>
                    <a:pt x="46" y="295"/>
                    <a:pt x="46" y="295"/>
                    <a:pt x="46" y="295"/>
                  </a:cubicBezTo>
                  <a:cubicBezTo>
                    <a:pt x="47" y="286"/>
                    <a:pt x="47" y="286"/>
                    <a:pt x="47" y="286"/>
                  </a:cubicBezTo>
                  <a:cubicBezTo>
                    <a:pt x="40" y="288"/>
                    <a:pt x="40" y="288"/>
                    <a:pt x="40" y="288"/>
                  </a:cubicBezTo>
                  <a:cubicBezTo>
                    <a:pt x="37" y="280"/>
                    <a:pt x="37" y="280"/>
                    <a:pt x="37" y="280"/>
                  </a:cubicBezTo>
                  <a:cubicBezTo>
                    <a:pt x="35" y="270"/>
                    <a:pt x="35" y="270"/>
                    <a:pt x="35" y="270"/>
                  </a:cubicBezTo>
                  <a:cubicBezTo>
                    <a:pt x="24" y="260"/>
                    <a:pt x="24" y="260"/>
                    <a:pt x="24" y="260"/>
                  </a:cubicBezTo>
                  <a:cubicBezTo>
                    <a:pt x="23" y="256"/>
                    <a:pt x="23" y="256"/>
                    <a:pt x="23" y="256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13" y="249"/>
                    <a:pt x="13" y="249"/>
                    <a:pt x="13" y="249"/>
                  </a:cubicBezTo>
                  <a:cubicBezTo>
                    <a:pt x="14" y="240"/>
                    <a:pt x="14" y="240"/>
                    <a:pt x="14" y="240"/>
                  </a:cubicBezTo>
                  <a:cubicBezTo>
                    <a:pt x="7" y="231"/>
                    <a:pt x="7" y="231"/>
                    <a:pt x="7" y="231"/>
                  </a:cubicBezTo>
                  <a:cubicBezTo>
                    <a:pt x="11" y="224"/>
                    <a:pt x="11" y="224"/>
                    <a:pt x="11" y="224"/>
                  </a:cubicBezTo>
                  <a:cubicBezTo>
                    <a:pt x="6" y="215"/>
                    <a:pt x="6" y="215"/>
                    <a:pt x="6" y="215"/>
                  </a:cubicBezTo>
                  <a:cubicBezTo>
                    <a:pt x="4" y="211"/>
                    <a:pt x="4" y="211"/>
                    <a:pt x="4" y="211"/>
                  </a:cubicBezTo>
                  <a:close/>
                  <a:moveTo>
                    <a:pt x="229" y="18"/>
                  </a:moveTo>
                  <a:cubicBezTo>
                    <a:pt x="229" y="18"/>
                    <a:pt x="230" y="22"/>
                    <a:pt x="234" y="26"/>
                  </a:cubicBezTo>
                  <a:cubicBezTo>
                    <a:pt x="238" y="30"/>
                    <a:pt x="242" y="26"/>
                    <a:pt x="245" y="26"/>
                  </a:cubicBezTo>
                  <a:cubicBezTo>
                    <a:pt x="248" y="27"/>
                    <a:pt x="252" y="25"/>
                    <a:pt x="256" y="23"/>
                  </a:cubicBezTo>
                  <a:cubicBezTo>
                    <a:pt x="259" y="22"/>
                    <a:pt x="263" y="17"/>
                    <a:pt x="265" y="13"/>
                  </a:cubicBezTo>
                  <a:cubicBezTo>
                    <a:pt x="267" y="9"/>
                    <a:pt x="268" y="7"/>
                    <a:pt x="266" y="3"/>
                  </a:cubicBezTo>
                  <a:cubicBezTo>
                    <a:pt x="263" y="0"/>
                    <a:pt x="260" y="0"/>
                    <a:pt x="259" y="1"/>
                  </a:cubicBezTo>
                  <a:cubicBezTo>
                    <a:pt x="257" y="2"/>
                    <a:pt x="251" y="3"/>
                    <a:pt x="251" y="6"/>
                  </a:cubicBezTo>
                  <a:cubicBezTo>
                    <a:pt x="250" y="9"/>
                    <a:pt x="247" y="10"/>
                    <a:pt x="246" y="9"/>
                  </a:cubicBezTo>
                  <a:cubicBezTo>
                    <a:pt x="244" y="8"/>
                    <a:pt x="241" y="9"/>
                    <a:pt x="239" y="11"/>
                  </a:cubicBezTo>
                  <a:cubicBezTo>
                    <a:pt x="237" y="14"/>
                    <a:pt x="239" y="16"/>
                    <a:pt x="236" y="17"/>
                  </a:cubicBezTo>
                  <a:cubicBezTo>
                    <a:pt x="233" y="17"/>
                    <a:pt x="229" y="18"/>
                    <a:pt x="229" y="18"/>
                  </a:cubicBezTo>
                  <a:close/>
                  <a:moveTo>
                    <a:pt x="217" y="54"/>
                  </a:moveTo>
                  <a:cubicBezTo>
                    <a:pt x="217" y="54"/>
                    <a:pt x="221" y="54"/>
                    <a:pt x="223" y="53"/>
                  </a:cubicBezTo>
                  <a:cubicBezTo>
                    <a:pt x="224" y="53"/>
                    <a:pt x="225" y="49"/>
                    <a:pt x="225" y="48"/>
                  </a:cubicBezTo>
                  <a:cubicBezTo>
                    <a:pt x="224" y="46"/>
                    <a:pt x="220" y="45"/>
                    <a:pt x="222" y="45"/>
                  </a:cubicBezTo>
                  <a:cubicBezTo>
                    <a:pt x="224" y="45"/>
                    <a:pt x="226" y="44"/>
                    <a:pt x="228" y="41"/>
                  </a:cubicBezTo>
                  <a:cubicBezTo>
                    <a:pt x="230" y="38"/>
                    <a:pt x="227" y="36"/>
                    <a:pt x="225" y="32"/>
                  </a:cubicBezTo>
                  <a:cubicBezTo>
                    <a:pt x="223" y="29"/>
                    <a:pt x="221" y="24"/>
                    <a:pt x="217" y="23"/>
                  </a:cubicBezTo>
                  <a:cubicBezTo>
                    <a:pt x="213" y="21"/>
                    <a:pt x="205" y="25"/>
                    <a:pt x="203" y="27"/>
                  </a:cubicBezTo>
                  <a:cubicBezTo>
                    <a:pt x="201" y="29"/>
                    <a:pt x="199" y="32"/>
                    <a:pt x="197" y="31"/>
                  </a:cubicBezTo>
                  <a:cubicBezTo>
                    <a:pt x="195" y="30"/>
                    <a:pt x="189" y="30"/>
                    <a:pt x="188" y="32"/>
                  </a:cubicBezTo>
                  <a:cubicBezTo>
                    <a:pt x="187" y="35"/>
                    <a:pt x="192" y="40"/>
                    <a:pt x="193" y="42"/>
                  </a:cubicBezTo>
                  <a:cubicBezTo>
                    <a:pt x="193" y="43"/>
                    <a:pt x="190" y="46"/>
                    <a:pt x="188" y="44"/>
                  </a:cubicBezTo>
                  <a:cubicBezTo>
                    <a:pt x="186" y="42"/>
                    <a:pt x="183" y="49"/>
                    <a:pt x="179" y="45"/>
                  </a:cubicBezTo>
                  <a:cubicBezTo>
                    <a:pt x="175" y="40"/>
                    <a:pt x="169" y="44"/>
                    <a:pt x="169" y="47"/>
                  </a:cubicBezTo>
                  <a:cubicBezTo>
                    <a:pt x="168" y="50"/>
                    <a:pt x="168" y="62"/>
                    <a:pt x="173" y="67"/>
                  </a:cubicBezTo>
                  <a:cubicBezTo>
                    <a:pt x="178" y="71"/>
                    <a:pt x="177" y="74"/>
                    <a:pt x="180" y="76"/>
                  </a:cubicBezTo>
                  <a:cubicBezTo>
                    <a:pt x="183" y="78"/>
                    <a:pt x="202" y="79"/>
                    <a:pt x="204" y="79"/>
                  </a:cubicBezTo>
                  <a:cubicBezTo>
                    <a:pt x="207" y="78"/>
                    <a:pt x="201" y="72"/>
                    <a:pt x="202" y="68"/>
                  </a:cubicBezTo>
                  <a:cubicBezTo>
                    <a:pt x="202" y="64"/>
                    <a:pt x="206" y="66"/>
                    <a:pt x="208" y="63"/>
                  </a:cubicBezTo>
                  <a:cubicBezTo>
                    <a:pt x="210" y="60"/>
                    <a:pt x="217" y="54"/>
                    <a:pt x="217" y="54"/>
                  </a:cubicBezTo>
                  <a:close/>
                  <a:moveTo>
                    <a:pt x="222" y="79"/>
                  </a:moveTo>
                  <a:cubicBezTo>
                    <a:pt x="221" y="82"/>
                    <a:pt x="220" y="88"/>
                    <a:pt x="224" y="89"/>
                  </a:cubicBezTo>
                  <a:cubicBezTo>
                    <a:pt x="227" y="90"/>
                    <a:pt x="232" y="84"/>
                    <a:pt x="230" y="81"/>
                  </a:cubicBezTo>
                  <a:cubicBezTo>
                    <a:pt x="228" y="77"/>
                    <a:pt x="222" y="79"/>
                    <a:pt x="222" y="79"/>
                  </a:cubicBezTo>
                  <a:close/>
                  <a:moveTo>
                    <a:pt x="234" y="90"/>
                  </a:moveTo>
                  <a:cubicBezTo>
                    <a:pt x="234" y="90"/>
                    <a:pt x="237" y="95"/>
                    <a:pt x="235" y="98"/>
                  </a:cubicBezTo>
                  <a:cubicBezTo>
                    <a:pt x="233" y="100"/>
                    <a:pt x="235" y="107"/>
                    <a:pt x="237" y="103"/>
                  </a:cubicBezTo>
                  <a:cubicBezTo>
                    <a:pt x="239" y="100"/>
                    <a:pt x="244" y="98"/>
                    <a:pt x="246" y="98"/>
                  </a:cubicBezTo>
                  <a:cubicBezTo>
                    <a:pt x="248" y="98"/>
                    <a:pt x="262" y="91"/>
                    <a:pt x="261" y="86"/>
                  </a:cubicBezTo>
                  <a:cubicBezTo>
                    <a:pt x="261" y="82"/>
                    <a:pt x="258" y="81"/>
                    <a:pt x="250" y="80"/>
                  </a:cubicBezTo>
                  <a:cubicBezTo>
                    <a:pt x="243" y="79"/>
                    <a:pt x="239" y="80"/>
                    <a:pt x="236" y="82"/>
                  </a:cubicBezTo>
                  <a:cubicBezTo>
                    <a:pt x="234" y="83"/>
                    <a:pt x="234" y="90"/>
                    <a:pt x="234" y="90"/>
                  </a:cubicBezTo>
                  <a:close/>
                  <a:moveTo>
                    <a:pt x="15" y="190"/>
                  </a:moveTo>
                  <a:cubicBezTo>
                    <a:pt x="11" y="191"/>
                    <a:pt x="8" y="198"/>
                    <a:pt x="5" y="199"/>
                  </a:cubicBezTo>
                  <a:cubicBezTo>
                    <a:pt x="1" y="200"/>
                    <a:pt x="11" y="204"/>
                    <a:pt x="16" y="204"/>
                  </a:cubicBezTo>
                  <a:cubicBezTo>
                    <a:pt x="20" y="204"/>
                    <a:pt x="23" y="198"/>
                    <a:pt x="22" y="194"/>
                  </a:cubicBezTo>
                  <a:cubicBezTo>
                    <a:pt x="21" y="190"/>
                    <a:pt x="15" y="190"/>
                    <a:pt x="15" y="190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63" name="Freeform 69">
              <a:extLst>
                <a:ext uri="{FF2B5EF4-FFF2-40B4-BE49-F238E27FC236}">
                  <a16:creationId xmlns:a16="http://schemas.microsoft.com/office/drawing/2014/main" id="{870DE9EC-197E-694D-B2ED-F28F8F493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2986"/>
              <a:ext cx="654" cy="384"/>
            </a:xfrm>
            <a:custGeom>
              <a:avLst/>
              <a:gdLst>
                <a:gd name="T0" fmla="*/ 639 w 654"/>
                <a:gd name="T1" fmla="*/ 84 h 384"/>
                <a:gd name="T2" fmla="*/ 650 w 654"/>
                <a:gd name="T3" fmla="*/ 115 h 384"/>
                <a:gd name="T4" fmla="*/ 608 w 654"/>
                <a:gd name="T5" fmla="*/ 136 h 384"/>
                <a:gd name="T6" fmla="*/ 533 w 654"/>
                <a:gd name="T7" fmla="*/ 169 h 384"/>
                <a:gd name="T8" fmla="*/ 468 w 654"/>
                <a:gd name="T9" fmla="*/ 215 h 384"/>
                <a:gd name="T10" fmla="*/ 446 w 654"/>
                <a:gd name="T11" fmla="*/ 205 h 384"/>
                <a:gd name="T12" fmla="*/ 400 w 654"/>
                <a:gd name="T13" fmla="*/ 261 h 384"/>
                <a:gd name="T14" fmla="*/ 373 w 654"/>
                <a:gd name="T15" fmla="*/ 307 h 384"/>
                <a:gd name="T16" fmla="*/ 368 w 654"/>
                <a:gd name="T17" fmla="*/ 340 h 384"/>
                <a:gd name="T18" fmla="*/ 345 w 654"/>
                <a:gd name="T19" fmla="*/ 373 h 384"/>
                <a:gd name="T20" fmla="*/ 275 w 654"/>
                <a:gd name="T21" fmla="*/ 361 h 384"/>
                <a:gd name="T22" fmla="*/ 241 w 654"/>
                <a:gd name="T23" fmla="*/ 363 h 384"/>
                <a:gd name="T24" fmla="*/ 212 w 654"/>
                <a:gd name="T25" fmla="*/ 361 h 384"/>
                <a:gd name="T26" fmla="*/ 170 w 654"/>
                <a:gd name="T27" fmla="*/ 355 h 384"/>
                <a:gd name="T28" fmla="*/ 150 w 654"/>
                <a:gd name="T29" fmla="*/ 325 h 384"/>
                <a:gd name="T30" fmla="*/ 135 w 654"/>
                <a:gd name="T31" fmla="*/ 334 h 384"/>
                <a:gd name="T32" fmla="*/ 118 w 654"/>
                <a:gd name="T33" fmla="*/ 344 h 384"/>
                <a:gd name="T34" fmla="*/ 95 w 654"/>
                <a:gd name="T35" fmla="*/ 359 h 384"/>
                <a:gd name="T36" fmla="*/ 72 w 654"/>
                <a:gd name="T37" fmla="*/ 353 h 384"/>
                <a:gd name="T38" fmla="*/ 39 w 654"/>
                <a:gd name="T39" fmla="*/ 348 h 384"/>
                <a:gd name="T40" fmla="*/ 14 w 654"/>
                <a:gd name="T41" fmla="*/ 375 h 384"/>
                <a:gd name="T42" fmla="*/ 10 w 654"/>
                <a:gd name="T43" fmla="*/ 342 h 384"/>
                <a:gd name="T44" fmla="*/ 8 w 654"/>
                <a:gd name="T45" fmla="*/ 313 h 384"/>
                <a:gd name="T46" fmla="*/ 27 w 654"/>
                <a:gd name="T47" fmla="*/ 284 h 384"/>
                <a:gd name="T48" fmla="*/ 31 w 654"/>
                <a:gd name="T49" fmla="*/ 267 h 384"/>
                <a:gd name="T50" fmla="*/ 85 w 654"/>
                <a:gd name="T51" fmla="*/ 244 h 384"/>
                <a:gd name="T52" fmla="*/ 116 w 654"/>
                <a:gd name="T53" fmla="*/ 178 h 384"/>
                <a:gd name="T54" fmla="*/ 77 w 654"/>
                <a:gd name="T55" fmla="*/ 192 h 384"/>
                <a:gd name="T56" fmla="*/ 64 w 654"/>
                <a:gd name="T57" fmla="*/ 163 h 384"/>
                <a:gd name="T58" fmla="*/ 89 w 654"/>
                <a:gd name="T59" fmla="*/ 134 h 384"/>
                <a:gd name="T60" fmla="*/ 95 w 654"/>
                <a:gd name="T61" fmla="*/ 109 h 384"/>
                <a:gd name="T62" fmla="*/ 83 w 654"/>
                <a:gd name="T63" fmla="*/ 55 h 384"/>
                <a:gd name="T64" fmla="*/ 122 w 654"/>
                <a:gd name="T65" fmla="*/ 73 h 384"/>
                <a:gd name="T66" fmla="*/ 173 w 654"/>
                <a:gd name="T67" fmla="*/ 94 h 384"/>
                <a:gd name="T68" fmla="*/ 208 w 654"/>
                <a:gd name="T69" fmla="*/ 80 h 384"/>
                <a:gd name="T70" fmla="*/ 214 w 654"/>
                <a:gd name="T71" fmla="*/ 25 h 384"/>
                <a:gd name="T72" fmla="*/ 308 w 654"/>
                <a:gd name="T73" fmla="*/ 0 h 384"/>
                <a:gd name="T74" fmla="*/ 364 w 654"/>
                <a:gd name="T75" fmla="*/ 21 h 384"/>
                <a:gd name="T76" fmla="*/ 425 w 654"/>
                <a:gd name="T77" fmla="*/ 65 h 384"/>
                <a:gd name="T78" fmla="*/ 518 w 654"/>
                <a:gd name="T79" fmla="*/ 102 h 384"/>
                <a:gd name="T80" fmla="*/ 579 w 654"/>
                <a:gd name="T81" fmla="*/ 77 h 384"/>
                <a:gd name="T82" fmla="*/ 621 w 654"/>
                <a:gd name="T83" fmla="*/ 65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54" h="384">
                  <a:moveTo>
                    <a:pt x="654" y="61"/>
                  </a:moveTo>
                  <a:lnTo>
                    <a:pt x="643" y="67"/>
                  </a:lnTo>
                  <a:lnTo>
                    <a:pt x="639" y="84"/>
                  </a:lnTo>
                  <a:lnTo>
                    <a:pt x="652" y="96"/>
                  </a:lnTo>
                  <a:lnTo>
                    <a:pt x="637" y="107"/>
                  </a:lnTo>
                  <a:lnTo>
                    <a:pt x="650" y="115"/>
                  </a:lnTo>
                  <a:lnTo>
                    <a:pt x="633" y="123"/>
                  </a:lnTo>
                  <a:lnTo>
                    <a:pt x="618" y="136"/>
                  </a:lnTo>
                  <a:lnTo>
                    <a:pt x="608" y="136"/>
                  </a:lnTo>
                  <a:lnTo>
                    <a:pt x="604" y="153"/>
                  </a:lnTo>
                  <a:lnTo>
                    <a:pt x="566" y="153"/>
                  </a:lnTo>
                  <a:lnTo>
                    <a:pt x="533" y="169"/>
                  </a:lnTo>
                  <a:lnTo>
                    <a:pt x="531" y="184"/>
                  </a:lnTo>
                  <a:lnTo>
                    <a:pt x="502" y="184"/>
                  </a:lnTo>
                  <a:lnTo>
                    <a:pt x="468" y="215"/>
                  </a:lnTo>
                  <a:lnTo>
                    <a:pt x="454" y="217"/>
                  </a:lnTo>
                  <a:lnTo>
                    <a:pt x="458" y="209"/>
                  </a:lnTo>
                  <a:lnTo>
                    <a:pt x="446" y="205"/>
                  </a:lnTo>
                  <a:lnTo>
                    <a:pt x="414" y="236"/>
                  </a:lnTo>
                  <a:lnTo>
                    <a:pt x="416" y="255"/>
                  </a:lnTo>
                  <a:lnTo>
                    <a:pt x="400" y="261"/>
                  </a:lnTo>
                  <a:lnTo>
                    <a:pt x="400" y="280"/>
                  </a:lnTo>
                  <a:lnTo>
                    <a:pt x="379" y="288"/>
                  </a:lnTo>
                  <a:lnTo>
                    <a:pt x="373" y="307"/>
                  </a:lnTo>
                  <a:lnTo>
                    <a:pt x="375" y="321"/>
                  </a:lnTo>
                  <a:lnTo>
                    <a:pt x="373" y="325"/>
                  </a:lnTo>
                  <a:lnTo>
                    <a:pt x="368" y="340"/>
                  </a:lnTo>
                  <a:lnTo>
                    <a:pt x="350" y="359"/>
                  </a:lnTo>
                  <a:lnTo>
                    <a:pt x="352" y="369"/>
                  </a:lnTo>
                  <a:lnTo>
                    <a:pt x="345" y="373"/>
                  </a:lnTo>
                  <a:lnTo>
                    <a:pt x="337" y="384"/>
                  </a:lnTo>
                  <a:lnTo>
                    <a:pt x="312" y="382"/>
                  </a:lnTo>
                  <a:lnTo>
                    <a:pt x="275" y="361"/>
                  </a:lnTo>
                  <a:lnTo>
                    <a:pt x="258" y="355"/>
                  </a:lnTo>
                  <a:lnTo>
                    <a:pt x="248" y="367"/>
                  </a:lnTo>
                  <a:lnTo>
                    <a:pt x="241" y="363"/>
                  </a:lnTo>
                  <a:lnTo>
                    <a:pt x="233" y="359"/>
                  </a:lnTo>
                  <a:lnTo>
                    <a:pt x="227" y="369"/>
                  </a:lnTo>
                  <a:lnTo>
                    <a:pt x="212" y="361"/>
                  </a:lnTo>
                  <a:lnTo>
                    <a:pt x="202" y="367"/>
                  </a:lnTo>
                  <a:lnTo>
                    <a:pt x="181" y="350"/>
                  </a:lnTo>
                  <a:lnTo>
                    <a:pt x="170" y="355"/>
                  </a:lnTo>
                  <a:lnTo>
                    <a:pt x="160" y="348"/>
                  </a:lnTo>
                  <a:lnTo>
                    <a:pt x="162" y="334"/>
                  </a:lnTo>
                  <a:lnTo>
                    <a:pt x="150" y="325"/>
                  </a:lnTo>
                  <a:lnTo>
                    <a:pt x="143" y="332"/>
                  </a:lnTo>
                  <a:lnTo>
                    <a:pt x="139" y="330"/>
                  </a:lnTo>
                  <a:lnTo>
                    <a:pt x="135" y="334"/>
                  </a:lnTo>
                  <a:lnTo>
                    <a:pt x="118" y="328"/>
                  </a:lnTo>
                  <a:lnTo>
                    <a:pt x="112" y="340"/>
                  </a:lnTo>
                  <a:lnTo>
                    <a:pt x="118" y="344"/>
                  </a:lnTo>
                  <a:lnTo>
                    <a:pt x="118" y="353"/>
                  </a:lnTo>
                  <a:lnTo>
                    <a:pt x="114" y="357"/>
                  </a:lnTo>
                  <a:lnTo>
                    <a:pt x="95" y="359"/>
                  </a:lnTo>
                  <a:lnTo>
                    <a:pt x="89" y="367"/>
                  </a:lnTo>
                  <a:lnTo>
                    <a:pt x="81" y="367"/>
                  </a:lnTo>
                  <a:lnTo>
                    <a:pt x="72" y="353"/>
                  </a:lnTo>
                  <a:lnTo>
                    <a:pt x="60" y="363"/>
                  </a:lnTo>
                  <a:lnTo>
                    <a:pt x="54" y="359"/>
                  </a:lnTo>
                  <a:lnTo>
                    <a:pt x="39" y="348"/>
                  </a:lnTo>
                  <a:lnTo>
                    <a:pt x="27" y="353"/>
                  </a:lnTo>
                  <a:lnTo>
                    <a:pt x="25" y="365"/>
                  </a:lnTo>
                  <a:lnTo>
                    <a:pt x="14" y="375"/>
                  </a:lnTo>
                  <a:lnTo>
                    <a:pt x="8" y="371"/>
                  </a:lnTo>
                  <a:lnTo>
                    <a:pt x="10" y="363"/>
                  </a:lnTo>
                  <a:lnTo>
                    <a:pt x="10" y="342"/>
                  </a:lnTo>
                  <a:lnTo>
                    <a:pt x="0" y="334"/>
                  </a:lnTo>
                  <a:lnTo>
                    <a:pt x="2" y="323"/>
                  </a:lnTo>
                  <a:lnTo>
                    <a:pt x="8" y="313"/>
                  </a:lnTo>
                  <a:lnTo>
                    <a:pt x="12" y="300"/>
                  </a:lnTo>
                  <a:lnTo>
                    <a:pt x="25" y="300"/>
                  </a:lnTo>
                  <a:lnTo>
                    <a:pt x="27" y="284"/>
                  </a:lnTo>
                  <a:lnTo>
                    <a:pt x="35" y="271"/>
                  </a:lnTo>
                  <a:lnTo>
                    <a:pt x="27" y="265"/>
                  </a:lnTo>
                  <a:lnTo>
                    <a:pt x="31" y="267"/>
                  </a:lnTo>
                  <a:lnTo>
                    <a:pt x="54" y="259"/>
                  </a:lnTo>
                  <a:lnTo>
                    <a:pt x="64" y="267"/>
                  </a:lnTo>
                  <a:lnTo>
                    <a:pt x="85" y="244"/>
                  </a:lnTo>
                  <a:lnTo>
                    <a:pt x="77" y="236"/>
                  </a:lnTo>
                  <a:lnTo>
                    <a:pt x="127" y="192"/>
                  </a:lnTo>
                  <a:lnTo>
                    <a:pt x="116" y="178"/>
                  </a:lnTo>
                  <a:lnTo>
                    <a:pt x="97" y="175"/>
                  </a:lnTo>
                  <a:lnTo>
                    <a:pt x="87" y="182"/>
                  </a:lnTo>
                  <a:lnTo>
                    <a:pt x="77" y="192"/>
                  </a:lnTo>
                  <a:lnTo>
                    <a:pt x="58" y="186"/>
                  </a:lnTo>
                  <a:lnTo>
                    <a:pt x="56" y="173"/>
                  </a:lnTo>
                  <a:lnTo>
                    <a:pt x="64" y="163"/>
                  </a:lnTo>
                  <a:lnTo>
                    <a:pt x="70" y="148"/>
                  </a:lnTo>
                  <a:lnTo>
                    <a:pt x="89" y="146"/>
                  </a:lnTo>
                  <a:lnTo>
                    <a:pt x="89" y="134"/>
                  </a:lnTo>
                  <a:lnTo>
                    <a:pt x="83" y="125"/>
                  </a:lnTo>
                  <a:lnTo>
                    <a:pt x="83" y="117"/>
                  </a:lnTo>
                  <a:lnTo>
                    <a:pt x="95" y="109"/>
                  </a:lnTo>
                  <a:lnTo>
                    <a:pt x="97" y="86"/>
                  </a:lnTo>
                  <a:lnTo>
                    <a:pt x="85" y="75"/>
                  </a:lnTo>
                  <a:lnTo>
                    <a:pt x="83" y="55"/>
                  </a:lnTo>
                  <a:lnTo>
                    <a:pt x="89" y="55"/>
                  </a:lnTo>
                  <a:lnTo>
                    <a:pt x="104" y="61"/>
                  </a:lnTo>
                  <a:lnTo>
                    <a:pt x="122" y="73"/>
                  </a:lnTo>
                  <a:lnTo>
                    <a:pt x="143" y="84"/>
                  </a:lnTo>
                  <a:lnTo>
                    <a:pt x="152" y="102"/>
                  </a:lnTo>
                  <a:lnTo>
                    <a:pt x="173" y="94"/>
                  </a:lnTo>
                  <a:lnTo>
                    <a:pt x="202" y="111"/>
                  </a:lnTo>
                  <a:lnTo>
                    <a:pt x="216" y="94"/>
                  </a:lnTo>
                  <a:lnTo>
                    <a:pt x="208" y="80"/>
                  </a:lnTo>
                  <a:lnTo>
                    <a:pt x="212" y="65"/>
                  </a:lnTo>
                  <a:lnTo>
                    <a:pt x="202" y="46"/>
                  </a:lnTo>
                  <a:lnTo>
                    <a:pt x="214" y="25"/>
                  </a:lnTo>
                  <a:lnTo>
                    <a:pt x="227" y="7"/>
                  </a:lnTo>
                  <a:lnTo>
                    <a:pt x="302" y="9"/>
                  </a:lnTo>
                  <a:lnTo>
                    <a:pt x="308" y="0"/>
                  </a:lnTo>
                  <a:lnTo>
                    <a:pt x="335" y="2"/>
                  </a:lnTo>
                  <a:lnTo>
                    <a:pt x="348" y="17"/>
                  </a:lnTo>
                  <a:lnTo>
                    <a:pt x="364" y="21"/>
                  </a:lnTo>
                  <a:lnTo>
                    <a:pt x="395" y="44"/>
                  </a:lnTo>
                  <a:lnTo>
                    <a:pt x="412" y="50"/>
                  </a:lnTo>
                  <a:lnTo>
                    <a:pt x="425" y="65"/>
                  </a:lnTo>
                  <a:lnTo>
                    <a:pt x="452" y="69"/>
                  </a:lnTo>
                  <a:lnTo>
                    <a:pt x="500" y="102"/>
                  </a:lnTo>
                  <a:lnTo>
                    <a:pt x="518" y="102"/>
                  </a:lnTo>
                  <a:lnTo>
                    <a:pt x="527" y="109"/>
                  </a:lnTo>
                  <a:lnTo>
                    <a:pt x="560" y="100"/>
                  </a:lnTo>
                  <a:lnTo>
                    <a:pt x="579" y="77"/>
                  </a:lnTo>
                  <a:lnTo>
                    <a:pt x="600" y="82"/>
                  </a:lnTo>
                  <a:lnTo>
                    <a:pt x="606" y="67"/>
                  </a:lnTo>
                  <a:lnTo>
                    <a:pt x="621" y="65"/>
                  </a:lnTo>
                  <a:lnTo>
                    <a:pt x="637" y="52"/>
                  </a:lnTo>
                  <a:lnTo>
                    <a:pt x="654" y="61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64" name="Freeform 70">
              <a:extLst>
                <a:ext uri="{FF2B5EF4-FFF2-40B4-BE49-F238E27FC236}">
                  <a16:creationId xmlns:a16="http://schemas.microsoft.com/office/drawing/2014/main" id="{C0C2B7BD-5030-8E49-A625-73B6DAE4E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2651"/>
              <a:ext cx="323" cy="381"/>
            </a:xfrm>
            <a:custGeom>
              <a:avLst/>
              <a:gdLst>
                <a:gd name="T0" fmla="*/ 0 w 155"/>
                <a:gd name="T1" fmla="*/ 98 h 183"/>
                <a:gd name="T2" fmla="*/ 32 w 155"/>
                <a:gd name="T3" fmla="*/ 98 h 183"/>
                <a:gd name="T4" fmla="*/ 55 w 155"/>
                <a:gd name="T5" fmla="*/ 94 h 183"/>
                <a:gd name="T6" fmla="*/ 60 w 155"/>
                <a:gd name="T7" fmla="*/ 81 h 183"/>
                <a:gd name="T8" fmla="*/ 61 w 155"/>
                <a:gd name="T9" fmla="*/ 62 h 183"/>
                <a:gd name="T10" fmla="*/ 71 w 155"/>
                <a:gd name="T11" fmla="*/ 59 h 183"/>
                <a:gd name="T12" fmla="*/ 77 w 155"/>
                <a:gd name="T13" fmla="*/ 49 h 183"/>
                <a:gd name="T14" fmla="*/ 81 w 155"/>
                <a:gd name="T15" fmla="*/ 41 h 183"/>
                <a:gd name="T16" fmla="*/ 83 w 155"/>
                <a:gd name="T17" fmla="*/ 36 h 183"/>
                <a:gd name="T18" fmla="*/ 91 w 155"/>
                <a:gd name="T19" fmla="*/ 30 h 183"/>
                <a:gd name="T20" fmla="*/ 101 w 155"/>
                <a:gd name="T21" fmla="*/ 21 h 183"/>
                <a:gd name="T22" fmla="*/ 108 w 155"/>
                <a:gd name="T23" fmla="*/ 22 h 183"/>
                <a:gd name="T24" fmla="*/ 120 w 155"/>
                <a:gd name="T25" fmla="*/ 0 h 183"/>
                <a:gd name="T26" fmla="*/ 135 w 155"/>
                <a:gd name="T27" fmla="*/ 12 h 183"/>
                <a:gd name="T28" fmla="*/ 133 w 155"/>
                <a:gd name="T29" fmla="*/ 23 h 183"/>
                <a:gd name="T30" fmla="*/ 137 w 155"/>
                <a:gd name="T31" fmla="*/ 28 h 183"/>
                <a:gd name="T32" fmla="*/ 152 w 155"/>
                <a:gd name="T33" fmla="*/ 33 h 183"/>
                <a:gd name="T34" fmla="*/ 151 w 155"/>
                <a:gd name="T35" fmla="*/ 43 h 183"/>
                <a:gd name="T36" fmla="*/ 151 w 155"/>
                <a:gd name="T37" fmla="*/ 58 h 183"/>
                <a:gd name="T38" fmla="*/ 140 w 155"/>
                <a:gd name="T39" fmla="*/ 65 h 183"/>
                <a:gd name="T40" fmla="*/ 133 w 155"/>
                <a:gd name="T41" fmla="*/ 70 h 183"/>
                <a:gd name="T42" fmla="*/ 126 w 155"/>
                <a:gd name="T43" fmla="*/ 85 h 183"/>
                <a:gd name="T44" fmla="*/ 121 w 155"/>
                <a:gd name="T45" fmla="*/ 93 h 183"/>
                <a:gd name="T46" fmla="*/ 126 w 155"/>
                <a:gd name="T47" fmla="*/ 103 h 183"/>
                <a:gd name="T48" fmla="*/ 125 w 155"/>
                <a:gd name="T49" fmla="*/ 113 h 183"/>
                <a:gd name="T50" fmla="*/ 126 w 155"/>
                <a:gd name="T51" fmla="*/ 116 h 183"/>
                <a:gd name="T52" fmla="*/ 118 w 155"/>
                <a:gd name="T53" fmla="*/ 124 h 183"/>
                <a:gd name="T54" fmla="*/ 109 w 155"/>
                <a:gd name="T55" fmla="*/ 120 h 183"/>
                <a:gd name="T56" fmla="*/ 110 w 155"/>
                <a:gd name="T57" fmla="*/ 130 h 183"/>
                <a:gd name="T58" fmla="*/ 101 w 155"/>
                <a:gd name="T59" fmla="*/ 137 h 183"/>
                <a:gd name="T60" fmla="*/ 102 w 155"/>
                <a:gd name="T61" fmla="*/ 147 h 183"/>
                <a:gd name="T62" fmla="*/ 108 w 155"/>
                <a:gd name="T63" fmla="*/ 152 h 183"/>
                <a:gd name="T64" fmla="*/ 105 w 155"/>
                <a:gd name="T65" fmla="*/ 157 h 183"/>
                <a:gd name="T66" fmla="*/ 98 w 155"/>
                <a:gd name="T67" fmla="*/ 161 h 183"/>
                <a:gd name="T68" fmla="*/ 99 w 155"/>
                <a:gd name="T69" fmla="*/ 170 h 183"/>
                <a:gd name="T70" fmla="*/ 86 w 155"/>
                <a:gd name="T71" fmla="*/ 179 h 183"/>
                <a:gd name="T72" fmla="*/ 82 w 155"/>
                <a:gd name="T73" fmla="*/ 171 h 183"/>
                <a:gd name="T74" fmla="*/ 74 w 155"/>
                <a:gd name="T75" fmla="*/ 170 h 183"/>
                <a:gd name="T76" fmla="*/ 69 w 155"/>
                <a:gd name="T77" fmla="*/ 171 h 183"/>
                <a:gd name="T78" fmla="*/ 65 w 155"/>
                <a:gd name="T79" fmla="*/ 167 h 183"/>
                <a:gd name="T80" fmla="*/ 56 w 155"/>
                <a:gd name="T81" fmla="*/ 169 h 183"/>
                <a:gd name="T82" fmla="*/ 50 w 155"/>
                <a:gd name="T83" fmla="*/ 173 h 183"/>
                <a:gd name="T84" fmla="*/ 45 w 155"/>
                <a:gd name="T85" fmla="*/ 171 h 183"/>
                <a:gd name="T86" fmla="*/ 41 w 155"/>
                <a:gd name="T87" fmla="*/ 178 h 183"/>
                <a:gd name="T88" fmla="*/ 32 w 155"/>
                <a:gd name="T89" fmla="*/ 183 h 183"/>
                <a:gd name="T90" fmla="*/ 24 w 155"/>
                <a:gd name="T91" fmla="*/ 160 h 183"/>
                <a:gd name="T92" fmla="*/ 15 w 155"/>
                <a:gd name="T93" fmla="*/ 156 h 183"/>
                <a:gd name="T94" fmla="*/ 0 w 155"/>
                <a:gd name="T95" fmla="*/ 111 h 183"/>
                <a:gd name="T96" fmla="*/ 0 w 155"/>
                <a:gd name="T97" fmla="*/ 98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5" h="183">
                  <a:moveTo>
                    <a:pt x="0" y="98"/>
                  </a:moveTo>
                  <a:cubicBezTo>
                    <a:pt x="32" y="98"/>
                    <a:pt x="32" y="98"/>
                    <a:pt x="32" y="98"/>
                  </a:cubicBezTo>
                  <a:cubicBezTo>
                    <a:pt x="43" y="98"/>
                    <a:pt x="47" y="95"/>
                    <a:pt x="55" y="94"/>
                  </a:cubicBezTo>
                  <a:cubicBezTo>
                    <a:pt x="62" y="93"/>
                    <a:pt x="59" y="87"/>
                    <a:pt x="60" y="81"/>
                  </a:cubicBezTo>
                  <a:cubicBezTo>
                    <a:pt x="60" y="75"/>
                    <a:pt x="61" y="65"/>
                    <a:pt x="61" y="62"/>
                  </a:cubicBezTo>
                  <a:cubicBezTo>
                    <a:pt x="61" y="59"/>
                    <a:pt x="65" y="59"/>
                    <a:pt x="71" y="59"/>
                  </a:cubicBezTo>
                  <a:cubicBezTo>
                    <a:pt x="77" y="59"/>
                    <a:pt x="77" y="56"/>
                    <a:pt x="77" y="49"/>
                  </a:cubicBezTo>
                  <a:cubicBezTo>
                    <a:pt x="77" y="42"/>
                    <a:pt x="77" y="41"/>
                    <a:pt x="81" y="41"/>
                  </a:cubicBezTo>
                  <a:cubicBezTo>
                    <a:pt x="86" y="42"/>
                    <a:pt x="84" y="40"/>
                    <a:pt x="83" y="36"/>
                  </a:cubicBezTo>
                  <a:cubicBezTo>
                    <a:pt x="83" y="33"/>
                    <a:pt x="89" y="33"/>
                    <a:pt x="91" y="30"/>
                  </a:cubicBezTo>
                  <a:cubicBezTo>
                    <a:pt x="93" y="28"/>
                    <a:pt x="98" y="23"/>
                    <a:pt x="101" y="21"/>
                  </a:cubicBezTo>
                  <a:cubicBezTo>
                    <a:pt x="105" y="19"/>
                    <a:pt x="106" y="23"/>
                    <a:pt x="108" y="22"/>
                  </a:cubicBezTo>
                  <a:cubicBezTo>
                    <a:pt x="109" y="21"/>
                    <a:pt x="115" y="9"/>
                    <a:pt x="120" y="0"/>
                  </a:cubicBezTo>
                  <a:cubicBezTo>
                    <a:pt x="135" y="12"/>
                    <a:pt x="135" y="12"/>
                    <a:pt x="135" y="12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37" y="28"/>
                    <a:pt x="137" y="28"/>
                    <a:pt x="137" y="28"/>
                  </a:cubicBezTo>
                  <a:cubicBezTo>
                    <a:pt x="152" y="33"/>
                    <a:pt x="152" y="33"/>
                    <a:pt x="152" y="33"/>
                  </a:cubicBezTo>
                  <a:cubicBezTo>
                    <a:pt x="150" y="37"/>
                    <a:pt x="148" y="35"/>
                    <a:pt x="151" y="43"/>
                  </a:cubicBezTo>
                  <a:cubicBezTo>
                    <a:pt x="155" y="53"/>
                    <a:pt x="153" y="56"/>
                    <a:pt x="151" y="58"/>
                  </a:cubicBezTo>
                  <a:cubicBezTo>
                    <a:pt x="149" y="60"/>
                    <a:pt x="143" y="65"/>
                    <a:pt x="140" y="65"/>
                  </a:cubicBezTo>
                  <a:cubicBezTo>
                    <a:pt x="137" y="66"/>
                    <a:pt x="133" y="66"/>
                    <a:pt x="133" y="70"/>
                  </a:cubicBezTo>
                  <a:cubicBezTo>
                    <a:pt x="133" y="75"/>
                    <a:pt x="130" y="83"/>
                    <a:pt x="126" y="85"/>
                  </a:cubicBezTo>
                  <a:cubicBezTo>
                    <a:pt x="121" y="87"/>
                    <a:pt x="122" y="91"/>
                    <a:pt x="121" y="93"/>
                  </a:cubicBezTo>
                  <a:cubicBezTo>
                    <a:pt x="120" y="95"/>
                    <a:pt x="126" y="98"/>
                    <a:pt x="126" y="103"/>
                  </a:cubicBezTo>
                  <a:cubicBezTo>
                    <a:pt x="126" y="107"/>
                    <a:pt x="124" y="109"/>
                    <a:pt x="125" y="113"/>
                  </a:cubicBezTo>
                  <a:cubicBezTo>
                    <a:pt x="125" y="115"/>
                    <a:pt x="125" y="115"/>
                    <a:pt x="126" y="116"/>
                  </a:cubicBezTo>
                  <a:cubicBezTo>
                    <a:pt x="118" y="124"/>
                    <a:pt x="118" y="124"/>
                    <a:pt x="118" y="124"/>
                  </a:cubicBezTo>
                  <a:cubicBezTo>
                    <a:pt x="109" y="120"/>
                    <a:pt x="109" y="120"/>
                    <a:pt x="109" y="120"/>
                  </a:cubicBezTo>
                  <a:cubicBezTo>
                    <a:pt x="110" y="130"/>
                    <a:pt x="110" y="130"/>
                    <a:pt x="110" y="130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2" y="147"/>
                    <a:pt x="102" y="147"/>
                    <a:pt x="102" y="147"/>
                  </a:cubicBezTo>
                  <a:cubicBezTo>
                    <a:pt x="108" y="152"/>
                    <a:pt x="108" y="152"/>
                    <a:pt x="108" y="152"/>
                  </a:cubicBezTo>
                  <a:cubicBezTo>
                    <a:pt x="105" y="157"/>
                    <a:pt x="105" y="157"/>
                    <a:pt x="105" y="157"/>
                  </a:cubicBezTo>
                  <a:cubicBezTo>
                    <a:pt x="98" y="161"/>
                    <a:pt x="98" y="161"/>
                    <a:pt x="98" y="161"/>
                  </a:cubicBezTo>
                  <a:cubicBezTo>
                    <a:pt x="99" y="170"/>
                    <a:pt x="99" y="170"/>
                    <a:pt x="99" y="170"/>
                  </a:cubicBezTo>
                  <a:cubicBezTo>
                    <a:pt x="86" y="179"/>
                    <a:pt x="86" y="179"/>
                    <a:pt x="86" y="179"/>
                  </a:cubicBezTo>
                  <a:cubicBezTo>
                    <a:pt x="82" y="171"/>
                    <a:pt x="82" y="171"/>
                    <a:pt x="82" y="171"/>
                  </a:cubicBezTo>
                  <a:cubicBezTo>
                    <a:pt x="74" y="170"/>
                    <a:pt x="74" y="170"/>
                    <a:pt x="74" y="170"/>
                  </a:cubicBezTo>
                  <a:cubicBezTo>
                    <a:pt x="69" y="171"/>
                    <a:pt x="69" y="171"/>
                    <a:pt x="69" y="171"/>
                  </a:cubicBezTo>
                  <a:cubicBezTo>
                    <a:pt x="65" y="167"/>
                    <a:pt x="65" y="167"/>
                    <a:pt x="65" y="167"/>
                  </a:cubicBezTo>
                  <a:cubicBezTo>
                    <a:pt x="56" y="169"/>
                    <a:pt x="56" y="169"/>
                    <a:pt x="56" y="169"/>
                  </a:cubicBezTo>
                  <a:cubicBezTo>
                    <a:pt x="50" y="173"/>
                    <a:pt x="50" y="173"/>
                    <a:pt x="50" y="173"/>
                  </a:cubicBezTo>
                  <a:cubicBezTo>
                    <a:pt x="45" y="171"/>
                    <a:pt x="45" y="171"/>
                    <a:pt x="45" y="171"/>
                  </a:cubicBezTo>
                  <a:cubicBezTo>
                    <a:pt x="41" y="178"/>
                    <a:pt x="41" y="178"/>
                    <a:pt x="41" y="178"/>
                  </a:cubicBezTo>
                  <a:cubicBezTo>
                    <a:pt x="32" y="183"/>
                    <a:pt x="32" y="183"/>
                    <a:pt x="32" y="183"/>
                  </a:cubicBezTo>
                  <a:cubicBezTo>
                    <a:pt x="24" y="160"/>
                    <a:pt x="24" y="160"/>
                    <a:pt x="24" y="160"/>
                  </a:cubicBezTo>
                  <a:cubicBezTo>
                    <a:pt x="15" y="156"/>
                    <a:pt x="15" y="156"/>
                    <a:pt x="15" y="156"/>
                  </a:cubicBezTo>
                  <a:cubicBezTo>
                    <a:pt x="0" y="111"/>
                    <a:pt x="0" y="111"/>
                    <a:pt x="0" y="111"/>
                  </a:cubicBezTo>
                  <a:lnTo>
                    <a:pt x="0" y="98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65" name="Freeform 71">
              <a:extLst>
                <a:ext uri="{FF2B5EF4-FFF2-40B4-BE49-F238E27FC236}">
                  <a16:creationId xmlns:a16="http://schemas.microsoft.com/office/drawing/2014/main" id="{30710B06-BD4D-FD42-894D-392796464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3905"/>
              <a:ext cx="89" cy="77"/>
            </a:xfrm>
            <a:custGeom>
              <a:avLst/>
              <a:gdLst>
                <a:gd name="T0" fmla="*/ 34 w 43"/>
                <a:gd name="T1" fmla="*/ 2 h 37"/>
                <a:gd name="T2" fmla="*/ 36 w 43"/>
                <a:gd name="T3" fmla="*/ 3 h 37"/>
                <a:gd name="T4" fmla="*/ 37 w 43"/>
                <a:gd name="T5" fmla="*/ 6 h 37"/>
                <a:gd name="T6" fmla="*/ 39 w 43"/>
                <a:gd name="T7" fmla="*/ 11 h 37"/>
                <a:gd name="T8" fmla="*/ 43 w 43"/>
                <a:gd name="T9" fmla="*/ 17 h 37"/>
                <a:gd name="T10" fmla="*/ 37 w 43"/>
                <a:gd name="T11" fmla="*/ 19 h 37"/>
                <a:gd name="T12" fmla="*/ 37 w 43"/>
                <a:gd name="T13" fmla="*/ 22 h 37"/>
                <a:gd name="T14" fmla="*/ 40 w 43"/>
                <a:gd name="T15" fmla="*/ 26 h 37"/>
                <a:gd name="T16" fmla="*/ 39 w 43"/>
                <a:gd name="T17" fmla="*/ 30 h 37"/>
                <a:gd name="T18" fmla="*/ 38 w 43"/>
                <a:gd name="T19" fmla="*/ 32 h 37"/>
                <a:gd name="T20" fmla="*/ 37 w 43"/>
                <a:gd name="T21" fmla="*/ 32 h 37"/>
                <a:gd name="T22" fmla="*/ 29 w 43"/>
                <a:gd name="T23" fmla="*/ 35 h 37"/>
                <a:gd name="T24" fmla="*/ 24 w 43"/>
                <a:gd name="T25" fmla="*/ 37 h 37"/>
                <a:gd name="T26" fmla="*/ 24 w 43"/>
                <a:gd name="T27" fmla="*/ 37 h 37"/>
                <a:gd name="T28" fmla="*/ 14 w 43"/>
                <a:gd name="T29" fmla="*/ 31 h 37"/>
                <a:gd name="T30" fmla="*/ 5 w 43"/>
                <a:gd name="T31" fmla="*/ 15 h 37"/>
                <a:gd name="T32" fmla="*/ 0 w 43"/>
                <a:gd name="T33" fmla="*/ 8 h 37"/>
                <a:gd name="T34" fmla="*/ 2 w 43"/>
                <a:gd name="T35" fmla="*/ 7 h 37"/>
                <a:gd name="T36" fmla="*/ 8 w 43"/>
                <a:gd name="T37" fmla="*/ 4 h 37"/>
                <a:gd name="T38" fmla="*/ 15 w 43"/>
                <a:gd name="T39" fmla="*/ 0 h 37"/>
                <a:gd name="T40" fmla="*/ 20 w 43"/>
                <a:gd name="T41" fmla="*/ 6 h 37"/>
                <a:gd name="T42" fmla="*/ 28 w 43"/>
                <a:gd name="T43" fmla="*/ 8 h 37"/>
                <a:gd name="T44" fmla="*/ 33 w 43"/>
                <a:gd name="T45" fmla="*/ 3 h 37"/>
                <a:gd name="T46" fmla="*/ 34 w 43"/>
                <a:gd name="T47" fmla="*/ 2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3" h="37">
                  <a:moveTo>
                    <a:pt x="34" y="2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37" y="18"/>
                    <a:pt x="37" y="19"/>
                  </a:cubicBezTo>
                  <a:cubicBezTo>
                    <a:pt x="36" y="20"/>
                    <a:pt x="37" y="22"/>
                    <a:pt x="37" y="22"/>
                  </a:cubicBezTo>
                  <a:cubicBezTo>
                    <a:pt x="37" y="22"/>
                    <a:pt x="40" y="26"/>
                    <a:pt x="40" y="26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7" y="32"/>
                    <a:pt x="37" y="32"/>
                    <a:pt x="37" y="32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7" y="36"/>
                    <a:pt x="24" y="37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1" y="34"/>
                    <a:pt x="17" y="34"/>
                    <a:pt x="14" y="31"/>
                  </a:cubicBezTo>
                  <a:cubicBezTo>
                    <a:pt x="11" y="28"/>
                    <a:pt x="7" y="22"/>
                    <a:pt x="5" y="15"/>
                  </a:cubicBezTo>
                  <a:cubicBezTo>
                    <a:pt x="4" y="12"/>
                    <a:pt x="2" y="10"/>
                    <a:pt x="0" y="8"/>
                  </a:cubicBezTo>
                  <a:cubicBezTo>
                    <a:pt x="1" y="8"/>
                    <a:pt x="1" y="7"/>
                    <a:pt x="2" y="7"/>
                  </a:cubicBezTo>
                  <a:cubicBezTo>
                    <a:pt x="3" y="5"/>
                    <a:pt x="7" y="4"/>
                    <a:pt x="8" y="4"/>
                  </a:cubicBezTo>
                  <a:cubicBezTo>
                    <a:pt x="9" y="3"/>
                    <a:pt x="13" y="1"/>
                    <a:pt x="15" y="0"/>
                  </a:cubicBezTo>
                  <a:cubicBezTo>
                    <a:pt x="17" y="0"/>
                    <a:pt x="19" y="5"/>
                    <a:pt x="20" y="6"/>
                  </a:cubicBezTo>
                  <a:cubicBezTo>
                    <a:pt x="21" y="8"/>
                    <a:pt x="26" y="8"/>
                    <a:pt x="28" y="8"/>
                  </a:cubicBezTo>
                  <a:cubicBezTo>
                    <a:pt x="29" y="8"/>
                    <a:pt x="32" y="6"/>
                    <a:pt x="33" y="3"/>
                  </a:cubicBezTo>
                  <a:cubicBezTo>
                    <a:pt x="34" y="3"/>
                    <a:pt x="34" y="2"/>
                    <a:pt x="34" y="2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66" name="Freeform 72">
              <a:extLst>
                <a:ext uri="{FF2B5EF4-FFF2-40B4-BE49-F238E27FC236}">
                  <a16:creationId xmlns:a16="http://schemas.microsoft.com/office/drawing/2014/main" id="{7BF98853-7286-0B4E-A90D-762A4AE83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" y="3972"/>
              <a:ext cx="89" cy="63"/>
            </a:xfrm>
            <a:custGeom>
              <a:avLst/>
              <a:gdLst>
                <a:gd name="T0" fmla="*/ 0 w 43"/>
                <a:gd name="T1" fmla="*/ 5 h 30"/>
                <a:gd name="T2" fmla="*/ 5 w 43"/>
                <a:gd name="T3" fmla="*/ 3 h 30"/>
                <a:gd name="T4" fmla="*/ 13 w 43"/>
                <a:gd name="T5" fmla="*/ 0 h 30"/>
                <a:gd name="T6" fmla="*/ 16 w 43"/>
                <a:gd name="T7" fmla="*/ 0 h 30"/>
                <a:gd name="T8" fmla="*/ 22 w 43"/>
                <a:gd name="T9" fmla="*/ 1 h 30"/>
                <a:gd name="T10" fmla="*/ 26 w 43"/>
                <a:gd name="T11" fmla="*/ 3 h 30"/>
                <a:gd name="T12" fmla="*/ 32 w 43"/>
                <a:gd name="T13" fmla="*/ 12 h 30"/>
                <a:gd name="T14" fmla="*/ 37 w 43"/>
                <a:gd name="T15" fmla="*/ 11 h 30"/>
                <a:gd name="T16" fmla="*/ 43 w 43"/>
                <a:gd name="T17" fmla="*/ 15 h 30"/>
                <a:gd name="T18" fmla="*/ 43 w 43"/>
                <a:gd name="T19" fmla="*/ 19 h 30"/>
                <a:gd name="T20" fmla="*/ 43 w 43"/>
                <a:gd name="T21" fmla="*/ 20 h 30"/>
                <a:gd name="T22" fmla="*/ 42 w 43"/>
                <a:gd name="T23" fmla="*/ 20 h 30"/>
                <a:gd name="T24" fmla="*/ 38 w 43"/>
                <a:gd name="T25" fmla="*/ 21 h 30"/>
                <a:gd name="T26" fmla="*/ 38 w 43"/>
                <a:gd name="T27" fmla="*/ 27 h 30"/>
                <a:gd name="T28" fmla="*/ 35 w 43"/>
                <a:gd name="T29" fmla="*/ 27 h 30"/>
                <a:gd name="T30" fmla="*/ 29 w 43"/>
                <a:gd name="T31" fmla="*/ 30 h 30"/>
                <a:gd name="T32" fmla="*/ 26 w 43"/>
                <a:gd name="T33" fmla="*/ 28 h 30"/>
                <a:gd name="T34" fmla="*/ 20 w 43"/>
                <a:gd name="T35" fmla="*/ 27 h 30"/>
                <a:gd name="T36" fmla="*/ 12 w 43"/>
                <a:gd name="T37" fmla="*/ 29 h 30"/>
                <a:gd name="T38" fmla="*/ 11 w 43"/>
                <a:gd name="T39" fmla="*/ 26 h 30"/>
                <a:gd name="T40" fmla="*/ 10 w 43"/>
                <a:gd name="T41" fmla="*/ 18 h 30"/>
                <a:gd name="T42" fmla="*/ 0 w 43"/>
                <a:gd name="T43" fmla="*/ 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" h="30">
                  <a:moveTo>
                    <a:pt x="0" y="5"/>
                  </a:moveTo>
                  <a:cubicBezTo>
                    <a:pt x="3" y="4"/>
                    <a:pt x="5" y="3"/>
                    <a:pt x="5" y="3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42" y="20"/>
                    <a:pt x="42" y="20"/>
                    <a:pt x="42" y="20"/>
                  </a:cubicBezTo>
                  <a:cubicBezTo>
                    <a:pt x="38" y="21"/>
                    <a:pt x="38" y="21"/>
                    <a:pt x="38" y="21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0" y="27"/>
                    <a:pt x="20" y="27"/>
                    <a:pt x="20" y="27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28"/>
                    <a:pt x="11" y="27"/>
                    <a:pt x="11" y="26"/>
                  </a:cubicBezTo>
                  <a:cubicBezTo>
                    <a:pt x="8" y="23"/>
                    <a:pt x="8" y="22"/>
                    <a:pt x="10" y="18"/>
                  </a:cubicBezTo>
                  <a:cubicBezTo>
                    <a:pt x="11" y="13"/>
                    <a:pt x="2" y="9"/>
                    <a:pt x="0" y="5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67" name="Freeform 73">
              <a:extLst>
                <a:ext uri="{FF2B5EF4-FFF2-40B4-BE49-F238E27FC236}">
                  <a16:creationId xmlns:a16="http://schemas.microsoft.com/office/drawing/2014/main" id="{C321C5F0-358F-FF41-AF92-F62C09869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" y="4014"/>
              <a:ext cx="77" cy="62"/>
            </a:xfrm>
            <a:custGeom>
              <a:avLst/>
              <a:gdLst>
                <a:gd name="T0" fmla="*/ 0 w 37"/>
                <a:gd name="T1" fmla="*/ 9 h 30"/>
                <a:gd name="T2" fmla="*/ 8 w 37"/>
                <a:gd name="T3" fmla="*/ 7 h 30"/>
                <a:gd name="T4" fmla="*/ 14 w 37"/>
                <a:gd name="T5" fmla="*/ 8 h 30"/>
                <a:gd name="T6" fmla="*/ 17 w 37"/>
                <a:gd name="T7" fmla="*/ 10 h 30"/>
                <a:gd name="T8" fmla="*/ 23 w 37"/>
                <a:gd name="T9" fmla="*/ 7 h 30"/>
                <a:gd name="T10" fmla="*/ 26 w 37"/>
                <a:gd name="T11" fmla="*/ 7 h 30"/>
                <a:gd name="T12" fmla="*/ 26 w 37"/>
                <a:gd name="T13" fmla="*/ 1 h 30"/>
                <a:gd name="T14" fmla="*/ 30 w 37"/>
                <a:gd name="T15" fmla="*/ 0 h 30"/>
                <a:gd name="T16" fmla="*/ 34 w 37"/>
                <a:gd name="T17" fmla="*/ 2 h 30"/>
                <a:gd name="T18" fmla="*/ 37 w 37"/>
                <a:gd name="T19" fmla="*/ 5 h 30"/>
                <a:gd name="T20" fmla="*/ 37 w 37"/>
                <a:gd name="T21" fmla="*/ 11 h 30"/>
                <a:gd name="T22" fmla="*/ 32 w 37"/>
                <a:gd name="T23" fmla="*/ 12 h 30"/>
                <a:gd name="T24" fmla="*/ 32 w 37"/>
                <a:gd name="T25" fmla="*/ 13 h 30"/>
                <a:gd name="T26" fmla="*/ 27 w 37"/>
                <a:gd name="T27" fmla="*/ 11 h 30"/>
                <a:gd name="T28" fmla="*/ 25 w 37"/>
                <a:gd name="T29" fmla="*/ 17 h 30"/>
                <a:gd name="T30" fmla="*/ 25 w 37"/>
                <a:gd name="T31" fmla="*/ 24 h 30"/>
                <a:gd name="T32" fmla="*/ 23 w 37"/>
                <a:gd name="T33" fmla="*/ 28 h 30"/>
                <a:gd name="T34" fmla="*/ 20 w 37"/>
                <a:gd name="T35" fmla="*/ 30 h 30"/>
                <a:gd name="T36" fmla="*/ 15 w 37"/>
                <a:gd name="T37" fmla="*/ 26 h 30"/>
                <a:gd name="T38" fmla="*/ 3 w 37"/>
                <a:gd name="T39" fmla="*/ 22 h 30"/>
                <a:gd name="T40" fmla="*/ 4 w 37"/>
                <a:gd name="T41" fmla="*/ 15 h 30"/>
                <a:gd name="T42" fmla="*/ 0 w 37"/>
                <a:gd name="T43" fmla="*/ 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30">
                  <a:moveTo>
                    <a:pt x="0" y="9"/>
                  </a:moveTo>
                  <a:cubicBezTo>
                    <a:pt x="8" y="7"/>
                    <a:pt x="8" y="7"/>
                    <a:pt x="8" y="7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4" y="2"/>
                    <a:pt x="34" y="2"/>
                    <a:pt x="34" y="2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5" y="11"/>
                    <a:pt x="32" y="11"/>
                    <a:pt x="32" y="12"/>
                  </a:cubicBezTo>
                  <a:cubicBezTo>
                    <a:pt x="32" y="12"/>
                    <a:pt x="32" y="13"/>
                    <a:pt x="32" y="13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11"/>
                    <a:pt x="25" y="16"/>
                    <a:pt x="25" y="17"/>
                  </a:cubicBezTo>
                  <a:cubicBezTo>
                    <a:pt x="25" y="18"/>
                    <a:pt x="25" y="24"/>
                    <a:pt x="25" y="24"/>
                  </a:cubicBezTo>
                  <a:cubicBezTo>
                    <a:pt x="25" y="24"/>
                    <a:pt x="24" y="28"/>
                    <a:pt x="23" y="28"/>
                  </a:cubicBezTo>
                  <a:cubicBezTo>
                    <a:pt x="23" y="28"/>
                    <a:pt x="21" y="29"/>
                    <a:pt x="20" y="30"/>
                  </a:cubicBezTo>
                  <a:cubicBezTo>
                    <a:pt x="18" y="28"/>
                    <a:pt x="16" y="27"/>
                    <a:pt x="15" y="26"/>
                  </a:cubicBezTo>
                  <a:cubicBezTo>
                    <a:pt x="12" y="24"/>
                    <a:pt x="5" y="25"/>
                    <a:pt x="3" y="22"/>
                  </a:cubicBezTo>
                  <a:cubicBezTo>
                    <a:pt x="2" y="19"/>
                    <a:pt x="3" y="18"/>
                    <a:pt x="4" y="15"/>
                  </a:cubicBezTo>
                  <a:cubicBezTo>
                    <a:pt x="4" y="13"/>
                    <a:pt x="2" y="11"/>
                    <a:pt x="0" y="9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68" name="Freeform 74">
              <a:extLst>
                <a:ext uri="{FF2B5EF4-FFF2-40B4-BE49-F238E27FC236}">
                  <a16:creationId xmlns:a16="http://schemas.microsoft.com/office/drawing/2014/main" id="{398D486E-33E7-C74D-B8AE-E2CBACB93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4037"/>
              <a:ext cx="40" cy="64"/>
            </a:xfrm>
            <a:custGeom>
              <a:avLst/>
              <a:gdLst>
                <a:gd name="T0" fmla="*/ 12 w 19"/>
                <a:gd name="T1" fmla="*/ 2 h 31"/>
                <a:gd name="T2" fmla="*/ 7 w 19"/>
                <a:gd name="T3" fmla="*/ 0 h 31"/>
                <a:gd name="T4" fmla="*/ 5 w 19"/>
                <a:gd name="T5" fmla="*/ 6 h 31"/>
                <a:gd name="T6" fmla="*/ 5 w 19"/>
                <a:gd name="T7" fmla="*/ 13 h 31"/>
                <a:gd name="T8" fmla="*/ 3 w 19"/>
                <a:gd name="T9" fmla="*/ 17 h 31"/>
                <a:gd name="T10" fmla="*/ 0 w 19"/>
                <a:gd name="T11" fmla="*/ 19 h 31"/>
                <a:gd name="T12" fmla="*/ 1 w 19"/>
                <a:gd name="T13" fmla="*/ 20 h 31"/>
                <a:gd name="T14" fmla="*/ 5 w 19"/>
                <a:gd name="T15" fmla="*/ 31 h 31"/>
                <a:gd name="T16" fmla="*/ 14 w 19"/>
                <a:gd name="T17" fmla="*/ 24 h 31"/>
                <a:gd name="T18" fmla="*/ 19 w 19"/>
                <a:gd name="T19" fmla="*/ 10 h 31"/>
                <a:gd name="T20" fmla="*/ 12 w 19"/>
                <a:gd name="T21" fmla="*/ 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31">
                  <a:moveTo>
                    <a:pt x="12" y="2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5" y="5"/>
                    <a:pt x="5" y="6"/>
                  </a:cubicBezTo>
                  <a:cubicBezTo>
                    <a:pt x="5" y="7"/>
                    <a:pt x="5" y="13"/>
                    <a:pt x="5" y="13"/>
                  </a:cubicBezTo>
                  <a:cubicBezTo>
                    <a:pt x="5" y="13"/>
                    <a:pt x="4" y="17"/>
                    <a:pt x="3" y="17"/>
                  </a:cubicBezTo>
                  <a:cubicBezTo>
                    <a:pt x="3" y="17"/>
                    <a:pt x="1" y="18"/>
                    <a:pt x="0" y="19"/>
                  </a:cubicBezTo>
                  <a:cubicBezTo>
                    <a:pt x="0" y="19"/>
                    <a:pt x="1" y="20"/>
                    <a:pt x="1" y="20"/>
                  </a:cubicBezTo>
                  <a:cubicBezTo>
                    <a:pt x="2" y="22"/>
                    <a:pt x="4" y="26"/>
                    <a:pt x="5" y="31"/>
                  </a:cubicBezTo>
                  <a:cubicBezTo>
                    <a:pt x="9" y="29"/>
                    <a:pt x="13" y="26"/>
                    <a:pt x="14" y="24"/>
                  </a:cubicBezTo>
                  <a:cubicBezTo>
                    <a:pt x="15" y="19"/>
                    <a:pt x="19" y="10"/>
                    <a:pt x="19" y="10"/>
                  </a:cubicBezTo>
                  <a:cubicBezTo>
                    <a:pt x="19" y="10"/>
                    <a:pt x="13" y="4"/>
                    <a:pt x="12" y="2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69" name="Freeform 75">
              <a:extLst>
                <a:ext uri="{FF2B5EF4-FFF2-40B4-BE49-F238E27FC236}">
                  <a16:creationId xmlns:a16="http://schemas.microsoft.com/office/drawing/2014/main" id="{70C73C2F-89F4-D64E-8E04-9824370D3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" y="3995"/>
              <a:ext cx="131" cy="246"/>
            </a:xfrm>
            <a:custGeom>
              <a:avLst/>
              <a:gdLst>
                <a:gd name="T0" fmla="*/ 0 w 63"/>
                <a:gd name="T1" fmla="*/ 65 h 118"/>
                <a:gd name="T2" fmla="*/ 7 w 63"/>
                <a:gd name="T3" fmla="*/ 61 h 118"/>
                <a:gd name="T4" fmla="*/ 17 w 63"/>
                <a:gd name="T5" fmla="*/ 58 h 118"/>
                <a:gd name="T6" fmla="*/ 21 w 63"/>
                <a:gd name="T7" fmla="*/ 55 h 118"/>
                <a:gd name="T8" fmla="*/ 26 w 63"/>
                <a:gd name="T9" fmla="*/ 60 h 118"/>
                <a:gd name="T10" fmla="*/ 29 w 63"/>
                <a:gd name="T11" fmla="*/ 50 h 118"/>
                <a:gd name="T12" fmla="*/ 44 w 63"/>
                <a:gd name="T13" fmla="*/ 40 h 118"/>
                <a:gd name="T14" fmla="*/ 44 w 63"/>
                <a:gd name="T15" fmla="*/ 31 h 118"/>
                <a:gd name="T16" fmla="*/ 37 w 63"/>
                <a:gd name="T17" fmla="*/ 31 h 118"/>
                <a:gd name="T18" fmla="*/ 34 w 63"/>
                <a:gd name="T19" fmla="*/ 27 h 118"/>
                <a:gd name="T20" fmla="*/ 28 w 63"/>
                <a:gd name="T21" fmla="*/ 21 h 118"/>
                <a:gd name="T22" fmla="*/ 29 w 63"/>
                <a:gd name="T23" fmla="*/ 17 h 118"/>
                <a:gd name="T24" fmla="*/ 28 w 63"/>
                <a:gd name="T25" fmla="*/ 11 h 118"/>
                <a:gd name="T26" fmla="*/ 33 w 63"/>
                <a:gd name="T27" fmla="*/ 10 h 118"/>
                <a:gd name="T28" fmla="*/ 35 w 63"/>
                <a:gd name="T29" fmla="*/ 3 h 118"/>
                <a:gd name="T30" fmla="*/ 43 w 63"/>
                <a:gd name="T31" fmla="*/ 4 h 118"/>
                <a:gd name="T32" fmla="*/ 49 w 63"/>
                <a:gd name="T33" fmla="*/ 0 h 118"/>
                <a:gd name="T34" fmla="*/ 60 w 63"/>
                <a:gd name="T35" fmla="*/ 8 h 118"/>
                <a:gd name="T36" fmla="*/ 61 w 63"/>
                <a:gd name="T37" fmla="*/ 14 h 118"/>
                <a:gd name="T38" fmla="*/ 62 w 63"/>
                <a:gd name="T39" fmla="*/ 17 h 118"/>
                <a:gd name="T40" fmla="*/ 60 w 63"/>
                <a:gd name="T41" fmla="*/ 24 h 118"/>
                <a:gd name="T42" fmla="*/ 61 w 63"/>
                <a:gd name="T43" fmla="*/ 43 h 118"/>
                <a:gd name="T44" fmla="*/ 57 w 63"/>
                <a:gd name="T45" fmla="*/ 52 h 118"/>
                <a:gd name="T46" fmla="*/ 49 w 63"/>
                <a:gd name="T47" fmla="*/ 68 h 118"/>
                <a:gd name="T48" fmla="*/ 45 w 63"/>
                <a:gd name="T49" fmla="*/ 83 h 118"/>
                <a:gd name="T50" fmla="*/ 48 w 63"/>
                <a:gd name="T51" fmla="*/ 102 h 118"/>
                <a:gd name="T52" fmla="*/ 49 w 63"/>
                <a:gd name="T53" fmla="*/ 112 h 118"/>
                <a:gd name="T54" fmla="*/ 41 w 63"/>
                <a:gd name="T55" fmla="*/ 113 h 118"/>
                <a:gd name="T56" fmla="*/ 29 w 63"/>
                <a:gd name="T57" fmla="*/ 115 h 118"/>
                <a:gd name="T58" fmla="*/ 18 w 63"/>
                <a:gd name="T59" fmla="*/ 111 h 118"/>
                <a:gd name="T60" fmla="*/ 14 w 63"/>
                <a:gd name="T61" fmla="*/ 97 h 118"/>
                <a:gd name="T62" fmla="*/ 12 w 63"/>
                <a:gd name="T63" fmla="*/ 84 h 118"/>
                <a:gd name="T64" fmla="*/ 2 w 63"/>
                <a:gd name="T65" fmla="*/ 70 h 118"/>
                <a:gd name="T66" fmla="*/ 0 w 63"/>
                <a:gd name="T67" fmla="*/ 6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3" h="118">
                  <a:moveTo>
                    <a:pt x="0" y="65"/>
                  </a:moveTo>
                  <a:cubicBezTo>
                    <a:pt x="2" y="63"/>
                    <a:pt x="4" y="61"/>
                    <a:pt x="7" y="61"/>
                  </a:cubicBezTo>
                  <a:cubicBezTo>
                    <a:pt x="14" y="60"/>
                    <a:pt x="16" y="58"/>
                    <a:pt x="17" y="58"/>
                  </a:cubicBezTo>
                  <a:cubicBezTo>
                    <a:pt x="17" y="57"/>
                    <a:pt x="21" y="55"/>
                    <a:pt x="21" y="55"/>
                  </a:cubicBezTo>
                  <a:cubicBezTo>
                    <a:pt x="26" y="60"/>
                    <a:pt x="26" y="60"/>
                    <a:pt x="26" y="60"/>
                  </a:cubicBezTo>
                  <a:cubicBezTo>
                    <a:pt x="26" y="60"/>
                    <a:pt x="27" y="54"/>
                    <a:pt x="29" y="50"/>
                  </a:cubicBezTo>
                  <a:cubicBezTo>
                    <a:pt x="32" y="46"/>
                    <a:pt x="44" y="40"/>
                    <a:pt x="44" y="4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1"/>
                    <a:pt x="36" y="29"/>
                    <a:pt x="34" y="27"/>
                  </a:cubicBezTo>
                  <a:cubicBezTo>
                    <a:pt x="32" y="25"/>
                    <a:pt x="28" y="21"/>
                    <a:pt x="28" y="21"/>
                  </a:cubicBezTo>
                  <a:cubicBezTo>
                    <a:pt x="28" y="21"/>
                    <a:pt x="31" y="19"/>
                    <a:pt x="29" y="17"/>
                  </a:cubicBezTo>
                  <a:cubicBezTo>
                    <a:pt x="28" y="14"/>
                    <a:pt x="27" y="11"/>
                    <a:pt x="28" y="11"/>
                  </a:cubicBezTo>
                  <a:cubicBezTo>
                    <a:pt x="29" y="11"/>
                    <a:pt x="33" y="11"/>
                    <a:pt x="33" y="10"/>
                  </a:cubicBezTo>
                  <a:cubicBezTo>
                    <a:pt x="33" y="8"/>
                    <a:pt x="34" y="3"/>
                    <a:pt x="35" y="3"/>
                  </a:cubicBezTo>
                  <a:cubicBezTo>
                    <a:pt x="37" y="3"/>
                    <a:pt x="40" y="6"/>
                    <a:pt x="43" y="4"/>
                  </a:cubicBezTo>
                  <a:cubicBezTo>
                    <a:pt x="44" y="3"/>
                    <a:pt x="46" y="1"/>
                    <a:pt x="49" y="0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2" y="17"/>
                    <a:pt x="62" y="17"/>
                    <a:pt x="62" y="17"/>
                  </a:cubicBezTo>
                  <a:cubicBezTo>
                    <a:pt x="60" y="19"/>
                    <a:pt x="60" y="20"/>
                    <a:pt x="60" y="24"/>
                  </a:cubicBezTo>
                  <a:cubicBezTo>
                    <a:pt x="61" y="29"/>
                    <a:pt x="62" y="39"/>
                    <a:pt x="61" y="43"/>
                  </a:cubicBezTo>
                  <a:cubicBezTo>
                    <a:pt x="61" y="48"/>
                    <a:pt x="63" y="48"/>
                    <a:pt x="57" y="52"/>
                  </a:cubicBezTo>
                  <a:cubicBezTo>
                    <a:pt x="50" y="56"/>
                    <a:pt x="49" y="63"/>
                    <a:pt x="49" y="68"/>
                  </a:cubicBezTo>
                  <a:cubicBezTo>
                    <a:pt x="49" y="73"/>
                    <a:pt x="45" y="78"/>
                    <a:pt x="45" y="83"/>
                  </a:cubicBezTo>
                  <a:cubicBezTo>
                    <a:pt x="45" y="87"/>
                    <a:pt x="48" y="95"/>
                    <a:pt x="48" y="102"/>
                  </a:cubicBezTo>
                  <a:cubicBezTo>
                    <a:pt x="48" y="106"/>
                    <a:pt x="49" y="109"/>
                    <a:pt x="49" y="112"/>
                  </a:cubicBezTo>
                  <a:cubicBezTo>
                    <a:pt x="46" y="113"/>
                    <a:pt x="43" y="113"/>
                    <a:pt x="41" y="113"/>
                  </a:cubicBezTo>
                  <a:cubicBezTo>
                    <a:pt x="35" y="113"/>
                    <a:pt x="31" y="113"/>
                    <a:pt x="29" y="115"/>
                  </a:cubicBezTo>
                  <a:cubicBezTo>
                    <a:pt x="26" y="118"/>
                    <a:pt x="20" y="114"/>
                    <a:pt x="18" y="111"/>
                  </a:cubicBezTo>
                  <a:cubicBezTo>
                    <a:pt x="16" y="107"/>
                    <a:pt x="14" y="100"/>
                    <a:pt x="14" y="97"/>
                  </a:cubicBezTo>
                  <a:cubicBezTo>
                    <a:pt x="14" y="94"/>
                    <a:pt x="13" y="88"/>
                    <a:pt x="12" y="84"/>
                  </a:cubicBezTo>
                  <a:cubicBezTo>
                    <a:pt x="12" y="80"/>
                    <a:pt x="3" y="74"/>
                    <a:pt x="2" y="70"/>
                  </a:cubicBezTo>
                  <a:cubicBezTo>
                    <a:pt x="1" y="68"/>
                    <a:pt x="0" y="67"/>
                    <a:pt x="0" y="65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70" name="Freeform 76">
              <a:extLst>
                <a:ext uri="{FF2B5EF4-FFF2-40B4-BE49-F238E27FC236}">
                  <a16:creationId xmlns:a16="http://schemas.microsoft.com/office/drawing/2014/main" id="{12B59E9B-1A69-CA45-87DE-C94CD41FB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4026"/>
              <a:ext cx="94" cy="104"/>
            </a:xfrm>
            <a:custGeom>
              <a:avLst/>
              <a:gdLst>
                <a:gd name="T0" fmla="*/ 0 w 45"/>
                <a:gd name="T1" fmla="*/ 36 h 50"/>
                <a:gd name="T2" fmla="*/ 9 w 45"/>
                <a:gd name="T3" fmla="*/ 29 h 50"/>
                <a:gd name="T4" fmla="*/ 14 w 45"/>
                <a:gd name="T5" fmla="*/ 15 h 50"/>
                <a:gd name="T6" fmla="*/ 7 w 45"/>
                <a:gd name="T7" fmla="*/ 6 h 50"/>
                <a:gd name="T8" fmla="*/ 14 w 45"/>
                <a:gd name="T9" fmla="*/ 5 h 50"/>
                <a:gd name="T10" fmla="*/ 18 w 45"/>
                <a:gd name="T11" fmla="*/ 0 h 50"/>
                <a:gd name="T12" fmla="*/ 24 w 45"/>
                <a:gd name="T13" fmla="*/ 6 h 50"/>
                <a:gd name="T14" fmla="*/ 29 w 45"/>
                <a:gd name="T15" fmla="*/ 6 h 50"/>
                <a:gd name="T16" fmla="*/ 35 w 45"/>
                <a:gd name="T17" fmla="*/ 12 h 50"/>
                <a:gd name="T18" fmla="*/ 38 w 45"/>
                <a:gd name="T19" fmla="*/ 16 h 50"/>
                <a:gd name="T20" fmla="*/ 45 w 45"/>
                <a:gd name="T21" fmla="*/ 16 h 50"/>
                <a:gd name="T22" fmla="*/ 45 w 45"/>
                <a:gd name="T23" fmla="*/ 25 h 50"/>
                <a:gd name="T24" fmla="*/ 30 w 45"/>
                <a:gd name="T25" fmla="*/ 35 h 50"/>
                <a:gd name="T26" fmla="*/ 27 w 45"/>
                <a:gd name="T27" fmla="*/ 45 h 50"/>
                <a:gd name="T28" fmla="*/ 22 w 45"/>
                <a:gd name="T29" fmla="*/ 40 h 50"/>
                <a:gd name="T30" fmla="*/ 18 w 45"/>
                <a:gd name="T31" fmla="*/ 43 h 50"/>
                <a:gd name="T32" fmla="*/ 8 w 45"/>
                <a:gd name="T33" fmla="*/ 46 h 50"/>
                <a:gd name="T34" fmla="*/ 1 w 45"/>
                <a:gd name="T35" fmla="*/ 50 h 50"/>
                <a:gd name="T36" fmla="*/ 1 w 45"/>
                <a:gd name="T37" fmla="*/ 43 h 50"/>
                <a:gd name="T38" fmla="*/ 0 w 45"/>
                <a:gd name="T39" fmla="*/ 3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5" h="50">
                  <a:moveTo>
                    <a:pt x="0" y="36"/>
                  </a:moveTo>
                  <a:cubicBezTo>
                    <a:pt x="4" y="34"/>
                    <a:pt x="8" y="31"/>
                    <a:pt x="9" y="29"/>
                  </a:cubicBezTo>
                  <a:cubicBezTo>
                    <a:pt x="10" y="24"/>
                    <a:pt x="14" y="15"/>
                    <a:pt x="14" y="15"/>
                  </a:cubicBezTo>
                  <a:cubicBezTo>
                    <a:pt x="14" y="15"/>
                    <a:pt x="7" y="8"/>
                    <a:pt x="7" y="6"/>
                  </a:cubicBezTo>
                  <a:cubicBezTo>
                    <a:pt x="7" y="4"/>
                    <a:pt x="13" y="6"/>
                    <a:pt x="14" y="5"/>
                  </a:cubicBezTo>
                  <a:cubicBezTo>
                    <a:pt x="15" y="4"/>
                    <a:pt x="18" y="0"/>
                    <a:pt x="18" y="0"/>
                  </a:cubicBezTo>
                  <a:cubicBezTo>
                    <a:pt x="18" y="0"/>
                    <a:pt x="23" y="6"/>
                    <a:pt x="24" y="6"/>
                  </a:cubicBezTo>
                  <a:cubicBezTo>
                    <a:pt x="24" y="6"/>
                    <a:pt x="26" y="6"/>
                    <a:pt x="29" y="6"/>
                  </a:cubicBezTo>
                  <a:cubicBezTo>
                    <a:pt x="30" y="7"/>
                    <a:pt x="33" y="10"/>
                    <a:pt x="35" y="12"/>
                  </a:cubicBezTo>
                  <a:cubicBezTo>
                    <a:pt x="37" y="14"/>
                    <a:pt x="38" y="16"/>
                    <a:pt x="38" y="16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25"/>
                    <a:pt x="33" y="31"/>
                    <a:pt x="30" y="35"/>
                  </a:cubicBezTo>
                  <a:cubicBezTo>
                    <a:pt x="28" y="39"/>
                    <a:pt x="27" y="45"/>
                    <a:pt x="27" y="45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2" y="40"/>
                    <a:pt x="18" y="42"/>
                    <a:pt x="18" y="43"/>
                  </a:cubicBezTo>
                  <a:cubicBezTo>
                    <a:pt x="17" y="43"/>
                    <a:pt x="15" y="45"/>
                    <a:pt x="8" y="46"/>
                  </a:cubicBezTo>
                  <a:cubicBezTo>
                    <a:pt x="5" y="46"/>
                    <a:pt x="3" y="48"/>
                    <a:pt x="1" y="50"/>
                  </a:cubicBezTo>
                  <a:cubicBezTo>
                    <a:pt x="1" y="48"/>
                    <a:pt x="1" y="46"/>
                    <a:pt x="1" y="43"/>
                  </a:cubicBezTo>
                  <a:cubicBezTo>
                    <a:pt x="1" y="41"/>
                    <a:pt x="1" y="38"/>
                    <a:pt x="0" y="36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71" name="Freeform 77">
              <a:extLst>
                <a:ext uri="{FF2B5EF4-FFF2-40B4-BE49-F238E27FC236}">
                  <a16:creationId xmlns:a16="http://schemas.microsoft.com/office/drawing/2014/main" id="{F4668FDD-12F7-F246-9965-A259ACDEC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3795"/>
              <a:ext cx="231" cy="235"/>
            </a:xfrm>
            <a:custGeom>
              <a:avLst/>
              <a:gdLst>
                <a:gd name="T0" fmla="*/ 86 w 111"/>
                <a:gd name="T1" fmla="*/ 105 h 113"/>
                <a:gd name="T2" fmla="*/ 63 w 111"/>
                <a:gd name="T3" fmla="*/ 113 h 113"/>
                <a:gd name="T4" fmla="*/ 61 w 111"/>
                <a:gd name="T5" fmla="*/ 104 h 113"/>
                <a:gd name="T6" fmla="*/ 49 w 111"/>
                <a:gd name="T7" fmla="*/ 86 h 113"/>
                <a:gd name="T8" fmla="*/ 42 w 111"/>
                <a:gd name="T9" fmla="*/ 70 h 113"/>
                <a:gd name="T10" fmla="*/ 35 w 111"/>
                <a:gd name="T11" fmla="*/ 49 h 113"/>
                <a:gd name="T12" fmla="*/ 24 w 111"/>
                <a:gd name="T13" fmla="*/ 32 h 113"/>
                <a:gd name="T14" fmla="*/ 9 w 111"/>
                <a:gd name="T15" fmla="*/ 25 h 113"/>
                <a:gd name="T16" fmla="*/ 0 w 111"/>
                <a:gd name="T17" fmla="*/ 18 h 113"/>
                <a:gd name="T18" fmla="*/ 10 w 111"/>
                <a:gd name="T19" fmla="*/ 17 h 113"/>
                <a:gd name="T20" fmla="*/ 22 w 111"/>
                <a:gd name="T21" fmla="*/ 13 h 113"/>
                <a:gd name="T22" fmla="*/ 30 w 111"/>
                <a:gd name="T23" fmla="*/ 24 h 113"/>
                <a:gd name="T24" fmla="*/ 43 w 111"/>
                <a:gd name="T25" fmla="*/ 38 h 113"/>
                <a:gd name="T26" fmla="*/ 55 w 111"/>
                <a:gd name="T27" fmla="*/ 31 h 113"/>
                <a:gd name="T28" fmla="*/ 69 w 111"/>
                <a:gd name="T29" fmla="*/ 18 h 113"/>
                <a:gd name="T30" fmla="*/ 60 w 111"/>
                <a:gd name="T31" fmla="*/ 16 h 113"/>
                <a:gd name="T32" fmla="*/ 64 w 111"/>
                <a:gd name="T33" fmla="*/ 5 h 113"/>
                <a:gd name="T34" fmla="*/ 75 w 111"/>
                <a:gd name="T35" fmla="*/ 7 h 113"/>
                <a:gd name="T36" fmla="*/ 81 w 111"/>
                <a:gd name="T37" fmla="*/ 5 h 113"/>
                <a:gd name="T38" fmla="*/ 86 w 111"/>
                <a:gd name="T39" fmla="*/ 1 h 113"/>
                <a:gd name="T40" fmla="*/ 91 w 111"/>
                <a:gd name="T41" fmla="*/ 11 h 113"/>
                <a:gd name="T42" fmla="*/ 99 w 111"/>
                <a:gd name="T43" fmla="*/ 21 h 113"/>
                <a:gd name="T44" fmla="*/ 99 w 111"/>
                <a:gd name="T45" fmla="*/ 30 h 113"/>
                <a:gd name="T46" fmla="*/ 104 w 111"/>
                <a:gd name="T47" fmla="*/ 45 h 113"/>
                <a:gd name="T48" fmla="*/ 110 w 111"/>
                <a:gd name="T49" fmla="*/ 50 h 113"/>
                <a:gd name="T50" fmla="*/ 105 w 111"/>
                <a:gd name="T51" fmla="*/ 59 h 113"/>
                <a:gd name="T52" fmla="*/ 104 w 111"/>
                <a:gd name="T53" fmla="*/ 64 h 113"/>
                <a:gd name="T54" fmla="*/ 104 w 111"/>
                <a:gd name="T55" fmla="*/ 70 h 113"/>
                <a:gd name="T56" fmla="*/ 97 w 111"/>
                <a:gd name="T57" fmla="*/ 73 h 113"/>
                <a:gd name="T58" fmla="*/ 89 w 111"/>
                <a:gd name="T59" fmla="*/ 72 h 113"/>
                <a:gd name="T60" fmla="*/ 91 w 111"/>
                <a:gd name="T61" fmla="*/ 82 h 113"/>
                <a:gd name="T62" fmla="*/ 92 w 111"/>
                <a:gd name="T63" fmla="*/ 99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11" h="113">
                  <a:moveTo>
                    <a:pt x="92" y="99"/>
                  </a:moveTo>
                  <a:cubicBezTo>
                    <a:pt x="88" y="100"/>
                    <a:pt x="86" y="105"/>
                    <a:pt x="86" y="105"/>
                  </a:cubicBezTo>
                  <a:cubicBezTo>
                    <a:pt x="79" y="106"/>
                    <a:pt x="74" y="110"/>
                    <a:pt x="68" y="111"/>
                  </a:cubicBezTo>
                  <a:cubicBezTo>
                    <a:pt x="66" y="112"/>
                    <a:pt x="64" y="112"/>
                    <a:pt x="63" y="113"/>
                  </a:cubicBezTo>
                  <a:cubicBezTo>
                    <a:pt x="62" y="110"/>
                    <a:pt x="62" y="110"/>
                    <a:pt x="62" y="110"/>
                  </a:cubicBezTo>
                  <a:cubicBezTo>
                    <a:pt x="61" y="104"/>
                    <a:pt x="61" y="104"/>
                    <a:pt x="61" y="104"/>
                  </a:cubicBezTo>
                  <a:cubicBezTo>
                    <a:pt x="50" y="95"/>
                    <a:pt x="50" y="95"/>
                    <a:pt x="50" y="95"/>
                  </a:cubicBezTo>
                  <a:cubicBezTo>
                    <a:pt x="50" y="95"/>
                    <a:pt x="50" y="88"/>
                    <a:pt x="49" y="86"/>
                  </a:cubicBezTo>
                  <a:cubicBezTo>
                    <a:pt x="49" y="85"/>
                    <a:pt x="47" y="82"/>
                    <a:pt x="47" y="79"/>
                  </a:cubicBezTo>
                  <a:cubicBezTo>
                    <a:pt x="47" y="76"/>
                    <a:pt x="43" y="75"/>
                    <a:pt x="42" y="70"/>
                  </a:cubicBezTo>
                  <a:cubicBezTo>
                    <a:pt x="41" y="65"/>
                    <a:pt x="34" y="63"/>
                    <a:pt x="34" y="59"/>
                  </a:cubicBezTo>
                  <a:cubicBezTo>
                    <a:pt x="35" y="56"/>
                    <a:pt x="38" y="52"/>
                    <a:pt x="35" y="49"/>
                  </a:cubicBezTo>
                  <a:cubicBezTo>
                    <a:pt x="32" y="45"/>
                    <a:pt x="31" y="48"/>
                    <a:pt x="29" y="42"/>
                  </a:cubicBezTo>
                  <a:cubicBezTo>
                    <a:pt x="27" y="36"/>
                    <a:pt x="27" y="34"/>
                    <a:pt x="24" y="32"/>
                  </a:cubicBezTo>
                  <a:cubicBezTo>
                    <a:pt x="22" y="31"/>
                    <a:pt x="18" y="33"/>
                    <a:pt x="15" y="31"/>
                  </a:cubicBezTo>
                  <a:cubicBezTo>
                    <a:pt x="13" y="28"/>
                    <a:pt x="12" y="25"/>
                    <a:pt x="9" y="25"/>
                  </a:cubicBezTo>
                  <a:cubicBezTo>
                    <a:pt x="6" y="26"/>
                    <a:pt x="5" y="27"/>
                    <a:pt x="3" y="22"/>
                  </a:cubicBezTo>
                  <a:cubicBezTo>
                    <a:pt x="2" y="21"/>
                    <a:pt x="1" y="19"/>
                    <a:pt x="0" y="18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7" y="16"/>
                    <a:pt x="10" y="17"/>
                  </a:cubicBezTo>
                  <a:cubicBezTo>
                    <a:pt x="13" y="17"/>
                    <a:pt x="17" y="18"/>
                    <a:pt x="17" y="15"/>
                  </a:cubicBezTo>
                  <a:cubicBezTo>
                    <a:pt x="17" y="13"/>
                    <a:pt x="22" y="10"/>
                    <a:pt x="22" y="13"/>
                  </a:cubicBezTo>
                  <a:cubicBezTo>
                    <a:pt x="22" y="16"/>
                    <a:pt x="22" y="20"/>
                    <a:pt x="23" y="21"/>
                  </a:cubicBezTo>
                  <a:cubicBezTo>
                    <a:pt x="23" y="22"/>
                    <a:pt x="30" y="21"/>
                    <a:pt x="30" y="24"/>
                  </a:cubicBezTo>
                  <a:cubicBezTo>
                    <a:pt x="31" y="27"/>
                    <a:pt x="31" y="34"/>
                    <a:pt x="34" y="36"/>
                  </a:cubicBezTo>
                  <a:cubicBezTo>
                    <a:pt x="37" y="39"/>
                    <a:pt x="39" y="39"/>
                    <a:pt x="43" y="38"/>
                  </a:cubicBezTo>
                  <a:cubicBezTo>
                    <a:pt x="46" y="37"/>
                    <a:pt x="47" y="35"/>
                    <a:pt x="48" y="33"/>
                  </a:cubicBezTo>
                  <a:cubicBezTo>
                    <a:pt x="49" y="31"/>
                    <a:pt x="49" y="30"/>
                    <a:pt x="55" y="31"/>
                  </a:cubicBezTo>
                  <a:cubicBezTo>
                    <a:pt x="61" y="33"/>
                    <a:pt x="62" y="29"/>
                    <a:pt x="65" y="26"/>
                  </a:cubicBezTo>
                  <a:cubicBezTo>
                    <a:pt x="68" y="23"/>
                    <a:pt x="69" y="20"/>
                    <a:pt x="69" y="18"/>
                  </a:cubicBezTo>
                  <a:cubicBezTo>
                    <a:pt x="69" y="15"/>
                    <a:pt x="67" y="16"/>
                    <a:pt x="64" y="17"/>
                  </a:cubicBezTo>
                  <a:cubicBezTo>
                    <a:pt x="61" y="18"/>
                    <a:pt x="59" y="18"/>
                    <a:pt x="60" y="16"/>
                  </a:cubicBezTo>
                  <a:cubicBezTo>
                    <a:pt x="60" y="14"/>
                    <a:pt x="60" y="11"/>
                    <a:pt x="59" y="10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75" y="7"/>
                    <a:pt x="75" y="7"/>
                    <a:pt x="75" y="7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81" y="5"/>
                    <a:pt x="81" y="5"/>
                    <a:pt x="81" y="5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6" y="1"/>
                    <a:pt x="86" y="1"/>
                    <a:pt x="86" y="1"/>
                  </a:cubicBezTo>
                  <a:cubicBezTo>
                    <a:pt x="86" y="8"/>
                    <a:pt x="86" y="8"/>
                    <a:pt x="86" y="8"/>
                  </a:cubicBezTo>
                  <a:cubicBezTo>
                    <a:pt x="91" y="11"/>
                    <a:pt x="91" y="11"/>
                    <a:pt x="91" y="11"/>
                  </a:cubicBezTo>
                  <a:cubicBezTo>
                    <a:pt x="96" y="12"/>
                    <a:pt x="96" y="12"/>
                    <a:pt x="96" y="12"/>
                  </a:cubicBezTo>
                  <a:cubicBezTo>
                    <a:pt x="99" y="21"/>
                    <a:pt x="99" y="21"/>
                    <a:pt x="99" y="21"/>
                  </a:cubicBezTo>
                  <a:cubicBezTo>
                    <a:pt x="102" y="23"/>
                    <a:pt x="102" y="23"/>
                    <a:pt x="102" y="23"/>
                  </a:cubicBezTo>
                  <a:cubicBezTo>
                    <a:pt x="99" y="30"/>
                    <a:pt x="99" y="30"/>
                    <a:pt x="99" y="30"/>
                  </a:cubicBezTo>
                  <a:cubicBezTo>
                    <a:pt x="100" y="39"/>
                    <a:pt x="100" y="39"/>
                    <a:pt x="100" y="39"/>
                  </a:cubicBezTo>
                  <a:cubicBezTo>
                    <a:pt x="104" y="45"/>
                    <a:pt x="104" y="45"/>
                    <a:pt x="104" y="45"/>
                  </a:cubicBezTo>
                  <a:cubicBezTo>
                    <a:pt x="111" y="44"/>
                    <a:pt x="111" y="44"/>
                    <a:pt x="111" y="44"/>
                  </a:cubicBezTo>
                  <a:cubicBezTo>
                    <a:pt x="110" y="50"/>
                    <a:pt x="110" y="50"/>
                    <a:pt x="110" y="50"/>
                  </a:cubicBezTo>
                  <a:cubicBezTo>
                    <a:pt x="106" y="54"/>
                    <a:pt x="106" y="54"/>
                    <a:pt x="106" y="54"/>
                  </a:cubicBezTo>
                  <a:cubicBezTo>
                    <a:pt x="105" y="59"/>
                    <a:pt x="105" y="59"/>
                    <a:pt x="105" y="5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4" y="64"/>
                    <a:pt x="104" y="64"/>
                    <a:pt x="104" y="64"/>
                  </a:cubicBezTo>
                  <a:cubicBezTo>
                    <a:pt x="106" y="66"/>
                    <a:pt x="106" y="66"/>
                    <a:pt x="106" y="66"/>
                  </a:cubicBezTo>
                  <a:cubicBezTo>
                    <a:pt x="104" y="70"/>
                    <a:pt x="104" y="70"/>
                    <a:pt x="104" y="70"/>
                  </a:cubicBezTo>
                  <a:cubicBezTo>
                    <a:pt x="97" y="71"/>
                    <a:pt x="97" y="71"/>
                    <a:pt x="97" y="71"/>
                  </a:cubicBezTo>
                  <a:cubicBezTo>
                    <a:pt x="97" y="73"/>
                    <a:pt x="97" y="73"/>
                    <a:pt x="97" y="73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89" y="72"/>
                    <a:pt x="89" y="72"/>
                    <a:pt x="89" y="72"/>
                  </a:cubicBezTo>
                  <a:cubicBezTo>
                    <a:pt x="88" y="76"/>
                    <a:pt x="88" y="76"/>
                    <a:pt x="88" y="76"/>
                  </a:cubicBezTo>
                  <a:cubicBezTo>
                    <a:pt x="91" y="82"/>
                    <a:pt x="91" y="82"/>
                    <a:pt x="91" y="82"/>
                  </a:cubicBezTo>
                  <a:cubicBezTo>
                    <a:pt x="92" y="86"/>
                    <a:pt x="92" y="86"/>
                    <a:pt x="92" y="86"/>
                  </a:cubicBezTo>
                  <a:lnTo>
                    <a:pt x="92" y="99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72" name="Freeform 78">
              <a:extLst>
                <a:ext uri="{FF2B5EF4-FFF2-40B4-BE49-F238E27FC236}">
                  <a16:creationId xmlns:a16="http://schemas.microsoft.com/office/drawing/2014/main" id="{B106C29E-31C8-334D-9085-A9A4815F1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" y="3801"/>
              <a:ext cx="65" cy="100"/>
            </a:xfrm>
            <a:custGeom>
              <a:avLst/>
              <a:gdLst>
                <a:gd name="T0" fmla="*/ 4 w 31"/>
                <a:gd name="T1" fmla="*/ 0 h 48"/>
                <a:gd name="T2" fmla="*/ 5 w 31"/>
                <a:gd name="T3" fmla="*/ 9 h 48"/>
                <a:gd name="T4" fmla="*/ 12 w 31"/>
                <a:gd name="T5" fmla="*/ 14 h 48"/>
                <a:gd name="T6" fmla="*/ 20 w 31"/>
                <a:gd name="T7" fmla="*/ 18 h 48"/>
                <a:gd name="T8" fmla="*/ 14 w 31"/>
                <a:gd name="T9" fmla="*/ 23 h 48"/>
                <a:gd name="T10" fmla="*/ 12 w 31"/>
                <a:gd name="T11" fmla="*/ 31 h 48"/>
                <a:gd name="T12" fmla="*/ 10 w 31"/>
                <a:gd name="T13" fmla="*/ 37 h 48"/>
                <a:gd name="T14" fmla="*/ 0 w 31"/>
                <a:gd name="T15" fmla="*/ 38 h 48"/>
                <a:gd name="T16" fmla="*/ 6 w 31"/>
                <a:gd name="T17" fmla="*/ 48 h 48"/>
                <a:gd name="T18" fmla="*/ 15 w 31"/>
                <a:gd name="T19" fmla="*/ 41 h 48"/>
                <a:gd name="T20" fmla="*/ 26 w 31"/>
                <a:gd name="T21" fmla="*/ 32 h 48"/>
                <a:gd name="T22" fmla="*/ 30 w 31"/>
                <a:gd name="T23" fmla="*/ 26 h 48"/>
                <a:gd name="T24" fmla="*/ 26 w 31"/>
                <a:gd name="T25" fmla="*/ 14 h 48"/>
                <a:gd name="T26" fmla="*/ 19 w 31"/>
                <a:gd name="T27" fmla="*/ 7 h 48"/>
                <a:gd name="T28" fmla="*/ 10 w 31"/>
                <a:gd name="T29" fmla="*/ 2 h 48"/>
                <a:gd name="T30" fmla="*/ 4 w 31"/>
                <a:gd name="T31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" h="48">
                  <a:moveTo>
                    <a:pt x="4" y="0"/>
                  </a:moveTo>
                  <a:cubicBezTo>
                    <a:pt x="3" y="6"/>
                    <a:pt x="4" y="7"/>
                    <a:pt x="5" y="9"/>
                  </a:cubicBezTo>
                  <a:cubicBezTo>
                    <a:pt x="6" y="12"/>
                    <a:pt x="8" y="13"/>
                    <a:pt x="12" y="14"/>
                  </a:cubicBezTo>
                  <a:cubicBezTo>
                    <a:pt x="16" y="15"/>
                    <a:pt x="21" y="14"/>
                    <a:pt x="20" y="18"/>
                  </a:cubicBezTo>
                  <a:cubicBezTo>
                    <a:pt x="19" y="22"/>
                    <a:pt x="17" y="20"/>
                    <a:pt x="14" y="23"/>
                  </a:cubicBezTo>
                  <a:cubicBezTo>
                    <a:pt x="12" y="26"/>
                    <a:pt x="12" y="30"/>
                    <a:pt x="12" y="31"/>
                  </a:cubicBezTo>
                  <a:cubicBezTo>
                    <a:pt x="13" y="32"/>
                    <a:pt x="15" y="37"/>
                    <a:pt x="10" y="37"/>
                  </a:cubicBezTo>
                  <a:cubicBezTo>
                    <a:pt x="5" y="37"/>
                    <a:pt x="0" y="35"/>
                    <a:pt x="0" y="38"/>
                  </a:cubicBezTo>
                  <a:cubicBezTo>
                    <a:pt x="0" y="40"/>
                    <a:pt x="6" y="48"/>
                    <a:pt x="6" y="48"/>
                  </a:cubicBezTo>
                  <a:cubicBezTo>
                    <a:pt x="6" y="48"/>
                    <a:pt x="13" y="45"/>
                    <a:pt x="15" y="41"/>
                  </a:cubicBezTo>
                  <a:cubicBezTo>
                    <a:pt x="17" y="36"/>
                    <a:pt x="25" y="28"/>
                    <a:pt x="26" y="32"/>
                  </a:cubicBezTo>
                  <a:cubicBezTo>
                    <a:pt x="27" y="35"/>
                    <a:pt x="30" y="31"/>
                    <a:pt x="30" y="26"/>
                  </a:cubicBezTo>
                  <a:cubicBezTo>
                    <a:pt x="31" y="20"/>
                    <a:pt x="31" y="19"/>
                    <a:pt x="26" y="14"/>
                  </a:cubicBezTo>
                  <a:cubicBezTo>
                    <a:pt x="21" y="9"/>
                    <a:pt x="25" y="8"/>
                    <a:pt x="19" y="7"/>
                  </a:cubicBezTo>
                  <a:cubicBezTo>
                    <a:pt x="14" y="6"/>
                    <a:pt x="10" y="4"/>
                    <a:pt x="10" y="2"/>
                  </a:cubicBezTo>
                  <a:cubicBezTo>
                    <a:pt x="10" y="0"/>
                    <a:pt x="4" y="0"/>
                    <a:pt x="4" y="0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73" name="Freeform 79">
              <a:extLst>
                <a:ext uri="{FF2B5EF4-FFF2-40B4-BE49-F238E27FC236}">
                  <a16:creationId xmlns:a16="http://schemas.microsoft.com/office/drawing/2014/main" id="{917AEFFA-9295-8B4F-809E-878DA7D1C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" y="3584"/>
              <a:ext cx="241" cy="319"/>
            </a:xfrm>
            <a:custGeom>
              <a:avLst/>
              <a:gdLst>
                <a:gd name="T0" fmla="*/ 100 w 116"/>
                <a:gd name="T1" fmla="*/ 37 h 153"/>
                <a:gd name="T2" fmla="*/ 110 w 116"/>
                <a:gd name="T3" fmla="*/ 45 h 153"/>
                <a:gd name="T4" fmla="*/ 116 w 116"/>
                <a:gd name="T5" fmla="*/ 49 h 153"/>
                <a:gd name="T6" fmla="*/ 110 w 116"/>
                <a:gd name="T7" fmla="*/ 62 h 153"/>
                <a:gd name="T8" fmla="*/ 99 w 116"/>
                <a:gd name="T9" fmla="*/ 69 h 153"/>
                <a:gd name="T10" fmla="*/ 92 w 116"/>
                <a:gd name="T11" fmla="*/ 61 h 153"/>
                <a:gd name="T12" fmla="*/ 80 w 116"/>
                <a:gd name="T13" fmla="*/ 53 h 153"/>
                <a:gd name="T14" fmla="*/ 70 w 116"/>
                <a:gd name="T15" fmla="*/ 60 h 153"/>
                <a:gd name="T16" fmla="*/ 74 w 116"/>
                <a:gd name="T17" fmla="*/ 77 h 153"/>
                <a:gd name="T18" fmla="*/ 84 w 116"/>
                <a:gd name="T19" fmla="*/ 85 h 153"/>
                <a:gd name="T20" fmla="*/ 91 w 116"/>
                <a:gd name="T21" fmla="*/ 83 h 153"/>
                <a:gd name="T22" fmla="*/ 101 w 116"/>
                <a:gd name="T23" fmla="*/ 88 h 153"/>
                <a:gd name="T24" fmla="*/ 102 w 116"/>
                <a:gd name="T25" fmla="*/ 100 h 153"/>
                <a:gd name="T26" fmla="*/ 94 w 116"/>
                <a:gd name="T27" fmla="*/ 95 h 153"/>
                <a:gd name="T28" fmla="*/ 86 w 116"/>
                <a:gd name="T29" fmla="*/ 100 h 153"/>
                <a:gd name="T30" fmla="*/ 78 w 116"/>
                <a:gd name="T31" fmla="*/ 113 h 153"/>
                <a:gd name="T32" fmla="*/ 73 w 116"/>
                <a:gd name="T33" fmla="*/ 123 h 153"/>
                <a:gd name="T34" fmla="*/ 67 w 116"/>
                <a:gd name="T35" fmla="*/ 131 h 153"/>
                <a:gd name="T36" fmla="*/ 59 w 116"/>
                <a:gd name="T37" fmla="*/ 141 h 153"/>
                <a:gd name="T38" fmla="*/ 48 w 116"/>
                <a:gd name="T39" fmla="*/ 153 h 153"/>
                <a:gd name="T40" fmla="*/ 33 w 116"/>
                <a:gd name="T41" fmla="*/ 149 h 153"/>
                <a:gd name="T42" fmla="*/ 23 w 116"/>
                <a:gd name="T43" fmla="*/ 143 h 153"/>
                <a:gd name="T44" fmla="*/ 21 w 116"/>
                <a:gd name="T45" fmla="*/ 135 h 153"/>
                <a:gd name="T46" fmla="*/ 19 w 116"/>
                <a:gd name="T47" fmla="*/ 128 h 153"/>
                <a:gd name="T48" fmla="*/ 27 w 116"/>
                <a:gd name="T49" fmla="*/ 121 h 153"/>
                <a:gd name="T50" fmla="*/ 21 w 116"/>
                <a:gd name="T51" fmla="*/ 115 h 153"/>
                <a:gd name="T52" fmla="*/ 12 w 116"/>
                <a:gd name="T53" fmla="*/ 114 h 153"/>
                <a:gd name="T54" fmla="*/ 15 w 116"/>
                <a:gd name="T55" fmla="*/ 103 h 153"/>
                <a:gd name="T56" fmla="*/ 13 w 116"/>
                <a:gd name="T57" fmla="*/ 88 h 153"/>
                <a:gd name="T58" fmla="*/ 1 w 116"/>
                <a:gd name="T59" fmla="*/ 73 h 153"/>
                <a:gd name="T60" fmla="*/ 4 w 116"/>
                <a:gd name="T61" fmla="*/ 66 h 153"/>
                <a:gd name="T62" fmla="*/ 0 w 116"/>
                <a:gd name="T63" fmla="*/ 52 h 153"/>
                <a:gd name="T64" fmla="*/ 6 w 116"/>
                <a:gd name="T65" fmla="*/ 41 h 153"/>
                <a:gd name="T66" fmla="*/ 17 w 116"/>
                <a:gd name="T67" fmla="*/ 35 h 153"/>
                <a:gd name="T68" fmla="*/ 24 w 116"/>
                <a:gd name="T69" fmla="*/ 24 h 153"/>
                <a:gd name="T70" fmla="*/ 36 w 116"/>
                <a:gd name="T71" fmla="*/ 17 h 153"/>
                <a:gd name="T72" fmla="*/ 33 w 116"/>
                <a:gd name="T73" fmla="*/ 9 h 153"/>
                <a:gd name="T74" fmla="*/ 56 w 116"/>
                <a:gd name="T75" fmla="*/ 0 h 153"/>
                <a:gd name="T76" fmla="*/ 63 w 116"/>
                <a:gd name="T77" fmla="*/ 10 h 153"/>
                <a:gd name="T78" fmla="*/ 72 w 116"/>
                <a:gd name="T79" fmla="*/ 16 h 153"/>
                <a:gd name="T80" fmla="*/ 81 w 116"/>
                <a:gd name="T81" fmla="*/ 2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6" h="153">
                  <a:moveTo>
                    <a:pt x="90" y="27"/>
                  </a:moveTo>
                  <a:cubicBezTo>
                    <a:pt x="100" y="37"/>
                    <a:pt x="100" y="37"/>
                    <a:pt x="100" y="37"/>
                  </a:cubicBezTo>
                  <a:cubicBezTo>
                    <a:pt x="107" y="38"/>
                    <a:pt x="107" y="38"/>
                    <a:pt x="107" y="38"/>
                  </a:cubicBezTo>
                  <a:cubicBezTo>
                    <a:pt x="110" y="45"/>
                    <a:pt x="110" y="45"/>
                    <a:pt x="110" y="45"/>
                  </a:cubicBezTo>
                  <a:cubicBezTo>
                    <a:pt x="116" y="39"/>
                    <a:pt x="116" y="39"/>
                    <a:pt x="116" y="3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6" y="49"/>
                    <a:pt x="113" y="55"/>
                    <a:pt x="112" y="56"/>
                  </a:cubicBezTo>
                  <a:cubicBezTo>
                    <a:pt x="112" y="56"/>
                    <a:pt x="110" y="62"/>
                    <a:pt x="110" y="62"/>
                  </a:cubicBezTo>
                  <a:cubicBezTo>
                    <a:pt x="102" y="64"/>
                    <a:pt x="102" y="64"/>
                    <a:pt x="102" y="64"/>
                  </a:cubicBezTo>
                  <a:cubicBezTo>
                    <a:pt x="99" y="69"/>
                    <a:pt x="99" y="69"/>
                    <a:pt x="99" y="69"/>
                  </a:cubicBezTo>
                  <a:cubicBezTo>
                    <a:pt x="92" y="67"/>
                    <a:pt x="92" y="67"/>
                    <a:pt x="92" y="67"/>
                  </a:cubicBezTo>
                  <a:cubicBezTo>
                    <a:pt x="92" y="61"/>
                    <a:pt x="92" y="61"/>
                    <a:pt x="92" y="61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0" y="53"/>
                    <a:pt x="80" y="53"/>
                    <a:pt x="80" y="53"/>
                  </a:cubicBezTo>
                  <a:cubicBezTo>
                    <a:pt x="74" y="55"/>
                    <a:pt x="74" y="55"/>
                    <a:pt x="74" y="55"/>
                  </a:cubicBezTo>
                  <a:cubicBezTo>
                    <a:pt x="70" y="60"/>
                    <a:pt x="70" y="60"/>
                    <a:pt x="70" y="60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77"/>
                    <a:pt x="74" y="77"/>
                    <a:pt x="74" y="77"/>
                  </a:cubicBezTo>
                  <a:cubicBezTo>
                    <a:pt x="78" y="83"/>
                    <a:pt x="78" y="83"/>
                    <a:pt x="78" y="83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89" y="85"/>
                    <a:pt x="89" y="85"/>
                    <a:pt x="89" y="85"/>
                  </a:cubicBezTo>
                  <a:cubicBezTo>
                    <a:pt x="91" y="83"/>
                    <a:pt x="91" y="83"/>
                    <a:pt x="91" y="83"/>
                  </a:cubicBezTo>
                  <a:cubicBezTo>
                    <a:pt x="98" y="84"/>
                    <a:pt x="98" y="84"/>
                    <a:pt x="98" y="84"/>
                  </a:cubicBezTo>
                  <a:cubicBezTo>
                    <a:pt x="101" y="88"/>
                    <a:pt x="101" y="88"/>
                    <a:pt x="101" y="88"/>
                  </a:cubicBezTo>
                  <a:cubicBezTo>
                    <a:pt x="103" y="94"/>
                    <a:pt x="103" y="94"/>
                    <a:pt x="103" y="94"/>
                  </a:cubicBezTo>
                  <a:cubicBezTo>
                    <a:pt x="102" y="100"/>
                    <a:pt x="102" y="100"/>
                    <a:pt x="102" y="100"/>
                  </a:cubicBezTo>
                  <a:cubicBezTo>
                    <a:pt x="97" y="99"/>
                    <a:pt x="97" y="99"/>
                    <a:pt x="97" y="99"/>
                  </a:cubicBezTo>
                  <a:cubicBezTo>
                    <a:pt x="94" y="95"/>
                    <a:pt x="94" y="95"/>
                    <a:pt x="94" y="95"/>
                  </a:cubicBezTo>
                  <a:cubicBezTo>
                    <a:pt x="89" y="96"/>
                    <a:pt x="89" y="96"/>
                    <a:pt x="89" y="96"/>
                  </a:cubicBezTo>
                  <a:cubicBezTo>
                    <a:pt x="86" y="100"/>
                    <a:pt x="86" y="100"/>
                    <a:pt x="86" y="10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73" y="119"/>
                    <a:pt x="73" y="119"/>
                    <a:pt x="73" y="119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67" y="131"/>
                    <a:pt x="63" y="137"/>
                    <a:pt x="62" y="137"/>
                  </a:cubicBezTo>
                  <a:cubicBezTo>
                    <a:pt x="62" y="138"/>
                    <a:pt x="60" y="140"/>
                    <a:pt x="59" y="141"/>
                  </a:cubicBezTo>
                  <a:cubicBezTo>
                    <a:pt x="58" y="141"/>
                    <a:pt x="58" y="141"/>
                    <a:pt x="58" y="141"/>
                  </a:cubicBezTo>
                  <a:cubicBezTo>
                    <a:pt x="48" y="153"/>
                    <a:pt x="48" y="153"/>
                    <a:pt x="48" y="153"/>
                  </a:cubicBezTo>
                  <a:cubicBezTo>
                    <a:pt x="38" y="145"/>
                    <a:pt x="38" y="145"/>
                    <a:pt x="38" y="145"/>
                  </a:cubicBezTo>
                  <a:cubicBezTo>
                    <a:pt x="33" y="149"/>
                    <a:pt x="33" y="149"/>
                    <a:pt x="33" y="149"/>
                  </a:cubicBezTo>
                  <a:cubicBezTo>
                    <a:pt x="25" y="145"/>
                    <a:pt x="25" y="145"/>
                    <a:pt x="25" y="145"/>
                  </a:cubicBezTo>
                  <a:cubicBezTo>
                    <a:pt x="23" y="143"/>
                    <a:pt x="23" y="143"/>
                    <a:pt x="23" y="143"/>
                  </a:cubicBezTo>
                  <a:cubicBezTo>
                    <a:pt x="21" y="141"/>
                    <a:pt x="21" y="141"/>
                    <a:pt x="21" y="141"/>
                  </a:cubicBezTo>
                  <a:cubicBezTo>
                    <a:pt x="21" y="135"/>
                    <a:pt x="21" y="135"/>
                    <a:pt x="21" y="135"/>
                  </a:cubicBezTo>
                  <a:cubicBezTo>
                    <a:pt x="21" y="135"/>
                    <a:pt x="25" y="131"/>
                    <a:pt x="25" y="130"/>
                  </a:cubicBezTo>
                  <a:cubicBezTo>
                    <a:pt x="26" y="129"/>
                    <a:pt x="19" y="128"/>
                    <a:pt x="19" y="128"/>
                  </a:cubicBezTo>
                  <a:cubicBezTo>
                    <a:pt x="20" y="124"/>
                    <a:pt x="20" y="124"/>
                    <a:pt x="20" y="124"/>
                  </a:cubicBezTo>
                  <a:cubicBezTo>
                    <a:pt x="27" y="121"/>
                    <a:pt x="27" y="121"/>
                    <a:pt x="27" y="121"/>
                  </a:cubicBezTo>
                  <a:cubicBezTo>
                    <a:pt x="27" y="115"/>
                    <a:pt x="27" y="115"/>
                    <a:pt x="27" y="115"/>
                  </a:cubicBezTo>
                  <a:cubicBezTo>
                    <a:pt x="21" y="115"/>
                    <a:pt x="21" y="115"/>
                    <a:pt x="21" y="115"/>
                  </a:cubicBezTo>
                  <a:cubicBezTo>
                    <a:pt x="17" y="117"/>
                    <a:pt x="17" y="117"/>
                    <a:pt x="17" y="117"/>
                  </a:cubicBezTo>
                  <a:cubicBezTo>
                    <a:pt x="12" y="114"/>
                    <a:pt x="12" y="114"/>
                    <a:pt x="12" y="114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5" y="103"/>
                    <a:pt x="15" y="103"/>
                    <a:pt x="15" y="103"/>
                  </a:cubicBezTo>
                  <a:cubicBezTo>
                    <a:pt x="12" y="97"/>
                    <a:pt x="12" y="97"/>
                    <a:pt x="12" y="97"/>
                  </a:cubicBezTo>
                  <a:cubicBezTo>
                    <a:pt x="13" y="88"/>
                    <a:pt x="13" y="88"/>
                    <a:pt x="13" y="88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" y="73"/>
                    <a:pt x="1" y="73"/>
                    <a:pt x="1" y="73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1" y="62"/>
                    <a:pt x="1" y="62"/>
                    <a:pt x="1" y="6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5"/>
                    <a:pt x="56" y="5"/>
                    <a:pt x="56" y="5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72" y="16"/>
                    <a:pt x="72" y="16"/>
                    <a:pt x="72" y="16"/>
                  </a:cubicBezTo>
                  <a:cubicBezTo>
                    <a:pt x="78" y="16"/>
                    <a:pt x="78" y="16"/>
                    <a:pt x="78" y="16"/>
                  </a:cubicBezTo>
                  <a:cubicBezTo>
                    <a:pt x="81" y="26"/>
                    <a:pt x="81" y="26"/>
                    <a:pt x="81" y="26"/>
                  </a:cubicBezTo>
                  <a:lnTo>
                    <a:pt x="90" y="27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74" name="Freeform 80">
              <a:extLst>
                <a:ext uri="{FF2B5EF4-FFF2-40B4-BE49-F238E27FC236}">
                  <a16:creationId xmlns:a16="http://schemas.microsoft.com/office/drawing/2014/main" id="{089BAC95-D0F8-5C42-B9A1-42FB5B2E30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" y="3445"/>
              <a:ext cx="154" cy="106"/>
            </a:xfrm>
            <a:custGeom>
              <a:avLst/>
              <a:gdLst>
                <a:gd name="T0" fmla="*/ 0 w 154"/>
                <a:gd name="T1" fmla="*/ 33 h 106"/>
                <a:gd name="T2" fmla="*/ 4 w 154"/>
                <a:gd name="T3" fmla="*/ 33 h 106"/>
                <a:gd name="T4" fmla="*/ 15 w 154"/>
                <a:gd name="T5" fmla="*/ 25 h 106"/>
                <a:gd name="T6" fmla="*/ 15 w 154"/>
                <a:gd name="T7" fmla="*/ 19 h 106"/>
                <a:gd name="T8" fmla="*/ 23 w 154"/>
                <a:gd name="T9" fmla="*/ 19 h 106"/>
                <a:gd name="T10" fmla="*/ 31 w 154"/>
                <a:gd name="T11" fmla="*/ 6 h 106"/>
                <a:gd name="T12" fmla="*/ 48 w 154"/>
                <a:gd name="T13" fmla="*/ 4 h 106"/>
                <a:gd name="T14" fmla="*/ 48 w 154"/>
                <a:gd name="T15" fmla="*/ 0 h 106"/>
                <a:gd name="T16" fmla="*/ 56 w 154"/>
                <a:gd name="T17" fmla="*/ 4 h 106"/>
                <a:gd name="T18" fmla="*/ 71 w 154"/>
                <a:gd name="T19" fmla="*/ 4 h 106"/>
                <a:gd name="T20" fmla="*/ 71 w 154"/>
                <a:gd name="T21" fmla="*/ 14 h 106"/>
                <a:gd name="T22" fmla="*/ 81 w 154"/>
                <a:gd name="T23" fmla="*/ 23 h 106"/>
                <a:gd name="T24" fmla="*/ 81 w 154"/>
                <a:gd name="T25" fmla="*/ 37 h 106"/>
                <a:gd name="T26" fmla="*/ 92 w 154"/>
                <a:gd name="T27" fmla="*/ 48 h 106"/>
                <a:gd name="T28" fmla="*/ 92 w 154"/>
                <a:gd name="T29" fmla="*/ 56 h 106"/>
                <a:gd name="T30" fmla="*/ 104 w 154"/>
                <a:gd name="T31" fmla="*/ 56 h 106"/>
                <a:gd name="T32" fmla="*/ 115 w 154"/>
                <a:gd name="T33" fmla="*/ 50 h 106"/>
                <a:gd name="T34" fmla="*/ 127 w 154"/>
                <a:gd name="T35" fmla="*/ 52 h 106"/>
                <a:gd name="T36" fmla="*/ 131 w 154"/>
                <a:gd name="T37" fmla="*/ 44 h 106"/>
                <a:gd name="T38" fmla="*/ 144 w 154"/>
                <a:gd name="T39" fmla="*/ 46 h 106"/>
                <a:gd name="T40" fmla="*/ 144 w 154"/>
                <a:gd name="T41" fmla="*/ 58 h 106"/>
                <a:gd name="T42" fmla="*/ 154 w 154"/>
                <a:gd name="T43" fmla="*/ 62 h 106"/>
                <a:gd name="T44" fmla="*/ 154 w 154"/>
                <a:gd name="T45" fmla="*/ 75 h 106"/>
                <a:gd name="T46" fmla="*/ 150 w 154"/>
                <a:gd name="T47" fmla="*/ 77 h 106"/>
                <a:gd name="T48" fmla="*/ 152 w 154"/>
                <a:gd name="T49" fmla="*/ 87 h 106"/>
                <a:gd name="T50" fmla="*/ 146 w 154"/>
                <a:gd name="T51" fmla="*/ 92 h 106"/>
                <a:gd name="T52" fmla="*/ 148 w 154"/>
                <a:gd name="T53" fmla="*/ 104 h 106"/>
                <a:gd name="T54" fmla="*/ 127 w 154"/>
                <a:gd name="T55" fmla="*/ 106 h 106"/>
                <a:gd name="T56" fmla="*/ 115 w 154"/>
                <a:gd name="T57" fmla="*/ 96 h 106"/>
                <a:gd name="T58" fmla="*/ 104 w 154"/>
                <a:gd name="T59" fmla="*/ 106 h 106"/>
                <a:gd name="T60" fmla="*/ 96 w 154"/>
                <a:gd name="T61" fmla="*/ 104 h 106"/>
                <a:gd name="T62" fmla="*/ 83 w 154"/>
                <a:gd name="T63" fmla="*/ 92 h 106"/>
                <a:gd name="T64" fmla="*/ 69 w 154"/>
                <a:gd name="T65" fmla="*/ 89 h 106"/>
                <a:gd name="T66" fmla="*/ 61 w 154"/>
                <a:gd name="T67" fmla="*/ 92 h 106"/>
                <a:gd name="T68" fmla="*/ 48 w 154"/>
                <a:gd name="T69" fmla="*/ 79 h 106"/>
                <a:gd name="T70" fmla="*/ 48 w 154"/>
                <a:gd name="T71" fmla="*/ 62 h 106"/>
                <a:gd name="T72" fmla="*/ 38 w 154"/>
                <a:gd name="T73" fmla="*/ 54 h 106"/>
                <a:gd name="T74" fmla="*/ 23 w 154"/>
                <a:gd name="T75" fmla="*/ 52 h 106"/>
                <a:gd name="T76" fmla="*/ 13 w 154"/>
                <a:gd name="T77" fmla="*/ 44 h 106"/>
                <a:gd name="T78" fmla="*/ 4 w 154"/>
                <a:gd name="T79" fmla="*/ 44 h 106"/>
                <a:gd name="T80" fmla="*/ 0 w 154"/>
                <a:gd name="T81" fmla="*/ 3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4" h="106">
                  <a:moveTo>
                    <a:pt x="0" y="33"/>
                  </a:moveTo>
                  <a:lnTo>
                    <a:pt x="4" y="33"/>
                  </a:lnTo>
                  <a:lnTo>
                    <a:pt x="15" y="25"/>
                  </a:lnTo>
                  <a:lnTo>
                    <a:pt x="15" y="19"/>
                  </a:lnTo>
                  <a:lnTo>
                    <a:pt x="23" y="19"/>
                  </a:lnTo>
                  <a:lnTo>
                    <a:pt x="31" y="6"/>
                  </a:lnTo>
                  <a:lnTo>
                    <a:pt x="48" y="4"/>
                  </a:lnTo>
                  <a:lnTo>
                    <a:pt x="48" y="0"/>
                  </a:lnTo>
                  <a:lnTo>
                    <a:pt x="56" y="4"/>
                  </a:lnTo>
                  <a:lnTo>
                    <a:pt x="71" y="4"/>
                  </a:lnTo>
                  <a:lnTo>
                    <a:pt x="71" y="14"/>
                  </a:lnTo>
                  <a:lnTo>
                    <a:pt x="81" y="23"/>
                  </a:lnTo>
                  <a:lnTo>
                    <a:pt x="81" y="37"/>
                  </a:lnTo>
                  <a:lnTo>
                    <a:pt x="92" y="48"/>
                  </a:lnTo>
                  <a:lnTo>
                    <a:pt x="92" y="56"/>
                  </a:lnTo>
                  <a:lnTo>
                    <a:pt x="104" y="56"/>
                  </a:lnTo>
                  <a:lnTo>
                    <a:pt x="115" y="50"/>
                  </a:lnTo>
                  <a:lnTo>
                    <a:pt x="127" y="52"/>
                  </a:lnTo>
                  <a:lnTo>
                    <a:pt x="131" y="44"/>
                  </a:lnTo>
                  <a:lnTo>
                    <a:pt x="144" y="46"/>
                  </a:lnTo>
                  <a:lnTo>
                    <a:pt x="144" y="58"/>
                  </a:lnTo>
                  <a:lnTo>
                    <a:pt x="154" y="62"/>
                  </a:lnTo>
                  <a:lnTo>
                    <a:pt x="154" y="75"/>
                  </a:lnTo>
                  <a:lnTo>
                    <a:pt x="150" y="77"/>
                  </a:lnTo>
                  <a:lnTo>
                    <a:pt x="152" y="87"/>
                  </a:lnTo>
                  <a:lnTo>
                    <a:pt x="146" y="92"/>
                  </a:lnTo>
                  <a:lnTo>
                    <a:pt x="148" y="104"/>
                  </a:lnTo>
                  <a:lnTo>
                    <a:pt x="127" y="106"/>
                  </a:lnTo>
                  <a:lnTo>
                    <a:pt x="115" y="96"/>
                  </a:lnTo>
                  <a:lnTo>
                    <a:pt x="104" y="106"/>
                  </a:lnTo>
                  <a:lnTo>
                    <a:pt x="96" y="104"/>
                  </a:lnTo>
                  <a:lnTo>
                    <a:pt x="83" y="92"/>
                  </a:lnTo>
                  <a:lnTo>
                    <a:pt x="69" y="89"/>
                  </a:lnTo>
                  <a:lnTo>
                    <a:pt x="61" y="92"/>
                  </a:lnTo>
                  <a:lnTo>
                    <a:pt x="48" y="79"/>
                  </a:lnTo>
                  <a:lnTo>
                    <a:pt x="48" y="62"/>
                  </a:lnTo>
                  <a:lnTo>
                    <a:pt x="38" y="54"/>
                  </a:lnTo>
                  <a:lnTo>
                    <a:pt x="23" y="52"/>
                  </a:lnTo>
                  <a:lnTo>
                    <a:pt x="13" y="44"/>
                  </a:lnTo>
                  <a:lnTo>
                    <a:pt x="4" y="44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75" name="Freeform 81">
              <a:extLst>
                <a:ext uri="{FF2B5EF4-FFF2-40B4-BE49-F238E27FC236}">
                  <a16:creationId xmlns:a16="http://schemas.microsoft.com/office/drawing/2014/main" id="{E77D3C69-7D1C-1344-9B6C-FD702FBA4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3491"/>
              <a:ext cx="240" cy="202"/>
            </a:xfrm>
            <a:custGeom>
              <a:avLst/>
              <a:gdLst>
                <a:gd name="T0" fmla="*/ 0 w 240"/>
                <a:gd name="T1" fmla="*/ 52 h 202"/>
                <a:gd name="T2" fmla="*/ 12 w 240"/>
                <a:gd name="T3" fmla="*/ 48 h 202"/>
                <a:gd name="T4" fmla="*/ 27 w 240"/>
                <a:gd name="T5" fmla="*/ 54 h 202"/>
                <a:gd name="T6" fmla="*/ 44 w 240"/>
                <a:gd name="T7" fmla="*/ 48 h 202"/>
                <a:gd name="T8" fmla="*/ 44 w 240"/>
                <a:gd name="T9" fmla="*/ 29 h 202"/>
                <a:gd name="T10" fmla="*/ 69 w 240"/>
                <a:gd name="T11" fmla="*/ 21 h 202"/>
                <a:gd name="T12" fmla="*/ 83 w 240"/>
                <a:gd name="T13" fmla="*/ 16 h 202"/>
                <a:gd name="T14" fmla="*/ 102 w 240"/>
                <a:gd name="T15" fmla="*/ 8 h 202"/>
                <a:gd name="T16" fmla="*/ 112 w 240"/>
                <a:gd name="T17" fmla="*/ 0 h 202"/>
                <a:gd name="T18" fmla="*/ 121 w 240"/>
                <a:gd name="T19" fmla="*/ 6 h 202"/>
                <a:gd name="T20" fmla="*/ 140 w 240"/>
                <a:gd name="T21" fmla="*/ 6 h 202"/>
                <a:gd name="T22" fmla="*/ 144 w 240"/>
                <a:gd name="T23" fmla="*/ 14 h 202"/>
                <a:gd name="T24" fmla="*/ 154 w 240"/>
                <a:gd name="T25" fmla="*/ 12 h 202"/>
                <a:gd name="T26" fmla="*/ 160 w 240"/>
                <a:gd name="T27" fmla="*/ 35 h 202"/>
                <a:gd name="T28" fmla="*/ 171 w 240"/>
                <a:gd name="T29" fmla="*/ 50 h 202"/>
                <a:gd name="T30" fmla="*/ 187 w 240"/>
                <a:gd name="T31" fmla="*/ 56 h 202"/>
                <a:gd name="T32" fmla="*/ 200 w 240"/>
                <a:gd name="T33" fmla="*/ 68 h 202"/>
                <a:gd name="T34" fmla="*/ 212 w 240"/>
                <a:gd name="T35" fmla="*/ 75 h 202"/>
                <a:gd name="T36" fmla="*/ 223 w 240"/>
                <a:gd name="T37" fmla="*/ 79 h 202"/>
                <a:gd name="T38" fmla="*/ 223 w 240"/>
                <a:gd name="T39" fmla="*/ 87 h 202"/>
                <a:gd name="T40" fmla="*/ 231 w 240"/>
                <a:gd name="T41" fmla="*/ 93 h 202"/>
                <a:gd name="T42" fmla="*/ 221 w 240"/>
                <a:gd name="T43" fmla="*/ 104 h 202"/>
                <a:gd name="T44" fmla="*/ 237 w 240"/>
                <a:gd name="T45" fmla="*/ 110 h 202"/>
                <a:gd name="T46" fmla="*/ 233 w 240"/>
                <a:gd name="T47" fmla="*/ 112 h 202"/>
                <a:gd name="T48" fmla="*/ 237 w 240"/>
                <a:gd name="T49" fmla="*/ 118 h 202"/>
                <a:gd name="T50" fmla="*/ 240 w 240"/>
                <a:gd name="T51" fmla="*/ 129 h 202"/>
                <a:gd name="T52" fmla="*/ 227 w 240"/>
                <a:gd name="T53" fmla="*/ 139 h 202"/>
                <a:gd name="T54" fmla="*/ 215 w 240"/>
                <a:gd name="T55" fmla="*/ 143 h 202"/>
                <a:gd name="T56" fmla="*/ 194 w 240"/>
                <a:gd name="T57" fmla="*/ 143 h 202"/>
                <a:gd name="T58" fmla="*/ 200 w 240"/>
                <a:gd name="T59" fmla="*/ 166 h 202"/>
                <a:gd name="T60" fmla="*/ 187 w 240"/>
                <a:gd name="T61" fmla="*/ 177 h 202"/>
                <a:gd name="T62" fmla="*/ 177 w 240"/>
                <a:gd name="T63" fmla="*/ 179 h 202"/>
                <a:gd name="T64" fmla="*/ 177 w 240"/>
                <a:gd name="T65" fmla="*/ 189 h 202"/>
                <a:gd name="T66" fmla="*/ 165 w 240"/>
                <a:gd name="T67" fmla="*/ 202 h 202"/>
                <a:gd name="T68" fmla="*/ 165 w 240"/>
                <a:gd name="T69" fmla="*/ 200 h 202"/>
                <a:gd name="T70" fmla="*/ 154 w 240"/>
                <a:gd name="T71" fmla="*/ 191 h 202"/>
                <a:gd name="T72" fmla="*/ 160 w 240"/>
                <a:gd name="T73" fmla="*/ 181 h 202"/>
                <a:gd name="T74" fmla="*/ 154 w 240"/>
                <a:gd name="T75" fmla="*/ 171 h 202"/>
                <a:gd name="T76" fmla="*/ 140 w 240"/>
                <a:gd name="T77" fmla="*/ 171 h 202"/>
                <a:gd name="T78" fmla="*/ 135 w 240"/>
                <a:gd name="T79" fmla="*/ 160 h 202"/>
                <a:gd name="T80" fmla="*/ 140 w 240"/>
                <a:gd name="T81" fmla="*/ 148 h 202"/>
                <a:gd name="T82" fmla="*/ 112 w 240"/>
                <a:gd name="T83" fmla="*/ 131 h 202"/>
                <a:gd name="T84" fmla="*/ 100 w 240"/>
                <a:gd name="T85" fmla="*/ 141 h 202"/>
                <a:gd name="T86" fmla="*/ 81 w 240"/>
                <a:gd name="T87" fmla="*/ 123 h 202"/>
                <a:gd name="T88" fmla="*/ 81 w 240"/>
                <a:gd name="T89" fmla="*/ 125 h 202"/>
                <a:gd name="T90" fmla="*/ 81 w 240"/>
                <a:gd name="T91" fmla="*/ 118 h 202"/>
                <a:gd name="T92" fmla="*/ 69 w 240"/>
                <a:gd name="T93" fmla="*/ 104 h 202"/>
                <a:gd name="T94" fmla="*/ 67 w 240"/>
                <a:gd name="T95" fmla="*/ 91 h 202"/>
                <a:gd name="T96" fmla="*/ 60 w 240"/>
                <a:gd name="T97" fmla="*/ 81 h 202"/>
                <a:gd name="T98" fmla="*/ 54 w 240"/>
                <a:gd name="T99" fmla="*/ 85 h 202"/>
                <a:gd name="T100" fmla="*/ 48 w 240"/>
                <a:gd name="T101" fmla="*/ 87 h 202"/>
                <a:gd name="T102" fmla="*/ 23 w 240"/>
                <a:gd name="T103" fmla="*/ 64 h 202"/>
                <a:gd name="T104" fmla="*/ 14 w 240"/>
                <a:gd name="T105" fmla="*/ 62 h 202"/>
                <a:gd name="T106" fmla="*/ 2 w 240"/>
                <a:gd name="T107" fmla="*/ 64 h 202"/>
                <a:gd name="T108" fmla="*/ 2 w 240"/>
                <a:gd name="T109" fmla="*/ 54 h 202"/>
                <a:gd name="T110" fmla="*/ 0 w 240"/>
                <a:gd name="T111" fmla="*/ 5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40" h="202">
                  <a:moveTo>
                    <a:pt x="0" y="52"/>
                  </a:moveTo>
                  <a:lnTo>
                    <a:pt x="12" y="48"/>
                  </a:lnTo>
                  <a:lnTo>
                    <a:pt x="27" y="54"/>
                  </a:lnTo>
                  <a:lnTo>
                    <a:pt x="44" y="48"/>
                  </a:lnTo>
                  <a:lnTo>
                    <a:pt x="44" y="29"/>
                  </a:lnTo>
                  <a:lnTo>
                    <a:pt x="69" y="21"/>
                  </a:lnTo>
                  <a:lnTo>
                    <a:pt x="83" y="16"/>
                  </a:lnTo>
                  <a:lnTo>
                    <a:pt x="102" y="8"/>
                  </a:lnTo>
                  <a:lnTo>
                    <a:pt x="112" y="0"/>
                  </a:lnTo>
                  <a:lnTo>
                    <a:pt x="121" y="6"/>
                  </a:lnTo>
                  <a:lnTo>
                    <a:pt x="140" y="6"/>
                  </a:lnTo>
                  <a:lnTo>
                    <a:pt x="144" y="14"/>
                  </a:lnTo>
                  <a:lnTo>
                    <a:pt x="154" y="12"/>
                  </a:lnTo>
                  <a:lnTo>
                    <a:pt x="160" y="35"/>
                  </a:lnTo>
                  <a:lnTo>
                    <a:pt x="171" y="50"/>
                  </a:lnTo>
                  <a:lnTo>
                    <a:pt x="187" y="56"/>
                  </a:lnTo>
                  <a:lnTo>
                    <a:pt x="200" y="68"/>
                  </a:lnTo>
                  <a:lnTo>
                    <a:pt x="212" y="75"/>
                  </a:lnTo>
                  <a:lnTo>
                    <a:pt x="223" y="79"/>
                  </a:lnTo>
                  <a:lnTo>
                    <a:pt x="223" y="87"/>
                  </a:lnTo>
                  <a:lnTo>
                    <a:pt x="231" y="93"/>
                  </a:lnTo>
                  <a:lnTo>
                    <a:pt x="221" y="104"/>
                  </a:lnTo>
                  <a:lnTo>
                    <a:pt x="237" y="110"/>
                  </a:lnTo>
                  <a:lnTo>
                    <a:pt x="233" y="112"/>
                  </a:lnTo>
                  <a:lnTo>
                    <a:pt x="237" y="118"/>
                  </a:lnTo>
                  <a:lnTo>
                    <a:pt x="240" y="129"/>
                  </a:lnTo>
                  <a:lnTo>
                    <a:pt x="227" y="139"/>
                  </a:lnTo>
                  <a:lnTo>
                    <a:pt x="215" y="143"/>
                  </a:lnTo>
                  <a:lnTo>
                    <a:pt x="194" y="143"/>
                  </a:lnTo>
                  <a:lnTo>
                    <a:pt x="200" y="166"/>
                  </a:lnTo>
                  <a:lnTo>
                    <a:pt x="187" y="177"/>
                  </a:lnTo>
                  <a:lnTo>
                    <a:pt x="177" y="179"/>
                  </a:lnTo>
                  <a:lnTo>
                    <a:pt x="177" y="189"/>
                  </a:lnTo>
                  <a:lnTo>
                    <a:pt x="165" y="202"/>
                  </a:lnTo>
                  <a:lnTo>
                    <a:pt x="165" y="200"/>
                  </a:lnTo>
                  <a:lnTo>
                    <a:pt x="154" y="191"/>
                  </a:lnTo>
                  <a:lnTo>
                    <a:pt x="160" y="181"/>
                  </a:lnTo>
                  <a:lnTo>
                    <a:pt x="154" y="171"/>
                  </a:lnTo>
                  <a:lnTo>
                    <a:pt x="140" y="171"/>
                  </a:lnTo>
                  <a:lnTo>
                    <a:pt x="135" y="160"/>
                  </a:lnTo>
                  <a:lnTo>
                    <a:pt x="140" y="148"/>
                  </a:lnTo>
                  <a:lnTo>
                    <a:pt x="112" y="131"/>
                  </a:lnTo>
                  <a:lnTo>
                    <a:pt x="100" y="141"/>
                  </a:lnTo>
                  <a:lnTo>
                    <a:pt x="81" y="123"/>
                  </a:lnTo>
                  <a:lnTo>
                    <a:pt x="81" y="125"/>
                  </a:lnTo>
                  <a:lnTo>
                    <a:pt x="81" y="118"/>
                  </a:lnTo>
                  <a:lnTo>
                    <a:pt x="69" y="104"/>
                  </a:lnTo>
                  <a:lnTo>
                    <a:pt x="67" y="91"/>
                  </a:lnTo>
                  <a:lnTo>
                    <a:pt x="60" y="81"/>
                  </a:lnTo>
                  <a:lnTo>
                    <a:pt x="54" y="85"/>
                  </a:lnTo>
                  <a:lnTo>
                    <a:pt x="48" y="87"/>
                  </a:lnTo>
                  <a:lnTo>
                    <a:pt x="23" y="64"/>
                  </a:lnTo>
                  <a:lnTo>
                    <a:pt x="14" y="62"/>
                  </a:lnTo>
                  <a:lnTo>
                    <a:pt x="2" y="64"/>
                  </a:lnTo>
                  <a:lnTo>
                    <a:pt x="2" y="54"/>
                  </a:lnTo>
                  <a:lnTo>
                    <a:pt x="0" y="52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76" name="Freeform 82">
              <a:extLst>
                <a:ext uri="{FF2B5EF4-FFF2-40B4-BE49-F238E27FC236}">
                  <a16:creationId xmlns:a16="http://schemas.microsoft.com/office/drawing/2014/main" id="{F478B587-774C-8B48-9049-139DF4D98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9" y="3455"/>
              <a:ext cx="94" cy="90"/>
            </a:xfrm>
            <a:custGeom>
              <a:avLst/>
              <a:gdLst>
                <a:gd name="T0" fmla="*/ 0 w 94"/>
                <a:gd name="T1" fmla="*/ 50 h 90"/>
                <a:gd name="T2" fmla="*/ 23 w 94"/>
                <a:gd name="T3" fmla="*/ 32 h 90"/>
                <a:gd name="T4" fmla="*/ 23 w 94"/>
                <a:gd name="T5" fmla="*/ 15 h 90"/>
                <a:gd name="T6" fmla="*/ 44 w 94"/>
                <a:gd name="T7" fmla="*/ 0 h 90"/>
                <a:gd name="T8" fmla="*/ 56 w 94"/>
                <a:gd name="T9" fmla="*/ 7 h 90"/>
                <a:gd name="T10" fmla="*/ 83 w 94"/>
                <a:gd name="T11" fmla="*/ 7 h 90"/>
                <a:gd name="T12" fmla="*/ 83 w 94"/>
                <a:gd name="T13" fmla="*/ 17 h 90"/>
                <a:gd name="T14" fmla="*/ 94 w 94"/>
                <a:gd name="T15" fmla="*/ 27 h 90"/>
                <a:gd name="T16" fmla="*/ 85 w 94"/>
                <a:gd name="T17" fmla="*/ 40 h 90"/>
                <a:gd name="T18" fmla="*/ 94 w 94"/>
                <a:gd name="T19" fmla="*/ 54 h 90"/>
                <a:gd name="T20" fmla="*/ 90 w 94"/>
                <a:gd name="T21" fmla="*/ 57 h 90"/>
                <a:gd name="T22" fmla="*/ 65 w 94"/>
                <a:gd name="T23" fmla="*/ 65 h 90"/>
                <a:gd name="T24" fmla="*/ 65 w 94"/>
                <a:gd name="T25" fmla="*/ 84 h 90"/>
                <a:gd name="T26" fmla="*/ 48 w 94"/>
                <a:gd name="T27" fmla="*/ 90 h 90"/>
                <a:gd name="T28" fmla="*/ 33 w 94"/>
                <a:gd name="T29" fmla="*/ 84 h 90"/>
                <a:gd name="T30" fmla="*/ 21 w 94"/>
                <a:gd name="T31" fmla="*/ 88 h 90"/>
                <a:gd name="T32" fmla="*/ 4 w 94"/>
                <a:gd name="T33" fmla="*/ 77 h 90"/>
                <a:gd name="T34" fmla="*/ 4 w 94"/>
                <a:gd name="T35" fmla="*/ 77 h 90"/>
                <a:gd name="T36" fmla="*/ 2 w 94"/>
                <a:gd name="T37" fmla="*/ 67 h 90"/>
                <a:gd name="T38" fmla="*/ 6 w 94"/>
                <a:gd name="T39" fmla="*/ 65 h 90"/>
                <a:gd name="T40" fmla="*/ 6 w 94"/>
                <a:gd name="T41" fmla="*/ 52 h 90"/>
                <a:gd name="T42" fmla="*/ 0 w 94"/>
                <a:gd name="T43" fmla="*/ 5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4" h="90">
                  <a:moveTo>
                    <a:pt x="0" y="50"/>
                  </a:moveTo>
                  <a:lnTo>
                    <a:pt x="23" y="32"/>
                  </a:lnTo>
                  <a:lnTo>
                    <a:pt x="23" y="15"/>
                  </a:lnTo>
                  <a:lnTo>
                    <a:pt x="44" y="0"/>
                  </a:lnTo>
                  <a:lnTo>
                    <a:pt x="56" y="7"/>
                  </a:lnTo>
                  <a:lnTo>
                    <a:pt x="83" y="7"/>
                  </a:lnTo>
                  <a:lnTo>
                    <a:pt x="83" y="17"/>
                  </a:lnTo>
                  <a:lnTo>
                    <a:pt x="94" y="27"/>
                  </a:lnTo>
                  <a:lnTo>
                    <a:pt x="85" y="40"/>
                  </a:lnTo>
                  <a:lnTo>
                    <a:pt x="94" y="54"/>
                  </a:lnTo>
                  <a:lnTo>
                    <a:pt x="90" y="57"/>
                  </a:lnTo>
                  <a:lnTo>
                    <a:pt x="65" y="65"/>
                  </a:lnTo>
                  <a:lnTo>
                    <a:pt x="65" y="84"/>
                  </a:lnTo>
                  <a:lnTo>
                    <a:pt x="48" y="90"/>
                  </a:lnTo>
                  <a:lnTo>
                    <a:pt x="33" y="84"/>
                  </a:lnTo>
                  <a:lnTo>
                    <a:pt x="21" y="88"/>
                  </a:lnTo>
                  <a:lnTo>
                    <a:pt x="4" y="77"/>
                  </a:lnTo>
                  <a:lnTo>
                    <a:pt x="4" y="77"/>
                  </a:lnTo>
                  <a:lnTo>
                    <a:pt x="2" y="67"/>
                  </a:lnTo>
                  <a:lnTo>
                    <a:pt x="6" y="65"/>
                  </a:lnTo>
                  <a:lnTo>
                    <a:pt x="6" y="52"/>
                  </a:lnTo>
                  <a:lnTo>
                    <a:pt x="0" y="50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77" name="Freeform 83">
              <a:extLst>
                <a:ext uri="{FF2B5EF4-FFF2-40B4-BE49-F238E27FC236}">
                  <a16:creationId xmlns:a16="http://schemas.microsoft.com/office/drawing/2014/main" id="{FA3F24B2-E23B-0849-A9B7-1F837D169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3409"/>
              <a:ext cx="142" cy="103"/>
            </a:xfrm>
            <a:custGeom>
              <a:avLst/>
              <a:gdLst>
                <a:gd name="T0" fmla="*/ 55 w 142"/>
                <a:gd name="T1" fmla="*/ 13 h 103"/>
                <a:gd name="T2" fmla="*/ 71 w 142"/>
                <a:gd name="T3" fmla="*/ 34 h 103"/>
                <a:gd name="T4" fmla="*/ 86 w 142"/>
                <a:gd name="T5" fmla="*/ 28 h 103"/>
                <a:gd name="T6" fmla="*/ 92 w 142"/>
                <a:gd name="T7" fmla="*/ 34 h 103"/>
                <a:gd name="T8" fmla="*/ 101 w 142"/>
                <a:gd name="T9" fmla="*/ 23 h 103"/>
                <a:gd name="T10" fmla="*/ 113 w 142"/>
                <a:gd name="T11" fmla="*/ 36 h 103"/>
                <a:gd name="T12" fmla="*/ 126 w 142"/>
                <a:gd name="T13" fmla="*/ 36 h 103"/>
                <a:gd name="T14" fmla="*/ 128 w 142"/>
                <a:gd name="T15" fmla="*/ 53 h 103"/>
                <a:gd name="T16" fmla="*/ 142 w 142"/>
                <a:gd name="T17" fmla="*/ 57 h 103"/>
                <a:gd name="T18" fmla="*/ 140 w 142"/>
                <a:gd name="T19" fmla="*/ 80 h 103"/>
                <a:gd name="T20" fmla="*/ 140 w 142"/>
                <a:gd name="T21" fmla="*/ 94 h 103"/>
                <a:gd name="T22" fmla="*/ 130 w 142"/>
                <a:gd name="T23" fmla="*/ 96 h 103"/>
                <a:gd name="T24" fmla="*/ 126 w 142"/>
                <a:gd name="T25" fmla="*/ 88 h 103"/>
                <a:gd name="T26" fmla="*/ 107 w 142"/>
                <a:gd name="T27" fmla="*/ 88 h 103"/>
                <a:gd name="T28" fmla="*/ 98 w 142"/>
                <a:gd name="T29" fmla="*/ 82 h 103"/>
                <a:gd name="T30" fmla="*/ 88 w 142"/>
                <a:gd name="T31" fmla="*/ 90 h 103"/>
                <a:gd name="T32" fmla="*/ 69 w 142"/>
                <a:gd name="T33" fmla="*/ 98 h 103"/>
                <a:gd name="T34" fmla="*/ 55 w 142"/>
                <a:gd name="T35" fmla="*/ 103 h 103"/>
                <a:gd name="T36" fmla="*/ 59 w 142"/>
                <a:gd name="T37" fmla="*/ 100 h 103"/>
                <a:gd name="T38" fmla="*/ 50 w 142"/>
                <a:gd name="T39" fmla="*/ 86 h 103"/>
                <a:gd name="T40" fmla="*/ 59 w 142"/>
                <a:gd name="T41" fmla="*/ 73 h 103"/>
                <a:gd name="T42" fmla="*/ 48 w 142"/>
                <a:gd name="T43" fmla="*/ 63 h 103"/>
                <a:gd name="T44" fmla="*/ 48 w 142"/>
                <a:gd name="T45" fmla="*/ 53 h 103"/>
                <a:gd name="T46" fmla="*/ 21 w 142"/>
                <a:gd name="T47" fmla="*/ 53 h 103"/>
                <a:gd name="T48" fmla="*/ 9 w 142"/>
                <a:gd name="T49" fmla="*/ 46 h 103"/>
                <a:gd name="T50" fmla="*/ 0 w 142"/>
                <a:gd name="T51" fmla="*/ 34 h 103"/>
                <a:gd name="T52" fmla="*/ 11 w 142"/>
                <a:gd name="T53" fmla="*/ 23 h 103"/>
                <a:gd name="T54" fmla="*/ 9 w 142"/>
                <a:gd name="T55" fmla="*/ 11 h 103"/>
                <a:gd name="T56" fmla="*/ 28 w 142"/>
                <a:gd name="T57" fmla="*/ 11 h 103"/>
                <a:gd name="T58" fmla="*/ 34 w 142"/>
                <a:gd name="T59" fmla="*/ 0 h 103"/>
                <a:gd name="T60" fmla="*/ 55 w 142"/>
                <a:gd name="T61" fmla="*/ 1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42" h="103">
                  <a:moveTo>
                    <a:pt x="55" y="13"/>
                  </a:moveTo>
                  <a:lnTo>
                    <a:pt x="71" y="34"/>
                  </a:lnTo>
                  <a:lnTo>
                    <a:pt x="86" y="28"/>
                  </a:lnTo>
                  <a:lnTo>
                    <a:pt x="92" y="34"/>
                  </a:lnTo>
                  <a:lnTo>
                    <a:pt x="101" y="23"/>
                  </a:lnTo>
                  <a:lnTo>
                    <a:pt x="113" y="36"/>
                  </a:lnTo>
                  <a:lnTo>
                    <a:pt x="126" y="36"/>
                  </a:lnTo>
                  <a:lnTo>
                    <a:pt x="128" y="53"/>
                  </a:lnTo>
                  <a:lnTo>
                    <a:pt x="142" y="57"/>
                  </a:lnTo>
                  <a:lnTo>
                    <a:pt x="140" y="80"/>
                  </a:lnTo>
                  <a:lnTo>
                    <a:pt x="140" y="94"/>
                  </a:lnTo>
                  <a:lnTo>
                    <a:pt x="130" y="96"/>
                  </a:lnTo>
                  <a:lnTo>
                    <a:pt x="126" y="88"/>
                  </a:lnTo>
                  <a:lnTo>
                    <a:pt x="107" y="88"/>
                  </a:lnTo>
                  <a:lnTo>
                    <a:pt x="98" y="82"/>
                  </a:lnTo>
                  <a:lnTo>
                    <a:pt x="88" y="90"/>
                  </a:lnTo>
                  <a:lnTo>
                    <a:pt x="69" y="98"/>
                  </a:lnTo>
                  <a:lnTo>
                    <a:pt x="55" y="103"/>
                  </a:lnTo>
                  <a:lnTo>
                    <a:pt x="59" y="100"/>
                  </a:lnTo>
                  <a:lnTo>
                    <a:pt x="50" y="86"/>
                  </a:lnTo>
                  <a:lnTo>
                    <a:pt x="59" y="73"/>
                  </a:lnTo>
                  <a:lnTo>
                    <a:pt x="48" y="63"/>
                  </a:lnTo>
                  <a:lnTo>
                    <a:pt x="48" y="53"/>
                  </a:lnTo>
                  <a:lnTo>
                    <a:pt x="21" y="53"/>
                  </a:lnTo>
                  <a:lnTo>
                    <a:pt x="9" y="46"/>
                  </a:lnTo>
                  <a:lnTo>
                    <a:pt x="0" y="34"/>
                  </a:lnTo>
                  <a:lnTo>
                    <a:pt x="11" y="23"/>
                  </a:lnTo>
                  <a:lnTo>
                    <a:pt x="9" y="11"/>
                  </a:lnTo>
                  <a:lnTo>
                    <a:pt x="28" y="11"/>
                  </a:lnTo>
                  <a:lnTo>
                    <a:pt x="34" y="0"/>
                  </a:lnTo>
                  <a:lnTo>
                    <a:pt x="55" y="13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78" name="Freeform 84">
              <a:extLst>
                <a:ext uri="{FF2B5EF4-FFF2-40B4-BE49-F238E27FC236}">
                  <a16:creationId xmlns:a16="http://schemas.microsoft.com/office/drawing/2014/main" id="{0ED7DAC5-B643-8B4C-A640-7C8117A45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3434"/>
              <a:ext cx="137" cy="167"/>
            </a:xfrm>
            <a:custGeom>
              <a:avLst/>
              <a:gdLst>
                <a:gd name="T0" fmla="*/ 100 w 137"/>
                <a:gd name="T1" fmla="*/ 153 h 167"/>
                <a:gd name="T2" fmla="*/ 94 w 137"/>
                <a:gd name="T3" fmla="*/ 138 h 167"/>
                <a:gd name="T4" fmla="*/ 94 w 137"/>
                <a:gd name="T5" fmla="*/ 125 h 167"/>
                <a:gd name="T6" fmla="*/ 119 w 137"/>
                <a:gd name="T7" fmla="*/ 117 h 167"/>
                <a:gd name="T8" fmla="*/ 123 w 137"/>
                <a:gd name="T9" fmla="*/ 90 h 167"/>
                <a:gd name="T10" fmla="*/ 125 w 137"/>
                <a:gd name="T11" fmla="*/ 73 h 167"/>
                <a:gd name="T12" fmla="*/ 135 w 137"/>
                <a:gd name="T13" fmla="*/ 63 h 167"/>
                <a:gd name="T14" fmla="*/ 137 w 137"/>
                <a:gd name="T15" fmla="*/ 30 h 167"/>
                <a:gd name="T16" fmla="*/ 125 w 137"/>
                <a:gd name="T17" fmla="*/ 28 h 167"/>
                <a:gd name="T18" fmla="*/ 129 w 137"/>
                <a:gd name="T19" fmla="*/ 15 h 167"/>
                <a:gd name="T20" fmla="*/ 108 w 137"/>
                <a:gd name="T21" fmla="*/ 11 h 167"/>
                <a:gd name="T22" fmla="*/ 91 w 137"/>
                <a:gd name="T23" fmla="*/ 0 h 167"/>
                <a:gd name="T24" fmla="*/ 73 w 137"/>
                <a:gd name="T25" fmla="*/ 23 h 167"/>
                <a:gd name="T26" fmla="*/ 66 w 137"/>
                <a:gd name="T27" fmla="*/ 44 h 167"/>
                <a:gd name="T28" fmla="*/ 54 w 137"/>
                <a:gd name="T29" fmla="*/ 46 h 167"/>
                <a:gd name="T30" fmla="*/ 41 w 137"/>
                <a:gd name="T31" fmla="*/ 38 h 167"/>
                <a:gd name="T32" fmla="*/ 27 w 137"/>
                <a:gd name="T33" fmla="*/ 46 h 167"/>
                <a:gd name="T34" fmla="*/ 25 w 137"/>
                <a:gd name="T35" fmla="*/ 71 h 167"/>
                <a:gd name="T36" fmla="*/ 10 w 137"/>
                <a:gd name="T37" fmla="*/ 96 h 167"/>
                <a:gd name="T38" fmla="*/ 0 w 137"/>
                <a:gd name="T39" fmla="*/ 107 h 167"/>
                <a:gd name="T40" fmla="*/ 0 w 137"/>
                <a:gd name="T41" fmla="*/ 107 h 167"/>
                <a:gd name="T42" fmla="*/ 16 w 137"/>
                <a:gd name="T43" fmla="*/ 113 h 167"/>
                <a:gd name="T44" fmla="*/ 29 w 137"/>
                <a:gd name="T45" fmla="*/ 125 h 167"/>
                <a:gd name="T46" fmla="*/ 41 w 137"/>
                <a:gd name="T47" fmla="*/ 132 h 167"/>
                <a:gd name="T48" fmla="*/ 52 w 137"/>
                <a:gd name="T49" fmla="*/ 136 h 167"/>
                <a:gd name="T50" fmla="*/ 52 w 137"/>
                <a:gd name="T51" fmla="*/ 144 h 167"/>
                <a:gd name="T52" fmla="*/ 60 w 137"/>
                <a:gd name="T53" fmla="*/ 150 h 167"/>
                <a:gd name="T54" fmla="*/ 50 w 137"/>
                <a:gd name="T55" fmla="*/ 161 h 167"/>
                <a:gd name="T56" fmla="*/ 66 w 137"/>
                <a:gd name="T57" fmla="*/ 167 h 167"/>
                <a:gd name="T58" fmla="*/ 100 w 137"/>
                <a:gd name="T59" fmla="*/ 153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37" h="167">
                  <a:moveTo>
                    <a:pt x="100" y="153"/>
                  </a:moveTo>
                  <a:lnTo>
                    <a:pt x="94" y="138"/>
                  </a:lnTo>
                  <a:lnTo>
                    <a:pt x="94" y="125"/>
                  </a:lnTo>
                  <a:lnTo>
                    <a:pt x="119" y="117"/>
                  </a:lnTo>
                  <a:lnTo>
                    <a:pt x="123" y="90"/>
                  </a:lnTo>
                  <a:lnTo>
                    <a:pt x="125" y="73"/>
                  </a:lnTo>
                  <a:lnTo>
                    <a:pt x="135" y="63"/>
                  </a:lnTo>
                  <a:lnTo>
                    <a:pt x="137" y="30"/>
                  </a:lnTo>
                  <a:lnTo>
                    <a:pt x="125" y="28"/>
                  </a:lnTo>
                  <a:lnTo>
                    <a:pt x="129" y="15"/>
                  </a:lnTo>
                  <a:lnTo>
                    <a:pt x="108" y="11"/>
                  </a:lnTo>
                  <a:lnTo>
                    <a:pt x="91" y="0"/>
                  </a:lnTo>
                  <a:lnTo>
                    <a:pt x="73" y="23"/>
                  </a:lnTo>
                  <a:lnTo>
                    <a:pt x="66" y="44"/>
                  </a:lnTo>
                  <a:lnTo>
                    <a:pt x="54" y="46"/>
                  </a:lnTo>
                  <a:lnTo>
                    <a:pt x="41" y="38"/>
                  </a:lnTo>
                  <a:lnTo>
                    <a:pt x="27" y="46"/>
                  </a:lnTo>
                  <a:lnTo>
                    <a:pt x="25" y="71"/>
                  </a:lnTo>
                  <a:lnTo>
                    <a:pt x="10" y="96"/>
                  </a:lnTo>
                  <a:lnTo>
                    <a:pt x="0" y="107"/>
                  </a:lnTo>
                  <a:lnTo>
                    <a:pt x="0" y="107"/>
                  </a:lnTo>
                  <a:lnTo>
                    <a:pt x="16" y="113"/>
                  </a:lnTo>
                  <a:lnTo>
                    <a:pt x="29" y="125"/>
                  </a:lnTo>
                  <a:lnTo>
                    <a:pt x="41" y="132"/>
                  </a:lnTo>
                  <a:lnTo>
                    <a:pt x="52" y="136"/>
                  </a:lnTo>
                  <a:lnTo>
                    <a:pt x="52" y="144"/>
                  </a:lnTo>
                  <a:lnTo>
                    <a:pt x="60" y="150"/>
                  </a:lnTo>
                  <a:lnTo>
                    <a:pt x="50" y="161"/>
                  </a:lnTo>
                  <a:lnTo>
                    <a:pt x="66" y="167"/>
                  </a:lnTo>
                  <a:lnTo>
                    <a:pt x="100" y="153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79" name="Freeform 85">
              <a:extLst>
                <a:ext uri="{FF2B5EF4-FFF2-40B4-BE49-F238E27FC236}">
                  <a16:creationId xmlns:a16="http://schemas.microsoft.com/office/drawing/2014/main" id="{837D04B7-23D4-C148-B10A-C785570B8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4" y="3676"/>
              <a:ext cx="605" cy="538"/>
            </a:xfrm>
            <a:custGeom>
              <a:avLst/>
              <a:gdLst>
                <a:gd name="T0" fmla="*/ 23 w 290"/>
                <a:gd name="T1" fmla="*/ 178 h 258"/>
                <a:gd name="T2" fmla="*/ 28 w 290"/>
                <a:gd name="T3" fmla="*/ 185 h 258"/>
                <a:gd name="T4" fmla="*/ 45 w 290"/>
                <a:gd name="T5" fmla="*/ 192 h 258"/>
                <a:gd name="T6" fmla="*/ 67 w 290"/>
                <a:gd name="T7" fmla="*/ 202 h 258"/>
                <a:gd name="T8" fmla="*/ 85 w 290"/>
                <a:gd name="T9" fmla="*/ 210 h 258"/>
                <a:gd name="T10" fmla="*/ 97 w 290"/>
                <a:gd name="T11" fmla="*/ 222 h 258"/>
                <a:gd name="T12" fmla="*/ 107 w 290"/>
                <a:gd name="T13" fmla="*/ 223 h 258"/>
                <a:gd name="T14" fmla="*/ 113 w 290"/>
                <a:gd name="T15" fmla="*/ 212 h 258"/>
                <a:gd name="T16" fmla="*/ 133 w 290"/>
                <a:gd name="T17" fmla="*/ 184 h 258"/>
                <a:gd name="T18" fmla="*/ 161 w 290"/>
                <a:gd name="T19" fmla="*/ 129 h 258"/>
                <a:gd name="T20" fmla="*/ 157 w 290"/>
                <a:gd name="T21" fmla="*/ 110 h 258"/>
                <a:gd name="T22" fmla="*/ 158 w 290"/>
                <a:gd name="T23" fmla="*/ 69 h 258"/>
                <a:gd name="T24" fmla="*/ 146 w 290"/>
                <a:gd name="T25" fmla="*/ 51 h 258"/>
                <a:gd name="T26" fmla="*/ 161 w 290"/>
                <a:gd name="T27" fmla="*/ 48 h 258"/>
                <a:gd name="T28" fmla="*/ 166 w 290"/>
                <a:gd name="T29" fmla="*/ 38 h 258"/>
                <a:gd name="T30" fmla="*/ 182 w 290"/>
                <a:gd name="T31" fmla="*/ 37 h 258"/>
                <a:gd name="T32" fmla="*/ 186 w 290"/>
                <a:gd name="T33" fmla="*/ 25 h 258"/>
                <a:gd name="T34" fmla="*/ 198 w 290"/>
                <a:gd name="T35" fmla="*/ 32 h 258"/>
                <a:gd name="T36" fmla="*/ 206 w 290"/>
                <a:gd name="T37" fmla="*/ 32 h 258"/>
                <a:gd name="T38" fmla="*/ 219 w 290"/>
                <a:gd name="T39" fmla="*/ 26 h 258"/>
                <a:gd name="T40" fmla="*/ 232 w 290"/>
                <a:gd name="T41" fmla="*/ 25 h 258"/>
                <a:gd name="T42" fmla="*/ 236 w 290"/>
                <a:gd name="T43" fmla="*/ 13 h 258"/>
                <a:gd name="T44" fmla="*/ 249 w 290"/>
                <a:gd name="T45" fmla="*/ 0 h 258"/>
                <a:gd name="T46" fmla="*/ 250 w 290"/>
                <a:gd name="T47" fmla="*/ 11 h 258"/>
                <a:gd name="T48" fmla="*/ 255 w 290"/>
                <a:gd name="T49" fmla="*/ 23 h 258"/>
                <a:gd name="T50" fmla="*/ 265 w 290"/>
                <a:gd name="T51" fmla="*/ 40 h 258"/>
                <a:gd name="T52" fmla="*/ 273 w 290"/>
                <a:gd name="T53" fmla="*/ 50 h 258"/>
                <a:gd name="T54" fmla="*/ 289 w 290"/>
                <a:gd name="T55" fmla="*/ 59 h 258"/>
                <a:gd name="T56" fmla="*/ 288 w 290"/>
                <a:gd name="T57" fmla="*/ 75 h 258"/>
                <a:gd name="T58" fmla="*/ 265 w 290"/>
                <a:gd name="T59" fmla="*/ 99 h 258"/>
                <a:gd name="T60" fmla="*/ 255 w 290"/>
                <a:gd name="T61" fmla="*/ 114 h 258"/>
                <a:gd name="T62" fmla="*/ 266 w 290"/>
                <a:gd name="T63" fmla="*/ 129 h 258"/>
                <a:gd name="T64" fmla="*/ 252 w 290"/>
                <a:gd name="T65" fmla="*/ 153 h 258"/>
                <a:gd name="T66" fmla="*/ 233 w 290"/>
                <a:gd name="T67" fmla="*/ 170 h 258"/>
                <a:gd name="T68" fmla="*/ 221 w 290"/>
                <a:gd name="T69" fmla="*/ 190 h 258"/>
                <a:gd name="T70" fmla="*/ 195 w 290"/>
                <a:gd name="T71" fmla="*/ 200 h 258"/>
                <a:gd name="T72" fmla="*/ 184 w 290"/>
                <a:gd name="T73" fmla="*/ 208 h 258"/>
                <a:gd name="T74" fmla="*/ 184 w 290"/>
                <a:gd name="T75" fmla="*/ 229 h 258"/>
                <a:gd name="T76" fmla="*/ 182 w 290"/>
                <a:gd name="T77" fmla="*/ 237 h 258"/>
                <a:gd name="T78" fmla="*/ 176 w 290"/>
                <a:gd name="T79" fmla="*/ 246 h 258"/>
                <a:gd name="T80" fmla="*/ 156 w 290"/>
                <a:gd name="T81" fmla="*/ 238 h 258"/>
                <a:gd name="T82" fmla="*/ 122 w 290"/>
                <a:gd name="T83" fmla="*/ 245 h 258"/>
                <a:gd name="T84" fmla="*/ 102 w 290"/>
                <a:gd name="T85" fmla="*/ 257 h 258"/>
                <a:gd name="T86" fmla="*/ 73 w 290"/>
                <a:gd name="T87" fmla="*/ 243 h 258"/>
                <a:gd name="T88" fmla="*/ 58 w 290"/>
                <a:gd name="T89" fmla="*/ 225 h 258"/>
                <a:gd name="T90" fmla="*/ 35 w 290"/>
                <a:gd name="T91" fmla="*/ 219 h 258"/>
                <a:gd name="T92" fmla="*/ 11 w 290"/>
                <a:gd name="T93" fmla="*/ 215 h 258"/>
                <a:gd name="T94" fmla="*/ 0 w 290"/>
                <a:gd name="T95" fmla="*/ 205 h 258"/>
                <a:gd name="T96" fmla="*/ 9 w 290"/>
                <a:gd name="T97" fmla="*/ 191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0" h="258">
                  <a:moveTo>
                    <a:pt x="9" y="191"/>
                  </a:moveTo>
                  <a:cubicBezTo>
                    <a:pt x="23" y="178"/>
                    <a:pt x="23" y="178"/>
                    <a:pt x="23" y="178"/>
                  </a:cubicBezTo>
                  <a:cubicBezTo>
                    <a:pt x="29" y="182"/>
                    <a:pt x="29" y="182"/>
                    <a:pt x="29" y="182"/>
                  </a:cubicBezTo>
                  <a:cubicBezTo>
                    <a:pt x="28" y="185"/>
                    <a:pt x="28" y="185"/>
                    <a:pt x="28" y="185"/>
                  </a:cubicBezTo>
                  <a:cubicBezTo>
                    <a:pt x="36" y="191"/>
                    <a:pt x="36" y="191"/>
                    <a:pt x="36" y="191"/>
                  </a:cubicBezTo>
                  <a:cubicBezTo>
                    <a:pt x="45" y="192"/>
                    <a:pt x="45" y="192"/>
                    <a:pt x="45" y="192"/>
                  </a:cubicBezTo>
                  <a:cubicBezTo>
                    <a:pt x="60" y="204"/>
                    <a:pt x="60" y="204"/>
                    <a:pt x="60" y="204"/>
                  </a:cubicBezTo>
                  <a:cubicBezTo>
                    <a:pt x="67" y="202"/>
                    <a:pt x="67" y="202"/>
                    <a:pt x="67" y="202"/>
                  </a:cubicBezTo>
                  <a:cubicBezTo>
                    <a:pt x="77" y="211"/>
                    <a:pt x="77" y="211"/>
                    <a:pt x="77" y="211"/>
                  </a:cubicBezTo>
                  <a:cubicBezTo>
                    <a:pt x="85" y="210"/>
                    <a:pt x="85" y="210"/>
                    <a:pt x="85" y="210"/>
                  </a:cubicBezTo>
                  <a:cubicBezTo>
                    <a:pt x="88" y="221"/>
                    <a:pt x="88" y="221"/>
                    <a:pt x="88" y="221"/>
                  </a:cubicBezTo>
                  <a:cubicBezTo>
                    <a:pt x="97" y="222"/>
                    <a:pt x="97" y="222"/>
                    <a:pt x="97" y="222"/>
                  </a:cubicBezTo>
                  <a:cubicBezTo>
                    <a:pt x="102" y="228"/>
                    <a:pt x="102" y="228"/>
                    <a:pt x="102" y="228"/>
                  </a:cubicBezTo>
                  <a:cubicBezTo>
                    <a:pt x="107" y="223"/>
                    <a:pt x="107" y="223"/>
                    <a:pt x="107" y="223"/>
                  </a:cubicBezTo>
                  <a:cubicBezTo>
                    <a:pt x="112" y="223"/>
                    <a:pt x="112" y="223"/>
                    <a:pt x="112" y="223"/>
                  </a:cubicBezTo>
                  <a:cubicBezTo>
                    <a:pt x="113" y="212"/>
                    <a:pt x="113" y="212"/>
                    <a:pt x="113" y="212"/>
                  </a:cubicBezTo>
                  <a:cubicBezTo>
                    <a:pt x="130" y="194"/>
                    <a:pt x="130" y="194"/>
                    <a:pt x="130" y="194"/>
                  </a:cubicBezTo>
                  <a:cubicBezTo>
                    <a:pt x="133" y="184"/>
                    <a:pt x="133" y="184"/>
                    <a:pt x="133" y="184"/>
                  </a:cubicBezTo>
                  <a:cubicBezTo>
                    <a:pt x="159" y="156"/>
                    <a:pt x="159" y="156"/>
                    <a:pt x="159" y="156"/>
                  </a:cubicBezTo>
                  <a:cubicBezTo>
                    <a:pt x="161" y="129"/>
                    <a:pt x="161" y="129"/>
                    <a:pt x="161" y="129"/>
                  </a:cubicBezTo>
                  <a:cubicBezTo>
                    <a:pt x="166" y="113"/>
                    <a:pt x="166" y="113"/>
                    <a:pt x="166" y="113"/>
                  </a:cubicBezTo>
                  <a:cubicBezTo>
                    <a:pt x="157" y="110"/>
                    <a:pt x="157" y="110"/>
                    <a:pt x="157" y="110"/>
                  </a:cubicBezTo>
                  <a:cubicBezTo>
                    <a:pt x="152" y="78"/>
                    <a:pt x="152" y="78"/>
                    <a:pt x="152" y="78"/>
                  </a:cubicBezTo>
                  <a:cubicBezTo>
                    <a:pt x="158" y="69"/>
                    <a:pt x="158" y="69"/>
                    <a:pt x="158" y="69"/>
                  </a:cubicBezTo>
                  <a:cubicBezTo>
                    <a:pt x="149" y="63"/>
                    <a:pt x="149" y="63"/>
                    <a:pt x="149" y="63"/>
                  </a:cubicBezTo>
                  <a:cubicBezTo>
                    <a:pt x="146" y="51"/>
                    <a:pt x="146" y="51"/>
                    <a:pt x="146" y="51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61" y="48"/>
                    <a:pt x="161" y="48"/>
                    <a:pt x="161" y="48"/>
                  </a:cubicBezTo>
                  <a:cubicBezTo>
                    <a:pt x="162" y="39"/>
                    <a:pt x="162" y="39"/>
                    <a:pt x="162" y="39"/>
                  </a:cubicBezTo>
                  <a:cubicBezTo>
                    <a:pt x="166" y="38"/>
                    <a:pt x="166" y="38"/>
                    <a:pt x="166" y="38"/>
                  </a:cubicBezTo>
                  <a:cubicBezTo>
                    <a:pt x="174" y="40"/>
                    <a:pt x="174" y="40"/>
                    <a:pt x="174" y="40"/>
                  </a:cubicBezTo>
                  <a:cubicBezTo>
                    <a:pt x="182" y="37"/>
                    <a:pt x="182" y="37"/>
                    <a:pt x="182" y="37"/>
                  </a:cubicBezTo>
                  <a:cubicBezTo>
                    <a:pt x="181" y="31"/>
                    <a:pt x="181" y="31"/>
                    <a:pt x="181" y="31"/>
                  </a:cubicBezTo>
                  <a:cubicBezTo>
                    <a:pt x="186" y="25"/>
                    <a:pt x="186" y="25"/>
                    <a:pt x="186" y="25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98" y="32"/>
                    <a:pt x="198" y="32"/>
                    <a:pt x="198" y="32"/>
                  </a:cubicBezTo>
                  <a:cubicBezTo>
                    <a:pt x="203" y="27"/>
                    <a:pt x="203" y="27"/>
                    <a:pt x="203" y="27"/>
                  </a:cubicBezTo>
                  <a:cubicBezTo>
                    <a:pt x="206" y="32"/>
                    <a:pt x="206" y="32"/>
                    <a:pt x="206" y="32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219" y="26"/>
                    <a:pt x="219" y="26"/>
                    <a:pt x="219" y="26"/>
                  </a:cubicBezTo>
                  <a:cubicBezTo>
                    <a:pt x="226" y="31"/>
                    <a:pt x="226" y="31"/>
                    <a:pt x="226" y="31"/>
                  </a:cubicBezTo>
                  <a:cubicBezTo>
                    <a:pt x="232" y="25"/>
                    <a:pt x="232" y="25"/>
                    <a:pt x="232" y="25"/>
                  </a:cubicBezTo>
                  <a:cubicBezTo>
                    <a:pt x="238" y="25"/>
                    <a:pt x="238" y="25"/>
                    <a:pt x="238" y="25"/>
                  </a:cubicBezTo>
                  <a:cubicBezTo>
                    <a:pt x="236" y="13"/>
                    <a:pt x="236" y="13"/>
                    <a:pt x="236" y="13"/>
                  </a:cubicBezTo>
                  <a:cubicBezTo>
                    <a:pt x="244" y="6"/>
                    <a:pt x="244" y="6"/>
                    <a:pt x="244" y="6"/>
                  </a:cubicBezTo>
                  <a:cubicBezTo>
                    <a:pt x="249" y="0"/>
                    <a:pt x="249" y="0"/>
                    <a:pt x="249" y="0"/>
                  </a:cubicBezTo>
                  <a:cubicBezTo>
                    <a:pt x="257" y="4"/>
                    <a:pt x="257" y="4"/>
                    <a:pt x="257" y="4"/>
                  </a:cubicBezTo>
                  <a:cubicBezTo>
                    <a:pt x="250" y="11"/>
                    <a:pt x="250" y="11"/>
                    <a:pt x="250" y="11"/>
                  </a:cubicBezTo>
                  <a:cubicBezTo>
                    <a:pt x="248" y="19"/>
                    <a:pt x="248" y="19"/>
                    <a:pt x="248" y="19"/>
                  </a:cubicBezTo>
                  <a:cubicBezTo>
                    <a:pt x="255" y="23"/>
                    <a:pt x="255" y="23"/>
                    <a:pt x="255" y="23"/>
                  </a:cubicBezTo>
                  <a:cubicBezTo>
                    <a:pt x="258" y="33"/>
                    <a:pt x="258" y="33"/>
                    <a:pt x="258" y="33"/>
                  </a:cubicBezTo>
                  <a:cubicBezTo>
                    <a:pt x="265" y="40"/>
                    <a:pt x="265" y="40"/>
                    <a:pt x="265" y="40"/>
                  </a:cubicBezTo>
                  <a:cubicBezTo>
                    <a:pt x="267" y="50"/>
                    <a:pt x="267" y="50"/>
                    <a:pt x="267" y="50"/>
                  </a:cubicBezTo>
                  <a:cubicBezTo>
                    <a:pt x="273" y="50"/>
                    <a:pt x="273" y="50"/>
                    <a:pt x="273" y="50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89" y="59"/>
                    <a:pt x="289" y="59"/>
                    <a:pt x="289" y="59"/>
                  </a:cubicBezTo>
                  <a:cubicBezTo>
                    <a:pt x="290" y="70"/>
                    <a:pt x="290" y="70"/>
                    <a:pt x="290" y="70"/>
                  </a:cubicBezTo>
                  <a:cubicBezTo>
                    <a:pt x="288" y="75"/>
                    <a:pt x="288" y="75"/>
                    <a:pt x="288" y="75"/>
                  </a:cubicBezTo>
                  <a:cubicBezTo>
                    <a:pt x="279" y="77"/>
                    <a:pt x="279" y="77"/>
                    <a:pt x="279" y="77"/>
                  </a:cubicBezTo>
                  <a:cubicBezTo>
                    <a:pt x="265" y="99"/>
                    <a:pt x="265" y="99"/>
                    <a:pt x="265" y="99"/>
                  </a:cubicBezTo>
                  <a:cubicBezTo>
                    <a:pt x="257" y="106"/>
                    <a:pt x="257" y="106"/>
                    <a:pt x="257" y="106"/>
                  </a:cubicBezTo>
                  <a:cubicBezTo>
                    <a:pt x="255" y="114"/>
                    <a:pt x="255" y="114"/>
                    <a:pt x="255" y="114"/>
                  </a:cubicBezTo>
                  <a:cubicBezTo>
                    <a:pt x="261" y="123"/>
                    <a:pt x="261" y="123"/>
                    <a:pt x="261" y="123"/>
                  </a:cubicBezTo>
                  <a:cubicBezTo>
                    <a:pt x="266" y="129"/>
                    <a:pt x="266" y="129"/>
                    <a:pt x="266" y="129"/>
                  </a:cubicBezTo>
                  <a:cubicBezTo>
                    <a:pt x="265" y="139"/>
                    <a:pt x="265" y="139"/>
                    <a:pt x="265" y="139"/>
                  </a:cubicBezTo>
                  <a:cubicBezTo>
                    <a:pt x="252" y="153"/>
                    <a:pt x="252" y="153"/>
                    <a:pt x="252" y="153"/>
                  </a:cubicBezTo>
                  <a:cubicBezTo>
                    <a:pt x="235" y="160"/>
                    <a:pt x="235" y="160"/>
                    <a:pt x="235" y="160"/>
                  </a:cubicBezTo>
                  <a:cubicBezTo>
                    <a:pt x="233" y="170"/>
                    <a:pt x="233" y="170"/>
                    <a:pt x="233" y="170"/>
                  </a:cubicBezTo>
                  <a:cubicBezTo>
                    <a:pt x="224" y="178"/>
                    <a:pt x="224" y="178"/>
                    <a:pt x="224" y="178"/>
                  </a:cubicBezTo>
                  <a:cubicBezTo>
                    <a:pt x="221" y="190"/>
                    <a:pt x="221" y="190"/>
                    <a:pt x="221" y="190"/>
                  </a:cubicBezTo>
                  <a:cubicBezTo>
                    <a:pt x="209" y="189"/>
                    <a:pt x="209" y="189"/>
                    <a:pt x="209" y="189"/>
                  </a:cubicBezTo>
                  <a:cubicBezTo>
                    <a:pt x="195" y="200"/>
                    <a:pt x="195" y="200"/>
                    <a:pt x="195" y="200"/>
                  </a:cubicBezTo>
                  <a:cubicBezTo>
                    <a:pt x="184" y="200"/>
                    <a:pt x="184" y="200"/>
                    <a:pt x="184" y="200"/>
                  </a:cubicBezTo>
                  <a:cubicBezTo>
                    <a:pt x="184" y="208"/>
                    <a:pt x="184" y="208"/>
                    <a:pt x="184" y="208"/>
                  </a:cubicBezTo>
                  <a:cubicBezTo>
                    <a:pt x="183" y="214"/>
                    <a:pt x="183" y="214"/>
                    <a:pt x="183" y="214"/>
                  </a:cubicBezTo>
                  <a:cubicBezTo>
                    <a:pt x="184" y="229"/>
                    <a:pt x="184" y="229"/>
                    <a:pt x="184" y="229"/>
                  </a:cubicBezTo>
                  <a:cubicBezTo>
                    <a:pt x="191" y="229"/>
                    <a:pt x="191" y="229"/>
                    <a:pt x="191" y="229"/>
                  </a:cubicBezTo>
                  <a:cubicBezTo>
                    <a:pt x="182" y="237"/>
                    <a:pt x="182" y="237"/>
                    <a:pt x="182" y="237"/>
                  </a:cubicBezTo>
                  <a:cubicBezTo>
                    <a:pt x="181" y="244"/>
                    <a:pt x="181" y="244"/>
                    <a:pt x="181" y="244"/>
                  </a:cubicBezTo>
                  <a:cubicBezTo>
                    <a:pt x="180" y="243"/>
                    <a:pt x="177" y="245"/>
                    <a:pt x="176" y="246"/>
                  </a:cubicBezTo>
                  <a:cubicBezTo>
                    <a:pt x="173" y="247"/>
                    <a:pt x="165" y="248"/>
                    <a:pt x="164" y="244"/>
                  </a:cubicBezTo>
                  <a:cubicBezTo>
                    <a:pt x="164" y="239"/>
                    <a:pt x="159" y="238"/>
                    <a:pt x="156" y="238"/>
                  </a:cubicBezTo>
                  <a:cubicBezTo>
                    <a:pt x="153" y="237"/>
                    <a:pt x="152" y="244"/>
                    <a:pt x="146" y="241"/>
                  </a:cubicBezTo>
                  <a:cubicBezTo>
                    <a:pt x="139" y="237"/>
                    <a:pt x="127" y="243"/>
                    <a:pt x="122" y="245"/>
                  </a:cubicBezTo>
                  <a:cubicBezTo>
                    <a:pt x="117" y="246"/>
                    <a:pt x="115" y="252"/>
                    <a:pt x="112" y="253"/>
                  </a:cubicBezTo>
                  <a:cubicBezTo>
                    <a:pt x="109" y="253"/>
                    <a:pt x="104" y="258"/>
                    <a:pt x="102" y="257"/>
                  </a:cubicBezTo>
                  <a:cubicBezTo>
                    <a:pt x="100" y="257"/>
                    <a:pt x="86" y="254"/>
                    <a:pt x="80" y="251"/>
                  </a:cubicBezTo>
                  <a:cubicBezTo>
                    <a:pt x="74" y="247"/>
                    <a:pt x="74" y="247"/>
                    <a:pt x="73" y="243"/>
                  </a:cubicBezTo>
                  <a:cubicBezTo>
                    <a:pt x="72" y="239"/>
                    <a:pt x="70" y="234"/>
                    <a:pt x="68" y="228"/>
                  </a:cubicBezTo>
                  <a:cubicBezTo>
                    <a:pt x="67" y="223"/>
                    <a:pt x="63" y="225"/>
                    <a:pt x="58" y="225"/>
                  </a:cubicBezTo>
                  <a:cubicBezTo>
                    <a:pt x="52" y="225"/>
                    <a:pt x="48" y="224"/>
                    <a:pt x="47" y="223"/>
                  </a:cubicBezTo>
                  <a:cubicBezTo>
                    <a:pt x="47" y="222"/>
                    <a:pt x="41" y="219"/>
                    <a:pt x="35" y="219"/>
                  </a:cubicBezTo>
                  <a:cubicBezTo>
                    <a:pt x="29" y="220"/>
                    <a:pt x="27" y="220"/>
                    <a:pt x="22" y="219"/>
                  </a:cubicBezTo>
                  <a:cubicBezTo>
                    <a:pt x="16" y="218"/>
                    <a:pt x="15" y="218"/>
                    <a:pt x="11" y="215"/>
                  </a:cubicBezTo>
                  <a:cubicBezTo>
                    <a:pt x="9" y="213"/>
                    <a:pt x="7" y="214"/>
                    <a:pt x="6" y="216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4" y="198"/>
                    <a:pt x="4" y="198"/>
                    <a:pt x="4" y="198"/>
                  </a:cubicBezTo>
                  <a:lnTo>
                    <a:pt x="9" y="191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80" name="Freeform 86">
              <a:extLst>
                <a:ext uri="{FF2B5EF4-FFF2-40B4-BE49-F238E27FC236}">
                  <a16:creationId xmlns:a16="http://schemas.microsoft.com/office/drawing/2014/main" id="{04CA9C97-4DC8-DC46-8701-D960F0A8C5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6" y="4039"/>
              <a:ext cx="377" cy="248"/>
            </a:xfrm>
            <a:custGeom>
              <a:avLst/>
              <a:gdLst>
                <a:gd name="T0" fmla="*/ 0 w 181"/>
                <a:gd name="T1" fmla="*/ 67 h 119"/>
                <a:gd name="T2" fmla="*/ 13 w 181"/>
                <a:gd name="T3" fmla="*/ 68 h 119"/>
                <a:gd name="T4" fmla="*/ 21 w 181"/>
                <a:gd name="T5" fmla="*/ 62 h 119"/>
                <a:gd name="T6" fmla="*/ 21 w 181"/>
                <a:gd name="T7" fmla="*/ 53 h 119"/>
                <a:gd name="T8" fmla="*/ 27 w 181"/>
                <a:gd name="T9" fmla="*/ 52 h 119"/>
                <a:gd name="T10" fmla="*/ 39 w 181"/>
                <a:gd name="T11" fmla="*/ 59 h 119"/>
                <a:gd name="T12" fmla="*/ 53 w 181"/>
                <a:gd name="T13" fmla="*/ 60 h 119"/>
                <a:gd name="T14" fmla="*/ 66 w 181"/>
                <a:gd name="T15" fmla="*/ 59 h 119"/>
                <a:gd name="T16" fmla="*/ 78 w 181"/>
                <a:gd name="T17" fmla="*/ 50 h 119"/>
                <a:gd name="T18" fmla="*/ 85 w 181"/>
                <a:gd name="T19" fmla="*/ 50 h 119"/>
                <a:gd name="T20" fmla="*/ 85 w 181"/>
                <a:gd name="T21" fmla="*/ 40 h 119"/>
                <a:gd name="T22" fmla="*/ 91 w 181"/>
                <a:gd name="T23" fmla="*/ 35 h 119"/>
                <a:gd name="T24" fmla="*/ 90 w 181"/>
                <a:gd name="T25" fmla="*/ 29 h 119"/>
                <a:gd name="T26" fmla="*/ 98 w 181"/>
                <a:gd name="T27" fmla="*/ 26 h 119"/>
                <a:gd name="T28" fmla="*/ 100 w 181"/>
                <a:gd name="T29" fmla="*/ 13 h 119"/>
                <a:gd name="T30" fmla="*/ 108 w 181"/>
                <a:gd name="T31" fmla="*/ 11 h 119"/>
                <a:gd name="T32" fmla="*/ 114 w 181"/>
                <a:gd name="T33" fmla="*/ 11 h 119"/>
                <a:gd name="T34" fmla="*/ 117 w 181"/>
                <a:gd name="T35" fmla="*/ 8 h 119"/>
                <a:gd name="T36" fmla="*/ 127 w 181"/>
                <a:gd name="T37" fmla="*/ 6 h 119"/>
                <a:gd name="T38" fmla="*/ 133 w 181"/>
                <a:gd name="T39" fmla="*/ 4 h 119"/>
                <a:gd name="T40" fmla="*/ 135 w 181"/>
                <a:gd name="T41" fmla="*/ 0 h 119"/>
                <a:gd name="T42" fmla="*/ 144 w 181"/>
                <a:gd name="T43" fmla="*/ 2 h 119"/>
                <a:gd name="T44" fmla="*/ 155 w 181"/>
                <a:gd name="T45" fmla="*/ 5 h 119"/>
                <a:gd name="T46" fmla="*/ 164 w 181"/>
                <a:gd name="T47" fmla="*/ 12 h 119"/>
                <a:gd name="T48" fmla="*/ 176 w 181"/>
                <a:gd name="T49" fmla="*/ 10 h 119"/>
                <a:gd name="T50" fmla="*/ 181 w 181"/>
                <a:gd name="T51" fmla="*/ 17 h 119"/>
                <a:gd name="T52" fmla="*/ 176 w 181"/>
                <a:gd name="T53" fmla="*/ 24 h 119"/>
                <a:gd name="T54" fmla="*/ 172 w 181"/>
                <a:gd name="T55" fmla="*/ 31 h 119"/>
                <a:gd name="T56" fmla="*/ 178 w 181"/>
                <a:gd name="T57" fmla="*/ 42 h 119"/>
                <a:gd name="T58" fmla="*/ 178 w 181"/>
                <a:gd name="T59" fmla="*/ 45 h 119"/>
                <a:gd name="T60" fmla="*/ 172 w 181"/>
                <a:gd name="T61" fmla="*/ 51 h 119"/>
                <a:gd name="T62" fmla="*/ 167 w 181"/>
                <a:gd name="T63" fmla="*/ 59 h 119"/>
                <a:gd name="T64" fmla="*/ 162 w 181"/>
                <a:gd name="T65" fmla="*/ 72 h 119"/>
                <a:gd name="T66" fmla="*/ 169 w 181"/>
                <a:gd name="T67" fmla="*/ 85 h 119"/>
                <a:gd name="T68" fmla="*/ 171 w 181"/>
                <a:gd name="T69" fmla="*/ 99 h 119"/>
                <a:gd name="T70" fmla="*/ 163 w 181"/>
                <a:gd name="T71" fmla="*/ 107 h 119"/>
                <a:gd name="T72" fmla="*/ 152 w 181"/>
                <a:gd name="T73" fmla="*/ 109 h 119"/>
                <a:gd name="T74" fmla="*/ 144 w 181"/>
                <a:gd name="T75" fmla="*/ 108 h 119"/>
                <a:gd name="T76" fmla="*/ 135 w 181"/>
                <a:gd name="T77" fmla="*/ 106 h 119"/>
                <a:gd name="T78" fmla="*/ 126 w 181"/>
                <a:gd name="T79" fmla="*/ 109 h 119"/>
                <a:gd name="T80" fmla="*/ 114 w 181"/>
                <a:gd name="T81" fmla="*/ 108 h 119"/>
                <a:gd name="T82" fmla="*/ 101 w 181"/>
                <a:gd name="T83" fmla="*/ 101 h 119"/>
                <a:gd name="T84" fmla="*/ 99 w 181"/>
                <a:gd name="T85" fmla="*/ 92 h 119"/>
                <a:gd name="T86" fmla="*/ 88 w 181"/>
                <a:gd name="T87" fmla="*/ 91 h 119"/>
                <a:gd name="T88" fmla="*/ 80 w 181"/>
                <a:gd name="T89" fmla="*/ 92 h 119"/>
                <a:gd name="T90" fmla="*/ 69 w 181"/>
                <a:gd name="T91" fmla="*/ 88 h 119"/>
                <a:gd name="T92" fmla="*/ 61 w 181"/>
                <a:gd name="T93" fmla="*/ 87 h 119"/>
                <a:gd name="T94" fmla="*/ 55 w 181"/>
                <a:gd name="T95" fmla="*/ 90 h 119"/>
                <a:gd name="T96" fmla="*/ 47 w 181"/>
                <a:gd name="T97" fmla="*/ 94 h 119"/>
                <a:gd name="T98" fmla="*/ 41 w 181"/>
                <a:gd name="T99" fmla="*/ 97 h 119"/>
                <a:gd name="T100" fmla="*/ 34 w 181"/>
                <a:gd name="T101" fmla="*/ 102 h 119"/>
                <a:gd name="T102" fmla="*/ 24 w 181"/>
                <a:gd name="T103" fmla="*/ 107 h 119"/>
                <a:gd name="T104" fmla="*/ 16 w 181"/>
                <a:gd name="T105" fmla="*/ 112 h 119"/>
                <a:gd name="T106" fmla="*/ 13 w 181"/>
                <a:gd name="T107" fmla="*/ 114 h 119"/>
                <a:gd name="T108" fmla="*/ 11 w 181"/>
                <a:gd name="T109" fmla="*/ 112 h 119"/>
                <a:gd name="T110" fmla="*/ 5 w 181"/>
                <a:gd name="T111" fmla="*/ 105 h 119"/>
                <a:gd name="T112" fmla="*/ 14 w 181"/>
                <a:gd name="T113" fmla="*/ 101 h 119"/>
                <a:gd name="T114" fmla="*/ 14 w 181"/>
                <a:gd name="T115" fmla="*/ 96 h 119"/>
                <a:gd name="T116" fmla="*/ 2 w 181"/>
                <a:gd name="T117" fmla="*/ 83 h 119"/>
                <a:gd name="T118" fmla="*/ 0 w 181"/>
                <a:gd name="T119" fmla="*/ 67 h 119"/>
                <a:gd name="T120" fmla="*/ 13 w 181"/>
                <a:gd name="T121" fmla="*/ 119 h 119"/>
                <a:gd name="T122" fmla="*/ 13 w 181"/>
                <a:gd name="T123" fmla="*/ 119 h 119"/>
                <a:gd name="T124" fmla="*/ 13 w 181"/>
                <a:gd name="T125" fmla="*/ 119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81" h="119">
                  <a:moveTo>
                    <a:pt x="0" y="67"/>
                  </a:moveTo>
                  <a:cubicBezTo>
                    <a:pt x="13" y="68"/>
                    <a:pt x="13" y="68"/>
                    <a:pt x="13" y="68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39" y="59"/>
                    <a:pt x="39" y="59"/>
                    <a:pt x="39" y="59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85" y="50"/>
                    <a:pt x="85" y="50"/>
                    <a:pt x="85" y="5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91" y="35"/>
                    <a:pt x="91" y="35"/>
                    <a:pt x="91" y="35"/>
                  </a:cubicBezTo>
                  <a:cubicBezTo>
                    <a:pt x="90" y="29"/>
                    <a:pt x="90" y="29"/>
                    <a:pt x="90" y="29"/>
                  </a:cubicBezTo>
                  <a:cubicBezTo>
                    <a:pt x="98" y="26"/>
                    <a:pt x="98" y="26"/>
                    <a:pt x="98" y="26"/>
                  </a:cubicBezTo>
                  <a:cubicBezTo>
                    <a:pt x="100" y="13"/>
                    <a:pt x="100" y="13"/>
                    <a:pt x="100" y="13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14" y="11"/>
                    <a:pt x="114" y="11"/>
                    <a:pt x="114" y="11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27" y="6"/>
                    <a:pt x="127" y="6"/>
                    <a:pt x="127" y="6"/>
                  </a:cubicBezTo>
                  <a:cubicBezTo>
                    <a:pt x="133" y="4"/>
                    <a:pt x="133" y="4"/>
                    <a:pt x="133" y="4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44" y="2"/>
                    <a:pt x="144" y="2"/>
                    <a:pt x="144" y="2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4" y="12"/>
                    <a:pt x="164" y="12"/>
                    <a:pt x="164" y="12"/>
                  </a:cubicBezTo>
                  <a:cubicBezTo>
                    <a:pt x="176" y="10"/>
                    <a:pt x="176" y="10"/>
                    <a:pt x="176" y="10"/>
                  </a:cubicBezTo>
                  <a:cubicBezTo>
                    <a:pt x="181" y="17"/>
                    <a:pt x="181" y="17"/>
                    <a:pt x="181" y="17"/>
                  </a:cubicBezTo>
                  <a:cubicBezTo>
                    <a:pt x="176" y="24"/>
                    <a:pt x="176" y="24"/>
                    <a:pt x="176" y="24"/>
                  </a:cubicBezTo>
                  <a:cubicBezTo>
                    <a:pt x="172" y="31"/>
                    <a:pt x="172" y="31"/>
                    <a:pt x="172" y="31"/>
                  </a:cubicBezTo>
                  <a:cubicBezTo>
                    <a:pt x="178" y="42"/>
                    <a:pt x="178" y="42"/>
                    <a:pt x="178" y="42"/>
                  </a:cubicBezTo>
                  <a:cubicBezTo>
                    <a:pt x="178" y="43"/>
                    <a:pt x="178" y="44"/>
                    <a:pt x="178" y="45"/>
                  </a:cubicBezTo>
                  <a:cubicBezTo>
                    <a:pt x="178" y="48"/>
                    <a:pt x="175" y="48"/>
                    <a:pt x="172" y="51"/>
                  </a:cubicBezTo>
                  <a:cubicBezTo>
                    <a:pt x="168" y="53"/>
                    <a:pt x="170" y="58"/>
                    <a:pt x="167" y="59"/>
                  </a:cubicBezTo>
                  <a:cubicBezTo>
                    <a:pt x="164" y="60"/>
                    <a:pt x="162" y="68"/>
                    <a:pt x="162" y="72"/>
                  </a:cubicBezTo>
                  <a:cubicBezTo>
                    <a:pt x="162" y="77"/>
                    <a:pt x="164" y="80"/>
                    <a:pt x="169" y="85"/>
                  </a:cubicBezTo>
                  <a:cubicBezTo>
                    <a:pt x="173" y="91"/>
                    <a:pt x="175" y="97"/>
                    <a:pt x="171" y="99"/>
                  </a:cubicBezTo>
                  <a:cubicBezTo>
                    <a:pt x="167" y="101"/>
                    <a:pt x="168" y="102"/>
                    <a:pt x="163" y="107"/>
                  </a:cubicBezTo>
                  <a:cubicBezTo>
                    <a:pt x="158" y="112"/>
                    <a:pt x="154" y="112"/>
                    <a:pt x="152" y="109"/>
                  </a:cubicBezTo>
                  <a:cubicBezTo>
                    <a:pt x="150" y="106"/>
                    <a:pt x="146" y="108"/>
                    <a:pt x="144" y="108"/>
                  </a:cubicBezTo>
                  <a:cubicBezTo>
                    <a:pt x="142" y="108"/>
                    <a:pt x="136" y="108"/>
                    <a:pt x="135" y="106"/>
                  </a:cubicBezTo>
                  <a:cubicBezTo>
                    <a:pt x="133" y="104"/>
                    <a:pt x="128" y="106"/>
                    <a:pt x="126" y="109"/>
                  </a:cubicBezTo>
                  <a:cubicBezTo>
                    <a:pt x="123" y="111"/>
                    <a:pt x="119" y="109"/>
                    <a:pt x="114" y="108"/>
                  </a:cubicBezTo>
                  <a:cubicBezTo>
                    <a:pt x="110" y="108"/>
                    <a:pt x="103" y="104"/>
                    <a:pt x="101" y="101"/>
                  </a:cubicBezTo>
                  <a:cubicBezTo>
                    <a:pt x="100" y="98"/>
                    <a:pt x="100" y="94"/>
                    <a:pt x="99" y="92"/>
                  </a:cubicBezTo>
                  <a:cubicBezTo>
                    <a:pt x="99" y="91"/>
                    <a:pt x="90" y="92"/>
                    <a:pt x="88" y="91"/>
                  </a:cubicBezTo>
                  <a:cubicBezTo>
                    <a:pt x="87" y="90"/>
                    <a:pt x="82" y="92"/>
                    <a:pt x="80" y="92"/>
                  </a:cubicBezTo>
                  <a:cubicBezTo>
                    <a:pt x="79" y="92"/>
                    <a:pt x="71" y="90"/>
                    <a:pt x="69" y="88"/>
                  </a:cubicBezTo>
                  <a:cubicBezTo>
                    <a:pt x="66" y="85"/>
                    <a:pt x="65" y="87"/>
                    <a:pt x="61" y="87"/>
                  </a:cubicBezTo>
                  <a:cubicBezTo>
                    <a:pt x="58" y="87"/>
                    <a:pt x="57" y="90"/>
                    <a:pt x="55" y="90"/>
                  </a:cubicBezTo>
                  <a:cubicBezTo>
                    <a:pt x="53" y="90"/>
                    <a:pt x="48" y="92"/>
                    <a:pt x="47" y="94"/>
                  </a:cubicBezTo>
                  <a:cubicBezTo>
                    <a:pt x="45" y="96"/>
                    <a:pt x="44" y="97"/>
                    <a:pt x="41" y="97"/>
                  </a:cubicBezTo>
                  <a:cubicBezTo>
                    <a:pt x="38" y="98"/>
                    <a:pt x="37" y="101"/>
                    <a:pt x="34" y="102"/>
                  </a:cubicBezTo>
                  <a:cubicBezTo>
                    <a:pt x="32" y="103"/>
                    <a:pt x="27" y="105"/>
                    <a:pt x="24" y="107"/>
                  </a:cubicBezTo>
                  <a:cubicBezTo>
                    <a:pt x="22" y="108"/>
                    <a:pt x="20" y="112"/>
                    <a:pt x="16" y="112"/>
                  </a:cubicBezTo>
                  <a:cubicBezTo>
                    <a:pt x="15" y="112"/>
                    <a:pt x="14" y="113"/>
                    <a:pt x="13" y="114"/>
                  </a:cubicBezTo>
                  <a:cubicBezTo>
                    <a:pt x="11" y="112"/>
                    <a:pt x="11" y="112"/>
                    <a:pt x="11" y="11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14" y="101"/>
                    <a:pt x="14" y="101"/>
                    <a:pt x="14" y="101"/>
                  </a:cubicBezTo>
                  <a:cubicBezTo>
                    <a:pt x="14" y="96"/>
                    <a:pt x="14" y="96"/>
                    <a:pt x="14" y="96"/>
                  </a:cubicBezTo>
                  <a:cubicBezTo>
                    <a:pt x="2" y="83"/>
                    <a:pt x="2" y="83"/>
                    <a:pt x="2" y="83"/>
                  </a:cubicBezTo>
                  <a:cubicBezTo>
                    <a:pt x="0" y="67"/>
                    <a:pt x="0" y="67"/>
                    <a:pt x="0" y="67"/>
                  </a:cubicBezTo>
                  <a:close/>
                  <a:moveTo>
                    <a:pt x="13" y="119"/>
                  </a:moveTo>
                  <a:cubicBezTo>
                    <a:pt x="13" y="119"/>
                    <a:pt x="13" y="119"/>
                    <a:pt x="13" y="119"/>
                  </a:cubicBezTo>
                  <a:cubicBezTo>
                    <a:pt x="13" y="119"/>
                    <a:pt x="13" y="119"/>
                    <a:pt x="13" y="119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81" name="Freeform 87">
              <a:extLst>
                <a:ext uri="{FF2B5EF4-FFF2-40B4-BE49-F238E27FC236}">
                  <a16:creationId xmlns:a16="http://schemas.microsoft.com/office/drawing/2014/main" id="{AC397AC8-425F-F444-811D-591FC41F6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4110"/>
              <a:ext cx="219" cy="212"/>
            </a:xfrm>
            <a:custGeom>
              <a:avLst/>
              <a:gdLst>
                <a:gd name="T0" fmla="*/ 1 w 105"/>
                <a:gd name="T1" fmla="*/ 57 h 102"/>
                <a:gd name="T2" fmla="*/ 0 w 105"/>
                <a:gd name="T3" fmla="*/ 65 h 102"/>
                <a:gd name="T4" fmla="*/ 8 w 105"/>
                <a:gd name="T5" fmla="*/ 69 h 102"/>
                <a:gd name="T6" fmla="*/ 16 w 105"/>
                <a:gd name="T7" fmla="*/ 78 h 102"/>
                <a:gd name="T8" fmla="*/ 18 w 105"/>
                <a:gd name="T9" fmla="*/ 86 h 102"/>
                <a:gd name="T10" fmla="*/ 29 w 105"/>
                <a:gd name="T11" fmla="*/ 88 h 102"/>
                <a:gd name="T12" fmla="*/ 38 w 105"/>
                <a:gd name="T13" fmla="*/ 88 h 102"/>
                <a:gd name="T14" fmla="*/ 46 w 105"/>
                <a:gd name="T15" fmla="*/ 82 h 102"/>
                <a:gd name="T16" fmla="*/ 46 w 105"/>
                <a:gd name="T17" fmla="*/ 88 h 102"/>
                <a:gd name="T18" fmla="*/ 52 w 105"/>
                <a:gd name="T19" fmla="*/ 95 h 102"/>
                <a:gd name="T20" fmla="*/ 62 w 105"/>
                <a:gd name="T21" fmla="*/ 102 h 102"/>
                <a:gd name="T22" fmla="*/ 72 w 105"/>
                <a:gd name="T23" fmla="*/ 99 h 102"/>
                <a:gd name="T24" fmla="*/ 79 w 105"/>
                <a:gd name="T25" fmla="*/ 92 h 102"/>
                <a:gd name="T26" fmla="*/ 91 w 105"/>
                <a:gd name="T27" fmla="*/ 92 h 102"/>
                <a:gd name="T28" fmla="*/ 104 w 105"/>
                <a:gd name="T29" fmla="*/ 85 h 102"/>
                <a:gd name="T30" fmla="*/ 104 w 105"/>
                <a:gd name="T31" fmla="*/ 80 h 102"/>
                <a:gd name="T32" fmla="*/ 102 w 105"/>
                <a:gd name="T33" fmla="*/ 78 h 102"/>
                <a:gd name="T34" fmla="*/ 96 w 105"/>
                <a:gd name="T35" fmla="*/ 71 h 102"/>
                <a:gd name="T36" fmla="*/ 105 w 105"/>
                <a:gd name="T37" fmla="*/ 67 h 102"/>
                <a:gd name="T38" fmla="*/ 105 w 105"/>
                <a:gd name="T39" fmla="*/ 62 h 102"/>
                <a:gd name="T40" fmla="*/ 93 w 105"/>
                <a:gd name="T41" fmla="*/ 49 h 102"/>
                <a:gd name="T42" fmla="*/ 91 w 105"/>
                <a:gd name="T43" fmla="*/ 33 h 102"/>
                <a:gd name="T44" fmla="*/ 85 w 105"/>
                <a:gd name="T45" fmla="*/ 33 h 102"/>
                <a:gd name="T46" fmla="*/ 82 w 105"/>
                <a:gd name="T47" fmla="*/ 41 h 102"/>
                <a:gd name="T48" fmla="*/ 76 w 105"/>
                <a:gd name="T49" fmla="*/ 40 h 102"/>
                <a:gd name="T50" fmla="*/ 70 w 105"/>
                <a:gd name="T51" fmla="*/ 34 h 102"/>
                <a:gd name="T52" fmla="*/ 73 w 105"/>
                <a:gd name="T53" fmla="*/ 31 h 102"/>
                <a:gd name="T54" fmla="*/ 73 w 105"/>
                <a:gd name="T55" fmla="*/ 24 h 102"/>
                <a:gd name="T56" fmla="*/ 81 w 105"/>
                <a:gd name="T57" fmla="*/ 14 h 102"/>
                <a:gd name="T58" fmla="*/ 81 w 105"/>
                <a:gd name="T59" fmla="*/ 9 h 102"/>
                <a:gd name="T60" fmla="*/ 76 w 105"/>
                <a:gd name="T61" fmla="*/ 8 h 102"/>
                <a:gd name="T62" fmla="*/ 69 w 105"/>
                <a:gd name="T63" fmla="*/ 4 h 102"/>
                <a:gd name="T64" fmla="*/ 63 w 105"/>
                <a:gd name="T65" fmla="*/ 5 h 102"/>
                <a:gd name="T66" fmla="*/ 57 w 105"/>
                <a:gd name="T67" fmla="*/ 0 h 102"/>
                <a:gd name="T68" fmla="*/ 50 w 105"/>
                <a:gd name="T69" fmla="*/ 5 h 102"/>
                <a:gd name="T70" fmla="*/ 54 w 105"/>
                <a:gd name="T71" fmla="*/ 11 h 102"/>
                <a:gd name="T72" fmla="*/ 48 w 105"/>
                <a:gd name="T73" fmla="*/ 18 h 102"/>
                <a:gd name="T74" fmla="*/ 43 w 105"/>
                <a:gd name="T75" fmla="*/ 20 h 102"/>
                <a:gd name="T76" fmla="*/ 38 w 105"/>
                <a:gd name="T77" fmla="*/ 16 h 102"/>
                <a:gd name="T78" fmla="*/ 34 w 105"/>
                <a:gd name="T79" fmla="*/ 19 h 102"/>
                <a:gd name="T80" fmla="*/ 33 w 105"/>
                <a:gd name="T81" fmla="*/ 26 h 102"/>
                <a:gd name="T82" fmla="*/ 24 w 105"/>
                <a:gd name="T83" fmla="*/ 34 h 102"/>
                <a:gd name="T84" fmla="*/ 17 w 105"/>
                <a:gd name="T85" fmla="*/ 34 h 102"/>
                <a:gd name="T86" fmla="*/ 0 w 105"/>
                <a:gd name="T87" fmla="*/ 41 h 102"/>
                <a:gd name="T88" fmla="*/ 7 w 105"/>
                <a:gd name="T89" fmla="*/ 49 h 102"/>
                <a:gd name="T90" fmla="*/ 9 w 105"/>
                <a:gd name="T91" fmla="*/ 56 h 102"/>
                <a:gd name="T92" fmla="*/ 1 w 105"/>
                <a:gd name="T93" fmla="*/ 57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5" h="102">
                  <a:moveTo>
                    <a:pt x="1" y="57"/>
                  </a:moveTo>
                  <a:cubicBezTo>
                    <a:pt x="1" y="61"/>
                    <a:pt x="0" y="64"/>
                    <a:pt x="0" y="65"/>
                  </a:cubicBezTo>
                  <a:cubicBezTo>
                    <a:pt x="0" y="67"/>
                    <a:pt x="6" y="67"/>
                    <a:pt x="8" y="69"/>
                  </a:cubicBezTo>
                  <a:cubicBezTo>
                    <a:pt x="11" y="71"/>
                    <a:pt x="15" y="74"/>
                    <a:pt x="16" y="78"/>
                  </a:cubicBezTo>
                  <a:cubicBezTo>
                    <a:pt x="16" y="81"/>
                    <a:pt x="18" y="86"/>
                    <a:pt x="18" y="86"/>
                  </a:cubicBezTo>
                  <a:cubicBezTo>
                    <a:pt x="18" y="86"/>
                    <a:pt x="28" y="86"/>
                    <a:pt x="29" y="88"/>
                  </a:cubicBezTo>
                  <a:cubicBezTo>
                    <a:pt x="30" y="89"/>
                    <a:pt x="36" y="91"/>
                    <a:pt x="38" y="88"/>
                  </a:cubicBezTo>
                  <a:cubicBezTo>
                    <a:pt x="40" y="85"/>
                    <a:pt x="45" y="81"/>
                    <a:pt x="46" y="82"/>
                  </a:cubicBezTo>
                  <a:cubicBezTo>
                    <a:pt x="46" y="83"/>
                    <a:pt x="46" y="86"/>
                    <a:pt x="46" y="88"/>
                  </a:cubicBezTo>
                  <a:cubicBezTo>
                    <a:pt x="46" y="89"/>
                    <a:pt x="50" y="92"/>
                    <a:pt x="52" y="95"/>
                  </a:cubicBezTo>
                  <a:cubicBezTo>
                    <a:pt x="54" y="98"/>
                    <a:pt x="58" y="102"/>
                    <a:pt x="62" y="102"/>
                  </a:cubicBezTo>
                  <a:cubicBezTo>
                    <a:pt x="65" y="102"/>
                    <a:pt x="71" y="101"/>
                    <a:pt x="72" y="99"/>
                  </a:cubicBezTo>
                  <a:cubicBezTo>
                    <a:pt x="74" y="96"/>
                    <a:pt x="76" y="92"/>
                    <a:pt x="79" y="92"/>
                  </a:cubicBezTo>
                  <a:cubicBezTo>
                    <a:pt x="83" y="92"/>
                    <a:pt x="87" y="92"/>
                    <a:pt x="91" y="92"/>
                  </a:cubicBezTo>
                  <a:cubicBezTo>
                    <a:pt x="94" y="92"/>
                    <a:pt x="104" y="87"/>
                    <a:pt x="104" y="85"/>
                  </a:cubicBezTo>
                  <a:cubicBezTo>
                    <a:pt x="104" y="84"/>
                    <a:pt x="104" y="82"/>
                    <a:pt x="104" y="80"/>
                  </a:cubicBezTo>
                  <a:cubicBezTo>
                    <a:pt x="102" y="78"/>
                    <a:pt x="102" y="78"/>
                    <a:pt x="102" y="78"/>
                  </a:cubicBezTo>
                  <a:cubicBezTo>
                    <a:pt x="96" y="71"/>
                    <a:pt x="96" y="71"/>
                    <a:pt x="96" y="71"/>
                  </a:cubicBezTo>
                  <a:cubicBezTo>
                    <a:pt x="105" y="67"/>
                    <a:pt x="105" y="67"/>
                    <a:pt x="105" y="67"/>
                  </a:cubicBezTo>
                  <a:cubicBezTo>
                    <a:pt x="105" y="62"/>
                    <a:pt x="105" y="62"/>
                    <a:pt x="105" y="62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85" y="33"/>
                    <a:pt x="85" y="33"/>
                    <a:pt x="85" y="33"/>
                  </a:cubicBezTo>
                  <a:cubicBezTo>
                    <a:pt x="82" y="41"/>
                    <a:pt x="82" y="41"/>
                    <a:pt x="82" y="41"/>
                  </a:cubicBezTo>
                  <a:cubicBezTo>
                    <a:pt x="76" y="40"/>
                    <a:pt x="76" y="40"/>
                    <a:pt x="76" y="40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3" y="31"/>
                    <a:pt x="73" y="31"/>
                    <a:pt x="73" y="31"/>
                  </a:cubicBezTo>
                  <a:cubicBezTo>
                    <a:pt x="73" y="24"/>
                    <a:pt x="73" y="24"/>
                    <a:pt x="73" y="24"/>
                  </a:cubicBezTo>
                  <a:cubicBezTo>
                    <a:pt x="81" y="14"/>
                    <a:pt x="81" y="14"/>
                    <a:pt x="81" y="14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69" y="4"/>
                    <a:pt x="69" y="4"/>
                    <a:pt x="69" y="4"/>
                  </a:cubicBezTo>
                  <a:cubicBezTo>
                    <a:pt x="63" y="5"/>
                    <a:pt x="63" y="5"/>
                    <a:pt x="63" y="5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3" y="20"/>
                    <a:pt x="43" y="20"/>
                    <a:pt x="43" y="20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9" y="56"/>
                    <a:pt x="9" y="56"/>
                    <a:pt x="9" y="56"/>
                  </a:cubicBezTo>
                  <a:lnTo>
                    <a:pt x="1" y="57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82" name="Freeform 88">
              <a:extLst>
                <a:ext uri="{FF2B5EF4-FFF2-40B4-BE49-F238E27FC236}">
                  <a16:creationId xmlns:a16="http://schemas.microsoft.com/office/drawing/2014/main" id="{5F20A160-F076-E449-BBF9-379B67CA6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3941"/>
              <a:ext cx="152" cy="254"/>
            </a:xfrm>
            <a:custGeom>
              <a:avLst/>
              <a:gdLst>
                <a:gd name="T0" fmla="*/ 42 w 152"/>
                <a:gd name="T1" fmla="*/ 0 h 254"/>
                <a:gd name="T2" fmla="*/ 58 w 152"/>
                <a:gd name="T3" fmla="*/ 29 h 254"/>
                <a:gd name="T4" fmla="*/ 71 w 152"/>
                <a:gd name="T5" fmla="*/ 29 h 254"/>
                <a:gd name="T6" fmla="*/ 79 w 152"/>
                <a:gd name="T7" fmla="*/ 23 h 254"/>
                <a:gd name="T8" fmla="*/ 106 w 152"/>
                <a:gd name="T9" fmla="*/ 29 h 254"/>
                <a:gd name="T10" fmla="*/ 115 w 152"/>
                <a:gd name="T11" fmla="*/ 25 h 254"/>
                <a:gd name="T12" fmla="*/ 121 w 152"/>
                <a:gd name="T13" fmla="*/ 35 h 254"/>
                <a:gd name="T14" fmla="*/ 115 w 152"/>
                <a:gd name="T15" fmla="*/ 48 h 254"/>
                <a:gd name="T16" fmla="*/ 129 w 152"/>
                <a:gd name="T17" fmla="*/ 62 h 254"/>
                <a:gd name="T18" fmla="*/ 129 w 152"/>
                <a:gd name="T19" fmla="*/ 81 h 254"/>
                <a:gd name="T20" fmla="*/ 148 w 152"/>
                <a:gd name="T21" fmla="*/ 96 h 254"/>
                <a:gd name="T22" fmla="*/ 146 w 152"/>
                <a:gd name="T23" fmla="*/ 114 h 254"/>
                <a:gd name="T24" fmla="*/ 152 w 152"/>
                <a:gd name="T25" fmla="*/ 127 h 254"/>
                <a:gd name="T26" fmla="*/ 133 w 152"/>
                <a:gd name="T27" fmla="*/ 144 h 254"/>
                <a:gd name="T28" fmla="*/ 135 w 152"/>
                <a:gd name="T29" fmla="*/ 154 h 254"/>
                <a:gd name="T30" fmla="*/ 110 w 152"/>
                <a:gd name="T31" fmla="*/ 177 h 254"/>
                <a:gd name="T32" fmla="*/ 100 w 152"/>
                <a:gd name="T33" fmla="*/ 206 h 254"/>
                <a:gd name="T34" fmla="*/ 87 w 152"/>
                <a:gd name="T35" fmla="*/ 208 h 254"/>
                <a:gd name="T36" fmla="*/ 87 w 152"/>
                <a:gd name="T37" fmla="*/ 227 h 254"/>
                <a:gd name="T38" fmla="*/ 71 w 152"/>
                <a:gd name="T39" fmla="*/ 239 h 254"/>
                <a:gd name="T40" fmla="*/ 44 w 152"/>
                <a:gd name="T41" fmla="*/ 237 h 254"/>
                <a:gd name="T42" fmla="*/ 31 w 152"/>
                <a:gd name="T43" fmla="*/ 237 h 254"/>
                <a:gd name="T44" fmla="*/ 25 w 152"/>
                <a:gd name="T45" fmla="*/ 254 h 254"/>
                <a:gd name="T46" fmla="*/ 12 w 152"/>
                <a:gd name="T47" fmla="*/ 252 h 254"/>
                <a:gd name="T48" fmla="*/ 0 w 152"/>
                <a:gd name="T49" fmla="*/ 239 h 254"/>
                <a:gd name="T50" fmla="*/ 6 w 152"/>
                <a:gd name="T51" fmla="*/ 233 h 254"/>
                <a:gd name="T52" fmla="*/ 6 w 152"/>
                <a:gd name="T53" fmla="*/ 219 h 254"/>
                <a:gd name="T54" fmla="*/ 23 w 152"/>
                <a:gd name="T55" fmla="*/ 198 h 254"/>
                <a:gd name="T56" fmla="*/ 33 w 152"/>
                <a:gd name="T57" fmla="*/ 202 h 254"/>
                <a:gd name="T58" fmla="*/ 33 w 152"/>
                <a:gd name="T59" fmla="*/ 185 h 254"/>
                <a:gd name="T60" fmla="*/ 54 w 152"/>
                <a:gd name="T61" fmla="*/ 169 h 254"/>
                <a:gd name="T62" fmla="*/ 44 w 152"/>
                <a:gd name="T63" fmla="*/ 152 h 254"/>
                <a:gd name="T64" fmla="*/ 50 w 152"/>
                <a:gd name="T65" fmla="*/ 137 h 254"/>
                <a:gd name="T66" fmla="*/ 35 w 152"/>
                <a:gd name="T67" fmla="*/ 123 h 254"/>
                <a:gd name="T68" fmla="*/ 50 w 152"/>
                <a:gd name="T69" fmla="*/ 104 h 254"/>
                <a:gd name="T70" fmla="*/ 50 w 152"/>
                <a:gd name="T71" fmla="*/ 81 h 254"/>
                <a:gd name="T72" fmla="*/ 58 w 152"/>
                <a:gd name="T73" fmla="*/ 71 h 254"/>
                <a:gd name="T74" fmla="*/ 42 w 152"/>
                <a:gd name="T75" fmla="*/ 69 h 254"/>
                <a:gd name="T76" fmla="*/ 29 w 152"/>
                <a:gd name="T77" fmla="*/ 73 h 254"/>
                <a:gd name="T78" fmla="*/ 23 w 152"/>
                <a:gd name="T79" fmla="*/ 69 h 254"/>
                <a:gd name="T80" fmla="*/ 37 w 152"/>
                <a:gd name="T81" fmla="*/ 58 h 254"/>
                <a:gd name="T82" fmla="*/ 37 w 152"/>
                <a:gd name="T83" fmla="*/ 33 h 254"/>
                <a:gd name="T84" fmla="*/ 29 w 152"/>
                <a:gd name="T85" fmla="*/ 8 h 254"/>
                <a:gd name="T86" fmla="*/ 42 w 152"/>
                <a:gd name="T87" fmla="*/ 0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2" h="254">
                  <a:moveTo>
                    <a:pt x="42" y="0"/>
                  </a:moveTo>
                  <a:lnTo>
                    <a:pt x="58" y="29"/>
                  </a:lnTo>
                  <a:lnTo>
                    <a:pt x="71" y="29"/>
                  </a:lnTo>
                  <a:lnTo>
                    <a:pt x="79" y="23"/>
                  </a:lnTo>
                  <a:lnTo>
                    <a:pt x="106" y="29"/>
                  </a:lnTo>
                  <a:lnTo>
                    <a:pt x="115" y="25"/>
                  </a:lnTo>
                  <a:lnTo>
                    <a:pt x="121" y="35"/>
                  </a:lnTo>
                  <a:lnTo>
                    <a:pt x="115" y="48"/>
                  </a:lnTo>
                  <a:lnTo>
                    <a:pt x="129" y="62"/>
                  </a:lnTo>
                  <a:lnTo>
                    <a:pt x="129" y="81"/>
                  </a:lnTo>
                  <a:lnTo>
                    <a:pt x="148" y="96"/>
                  </a:lnTo>
                  <a:lnTo>
                    <a:pt x="146" y="114"/>
                  </a:lnTo>
                  <a:lnTo>
                    <a:pt x="152" y="127"/>
                  </a:lnTo>
                  <a:lnTo>
                    <a:pt x="133" y="144"/>
                  </a:lnTo>
                  <a:lnTo>
                    <a:pt x="135" y="154"/>
                  </a:lnTo>
                  <a:lnTo>
                    <a:pt x="110" y="177"/>
                  </a:lnTo>
                  <a:lnTo>
                    <a:pt x="100" y="206"/>
                  </a:lnTo>
                  <a:lnTo>
                    <a:pt x="87" y="208"/>
                  </a:lnTo>
                  <a:lnTo>
                    <a:pt x="87" y="227"/>
                  </a:lnTo>
                  <a:lnTo>
                    <a:pt x="71" y="239"/>
                  </a:lnTo>
                  <a:lnTo>
                    <a:pt x="44" y="237"/>
                  </a:lnTo>
                  <a:lnTo>
                    <a:pt x="31" y="237"/>
                  </a:lnTo>
                  <a:lnTo>
                    <a:pt x="25" y="254"/>
                  </a:lnTo>
                  <a:lnTo>
                    <a:pt x="12" y="252"/>
                  </a:lnTo>
                  <a:lnTo>
                    <a:pt x="0" y="239"/>
                  </a:lnTo>
                  <a:lnTo>
                    <a:pt x="6" y="233"/>
                  </a:lnTo>
                  <a:lnTo>
                    <a:pt x="6" y="219"/>
                  </a:lnTo>
                  <a:lnTo>
                    <a:pt x="23" y="198"/>
                  </a:lnTo>
                  <a:lnTo>
                    <a:pt x="33" y="202"/>
                  </a:lnTo>
                  <a:lnTo>
                    <a:pt x="33" y="185"/>
                  </a:lnTo>
                  <a:lnTo>
                    <a:pt x="54" y="169"/>
                  </a:lnTo>
                  <a:lnTo>
                    <a:pt x="44" y="152"/>
                  </a:lnTo>
                  <a:lnTo>
                    <a:pt x="50" y="137"/>
                  </a:lnTo>
                  <a:lnTo>
                    <a:pt x="35" y="123"/>
                  </a:lnTo>
                  <a:lnTo>
                    <a:pt x="50" y="104"/>
                  </a:lnTo>
                  <a:lnTo>
                    <a:pt x="50" y="81"/>
                  </a:lnTo>
                  <a:lnTo>
                    <a:pt x="58" y="71"/>
                  </a:lnTo>
                  <a:lnTo>
                    <a:pt x="42" y="69"/>
                  </a:lnTo>
                  <a:lnTo>
                    <a:pt x="29" y="73"/>
                  </a:lnTo>
                  <a:lnTo>
                    <a:pt x="23" y="69"/>
                  </a:lnTo>
                  <a:lnTo>
                    <a:pt x="37" y="58"/>
                  </a:lnTo>
                  <a:lnTo>
                    <a:pt x="37" y="33"/>
                  </a:lnTo>
                  <a:lnTo>
                    <a:pt x="29" y="8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83" name="Freeform 89">
              <a:extLst>
                <a:ext uri="{FF2B5EF4-FFF2-40B4-BE49-F238E27FC236}">
                  <a16:creationId xmlns:a16="http://schemas.microsoft.com/office/drawing/2014/main" id="{8AD05BFF-8E39-A143-AC27-7A797EBCC5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03" y="1755"/>
              <a:ext cx="598" cy="756"/>
            </a:xfrm>
            <a:custGeom>
              <a:avLst/>
              <a:gdLst>
                <a:gd name="T0" fmla="*/ 7 w 287"/>
                <a:gd name="T1" fmla="*/ 247 h 363"/>
                <a:gd name="T2" fmla="*/ 23 w 287"/>
                <a:gd name="T3" fmla="*/ 214 h 363"/>
                <a:gd name="T4" fmla="*/ 38 w 287"/>
                <a:gd name="T5" fmla="*/ 203 h 363"/>
                <a:gd name="T6" fmla="*/ 42 w 287"/>
                <a:gd name="T7" fmla="*/ 213 h 363"/>
                <a:gd name="T8" fmla="*/ 54 w 287"/>
                <a:gd name="T9" fmla="*/ 191 h 363"/>
                <a:gd name="T10" fmla="*/ 27 w 287"/>
                <a:gd name="T11" fmla="*/ 181 h 363"/>
                <a:gd name="T12" fmla="*/ 47 w 287"/>
                <a:gd name="T13" fmla="*/ 153 h 363"/>
                <a:gd name="T14" fmla="*/ 76 w 287"/>
                <a:gd name="T15" fmla="*/ 114 h 363"/>
                <a:gd name="T16" fmla="*/ 117 w 287"/>
                <a:gd name="T17" fmla="*/ 85 h 363"/>
                <a:gd name="T18" fmla="*/ 155 w 287"/>
                <a:gd name="T19" fmla="*/ 58 h 363"/>
                <a:gd name="T20" fmla="*/ 179 w 287"/>
                <a:gd name="T21" fmla="*/ 61 h 363"/>
                <a:gd name="T22" fmla="*/ 168 w 287"/>
                <a:gd name="T23" fmla="*/ 53 h 363"/>
                <a:gd name="T24" fmla="*/ 172 w 287"/>
                <a:gd name="T25" fmla="*/ 34 h 363"/>
                <a:gd name="T26" fmla="*/ 205 w 287"/>
                <a:gd name="T27" fmla="*/ 2 h 363"/>
                <a:gd name="T28" fmla="*/ 218 w 287"/>
                <a:gd name="T29" fmla="*/ 18 h 363"/>
                <a:gd name="T30" fmla="*/ 224 w 287"/>
                <a:gd name="T31" fmla="*/ 39 h 363"/>
                <a:gd name="T32" fmla="*/ 247 w 287"/>
                <a:gd name="T33" fmla="*/ 45 h 363"/>
                <a:gd name="T34" fmla="*/ 246 w 287"/>
                <a:gd name="T35" fmla="*/ 64 h 363"/>
                <a:gd name="T36" fmla="*/ 226 w 287"/>
                <a:gd name="T37" fmla="*/ 84 h 363"/>
                <a:gd name="T38" fmla="*/ 204 w 287"/>
                <a:gd name="T39" fmla="*/ 107 h 363"/>
                <a:gd name="T40" fmla="*/ 184 w 287"/>
                <a:gd name="T41" fmla="*/ 113 h 363"/>
                <a:gd name="T42" fmla="*/ 187 w 287"/>
                <a:gd name="T43" fmla="*/ 124 h 363"/>
                <a:gd name="T44" fmla="*/ 209 w 287"/>
                <a:gd name="T45" fmla="*/ 135 h 363"/>
                <a:gd name="T46" fmla="*/ 212 w 287"/>
                <a:gd name="T47" fmla="*/ 161 h 363"/>
                <a:gd name="T48" fmla="*/ 202 w 287"/>
                <a:gd name="T49" fmla="*/ 179 h 363"/>
                <a:gd name="T50" fmla="*/ 220 w 287"/>
                <a:gd name="T51" fmla="*/ 168 h 363"/>
                <a:gd name="T52" fmla="*/ 246 w 287"/>
                <a:gd name="T53" fmla="*/ 163 h 363"/>
                <a:gd name="T54" fmla="*/ 272 w 287"/>
                <a:gd name="T55" fmla="*/ 159 h 363"/>
                <a:gd name="T56" fmla="*/ 264 w 287"/>
                <a:gd name="T57" fmla="*/ 191 h 363"/>
                <a:gd name="T58" fmla="*/ 275 w 287"/>
                <a:gd name="T59" fmla="*/ 228 h 363"/>
                <a:gd name="T60" fmla="*/ 264 w 287"/>
                <a:gd name="T61" fmla="*/ 239 h 363"/>
                <a:gd name="T62" fmla="*/ 251 w 287"/>
                <a:gd name="T63" fmla="*/ 254 h 363"/>
                <a:gd name="T64" fmla="*/ 241 w 287"/>
                <a:gd name="T65" fmla="*/ 284 h 363"/>
                <a:gd name="T66" fmla="*/ 224 w 287"/>
                <a:gd name="T67" fmla="*/ 289 h 363"/>
                <a:gd name="T68" fmla="*/ 207 w 287"/>
                <a:gd name="T69" fmla="*/ 289 h 363"/>
                <a:gd name="T70" fmla="*/ 178 w 287"/>
                <a:gd name="T71" fmla="*/ 280 h 363"/>
                <a:gd name="T72" fmla="*/ 161 w 287"/>
                <a:gd name="T73" fmla="*/ 298 h 363"/>
                <a:gd name="T74" fmla="*/ 144 w 287"/>
                <a:gd name="T75" fmla="*/ 312 h 363"/>
                <a:gd name="T76" fmla="*/ 136 w 287"/>
                <a:gd name="T77" fmla="*/ 326 h 363"/>
                <a:gd name="T78" fmla="*/ 124 w 287"/>
                <a:gd name="T79" fmla="*/ 349 h 363"/>
                <a:gd name="T80" fmla="*/ 91 w 287"/>
                <a:gd name="T81" fmla="*/ 357 h 363"/>
                <a:gd name="T82" fmla="*/ 70 w 287"/>
                <a:gd name="T83" fmla="*/ 352 h 363"/>
                <a:gd name="T84" fmla="*/ 59 w 287"/>
                <a:gd name="T85" fmla="*/ 354 h 363"/>
                <a:gd name="T86" fmla="*/ 26 w 287"/>
                <a:gd name="T87" fmla="*/ 346 h 363"/>
                <a:gd name="T88" fmla="*/ 20 w 287"/>
                <a:gd name="T89" fmla="*/ 322 h 363"/>
                <a:gd name="T90" fmla="*/ 26 w 287"/>
                <a:gd name="T91" fmla="*/ 301 h 363"/>
                <a:gd name="T92" fmla="*/ 25 w 287"/>
                <a:gd name="T93" fmla="*/ 278 h 363"/>
                <a:gd name="T94" fmla="*/ 30 w 287"/>
                <a:gd name="T95" fmla="*/ 60 h 363"/>
                <a:gd name="T96" fmla="*/ 30 w 287"/>
                <a:gd name="T97" fmla="*/ 95 h 363"/>
                <a:gd name="T98" fmla="*/ 40 w 287"/>
                <a:gd name="T99" fmla="*/ 64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7" h="363">
                  <a:moveTo>
                    <a:pt x="0" y="264"/>
                  </a:moveTo>
                  <a:cubicBezTo>
                    <a:pt x="0" y="263"/>
                    <a:pt x="1" y="263"/>
                    <a:pt x="1" y="262"/>
                  </a:cubicBezTo>
                  <a:cubicBezTo>
                    <a:pt x="4" y="255"/>
                    <a:pt x="5" y="250"/>
                    <a:pt x="7" y="247"/>
                  </a:cubicBezTo>
                  <a:cubicBezTo>
                    <a:pt x="9" y="245"/>
                    <a:pt x="14" y="244"/>
                    <a:pt x="17" y="240"/>
                  </a:cubicBezTo>
                  <a:cubicBezTo>
                    <a:pt x="21" y="235"/>
                    <a:pt x="26" y="231"/>
                    <a:pt x="26" y="227"/>
                  </a:cubicBezTo>
                  <a:cubicBezTo>
                    <a:pt x="27" y="223"/>
                    <a:pt x="25" y="216"/>
                    <a:pt x="23" y="214"/>
                  </a:cubicBezTo>
                  <a:cubicBezTo>
                    <a:pt x="20" y="212"/>
                    <a:pt x="20" y="207"/>
                    <a:pt x="20" y="206"/>
                  </a:cubicBezTo>
                  <a:cubicBezTo>
                    <a:pt x="21" y="204"/>
                    <a:pt x="28" y="197"/>
                    <a:pt x="30" y="197"/>
                  </a:cubicBezTo>
                  <a:cubicBezTo>
                    <a:pt x="31" y="196"/>
                    <a:pt x="38" y="202"/>
                    <a:pt x="38" y="203"/>
                  </a:cubicBezTo>
                  <a:cubicBezTo>
                    <a:pt x="37" y="205"/>
                    <a:pt x="32" y="208"/>
                    <a:pt x="31" y="211"/>
                  </a:cubicBezTo>
                  <a:cubicBezTo>
                    <a:pt x="29" y="213"/>
                    <a:pt x="34" y="213"/>
                    <a:pt x="36" y="214"/>
                  </a:cubicBezTo>
                  <a:cubicBezTo>
                    <a:pt x="38" y="215"/>
                    <a:pt x="39" y="215"/>
                    <a:pt x="42" y="213"/>
                  </a:cubicBezTo>
                  <a:cubicBezTo>
                    <a:pt x="46" y="210"/>
                    <a:pt x="48" y="206"/>
                    <a:pt x="51" y="207"/>
                  </a:cubicBezTo>
                  <a:cubicBezTo>
                    <a:pt x="54" y="208"/>
                    <a:pt x="59" y="207"/>
                    <a:pt x="61" y="203"/>
                  </a:cubicBezTo>
                  <a:cubicBezTo>
                    <a:pt x="62" y="200"/>
                    <a:pt x="61" y="192"/>
                    <a:pt x="54" y="191"/>
                  </a:cubicBezTo>
                  <a:cubicBezTo>
                    <a:pt x="47" y="189"/>
                    <a:pt x="42" y="191"/>
                    <a:pt x="40" y="192"/>
                  </a:cubicBezTo>
                  <a:cubicBezTo>
                    <a:pt x="39" y="193"/>
                    <a:pt x="37" y="191"/>
                    <a:pt x="35" y="188"/>
                  </a:cubicBezTo>
                  <a:cubicBezTo>
                    <a:pt x="32" y="185"/>
                    <a:pt x="27" y="182"/>
                    <a:pt x="27" y="181"/>
                  </a:cubicBezTo>
                  <a:cubicBezTo>
                    <a:pt x="27" y="180"/>
                    <a:pt x="29" y="177"/>
                    <a:pt x="33" y="174"/>
                  </a:cubicBezTo>
                  <a:cubicBezTo>
                    <a:pt x="37" y="170"/>
                    <a:pt x="42" y="162"/>
                    <a:pt x="44" y="161"/>
                  </a:cubicBezTo>
                  <a:cubicBezTo>
                    <a:pt x="47" y="161"/>
                    <a:pt x="46" y="156"/>
                    <a:pt x="47" y="153"/>
                  </a:cubicBezTo>
                  <a:cubicBezTo>
                    <a:pt x="49" y="151"/>
                    <a:pt x="54" y="143"/>
                    <a:pt x="54" y="139"/>
                  </a:cubicBezTo>
                  <a:cubicBezTo>
                    <a:pt x="53" y="135"/>
                    <a:pt x="53" y="134"/>
                    <a:pt x="60" y="130"/>
                  </a:cubicBezTo>
                  <a:cubicBezTo>
                    <a:pt x="66" y="125"/>
                    <a:pt x="75" y="118"/>
                    <a:pt x="76" y="114"/>
                  </a:cubicBezTo>
                  <a:cubicBezTo>
                    <a:pt x="77" y="111"/>
                    <a:pt x="84" y="105"/>
                    <a:pt x="89" y="101"/>
                  </a:cubicBezTo>
                  <a:cubicBezTo>
                    <a:pt x="95" y="98"/>
                    <a:pt x="98" y="99"/>
                    <a:pt x="102" y="94"/>
                  </a:cubicBezTo>
                  <a:cubicBezTo>
                    <a:pt x="106" y="89"/>
                    <a:pt x="115" y="87"/>
                    <a:pt x="117" y="85"/>
                  </a:cubicBezTo>
                  <a:cubicBezTo>
                    <a:pt x="120" y="83"/>
                    <a:pt x="129" y="76"/>
                    <a:pt x="131" y="73"/>
                  </a:cubicBezTo>
                  <a:cubicBezTo>
                    <a:pt x="133" y="71"/>
                    <a:pt x="143" y="64"/>
                    <a:pt x="146" y="61"/>
                  </a:cubicBezTo>
                  <a:cubicBezTo>
                    <a:pt x="148" y="59"/>
                    <a:pt x="152" y="60"/>
                    <a:pt x="155" y="58"/>
                  </a:cubicBezTo>
                  <a:cubicBezTo>
                    <a:pt x="157" y="56"/>
                    <a:pt x="160" y="56"/>
                    <a:pt x="161" y="57"/>
                  </a:cubicBezTo>
                  <a:cubicBezTo>
                    <a:pt x="162" y="59"/>
                    <a:pt x="167" y="60"/>
                    <a:pt x="170" y="59"/>
                  </a:cubicBezTo>
                  <a:cubicBezTo>
                    <a:pt x="173" y="58"/>
                    <a:pt x="178" y="61"/>
                    <a:pt x="179" y="61"/>
                  </a:cubicBezTo>
                  <a:cubicBezTo>
                    <a:pt x="180" y="60"/>
                    <a:pt x="188" y="55"/>
                    <a:pt x="184" y="54"/>
                  </a:cubicBezTo>
                  <a:cubicBezTo>
                    <a:pt x="181" y="53"/>
                    <a:pt x="180" y="51"/>
                    <a:pt x="176" y="53"/>
                  </a:cubicBezTo>
                  <a:cubicBezTo>
                    <a:pt x="172" y="54"/>
                    <a:pt x="170" y="52"/>
                    <a:pt x="168" y="53"/>
                  </a:cubicBezTo>
                  <a:cubicBezTo>
                    <a:pt x="165" y="53"/>
                    <a:pt x="166" y="49"/>
                    <a:pt x="168" y="46"/>
                  </a:cubicBezTo>
                  <a:cubicBezTo>
                    <a:pt x="170" y="43"/>
                    <a:pt x="172" y="45"/>
                    <a:pt x="173" y="41"/>
                  </a:cubicBezTo>
                  <a:cubicBezTo>
                    <a:pt x="174" y="38"/>
                    <a:pt x="173" y="36"/>
                    <a:pt x="172" y="34"/>
                  </a:cubicBezTo>
                  <a:cubicBezTo>
                    <a:pt x="171" y="33"/>
                    <a:pt x="173" y="28"/>
                    <a:pt x="175" y="25"/>
                  </a:cubicBezTo>
                  <a:cubicBezTo>
                    <a:pt x="177" y="22"/>
                    <a:pt x="181" y="23"/>
                    <a:pt x="184" y="21"/>
                  </a:cubicBezTo>
                  <a:cubicBezTo>
                    <a:pt x="187" y="18"/>
                    <a:pt x="203" y="4"/>
                    <a:pt x="205" y="2"/>
                  </a:cubicBezTo>
                  <a:cubicBezTo>
                    <a:pt x="207" y="0"/>
                    <a:pt x="209" y="4"/>
                    <a:pt x="208" y="7"/>
                  </a:cubicBezTo>
                  <a:cubicBezTo>
                    <a:pt x="208" y="9"/>
                    <a:pt x="210" y="13"/>
                    <a:pt x="212" y="13"/>
                  </a:cubicBezTo>
                  <a:cubicBezTo>
                    <a:pt x="215" y="14"/>
                    <a:pt x="218" y="16"/>
                    <a:pt x="218" y="18"/>
                  </a:cubicBezTo>
                  <a:cubicBezTo>
                    <a:pt x="218" y="20"/>
                    <a:pt x="216" y="24"/>
                    <a:pt x="218" y="26"/>
                  </a:cubicBezTo>
                  <a:cubicBezTo>
                    <a:pt x="219" y="28"/>
                    <a:pt x="220" y="34"/>
                    <a:pt x="219" y="35"/>
                  </a:cubicBezTo>
                  <a:cubicBezTo>
                    <a:pt x="217" y="37"/>
                    <a:pt x="219" y="41"/>
                    <a:pt x="224" y="39"/>
                  </a:cubicBezTo>
                  <a:cubicBezTo>
                    <a:pt x="229" y="37"/>
                    <a:pt x="236" y="42"/>
                    <a:pt x="236" y="45"/>
                  </a:cubicBezTo>
                  <a:cubicBezTo>
                    <a:pt x="236" y="48"/>
                    <a:pt x="238" y="51"/>
                    <a:pt x="241" y="48"/>
                  </a:cubicBezTo>
                  <a:cubicBezTo>
                    <a:pt x="244" y="46"/>
                    <a:pt x="246" y="44"/>
                    <a:pt x="247" y="45"/>
                  </a:cubicBezTo>
                  <a:cubicBezTo>
                    <a:pt x="248" y="47"/>
                    <a:pt x="247" y="50"/>
                    <a:pt x="248" y="52"/>
                  </a:cubicBezTo>
                  <a:cubicBezTo>
                    <a:pt x="248" y="54"/>
                    <a:pt x="252" y="56"/>
                    <a:pt x="251" y="58"/>
                  </a:cubicBezTo>
                  <a:cubicBezTo>
                    <a:pt x="250" y="60"/>
                    <a:pt x="250" y="61"/>
                    <a:pt x="246" y="64"/>
                  </a:cubicBezTo>
                  <a:cubicBezTo>
                    <a:pt x="242" y="67"/>
                    <a:pt x="240" y="67"/>
                    <a:pt x="238" y="70"/>
                  </a:cubicBezTo>
                  <a:cubicBezTo>
                    <a:pt x="235" y="73"/>
                    <a:pt x="232" y="76"/>
                    <a:pt x="230" y="79"/>
                  </a:cubicBezTo>
                  <a:cubicBezTo>
                    <a:pt x="229" y="82"/>
                    <a:pt x="229" y="84"/>
                    <a:pt x="226" y="84"/>
                  </a:cubicBezTo>
                  <a:cubicBezTo>
                    <a:pt x="224" y="85"/>
                    <a:pt x="211" y="81"/>
                    <a:pt x="209" y="85"/>
                  </a:cubicBezTo>
                  <a:cubicBezTo>
                    <a:pt x="206" y="89"/>
                    <a:pt x="201" y="94"/>
                    <a:pt x="203" y="98"/>
                  </a:cubicBezTo>
                  <a:cubicBezTo>
                    <a:pt x="204" y="102"/>
                    <a:pt x="204" y="104"/>
                    <a:pt x="204" y="107"/>
                  </a:cubicBezTo>
                  <a:cubicBezTo>
                    <a:pt x="203" y="111"/>
                    <a:pt x="201" y="114"/>
                    <a:pt x="198" y="113"/>
                  </a:cubicBezTo>
                  <a:cubicBezTo>
                    <a:pt x="196" y="112"/>
                    <a:pt x="193" y="113"/>
                    <a:pt x="192" y="114"/>
                  </a:cubicBezTo>
                  <a:cubicBezTo>
                    <a:pt x="190" y="114"/>
                    <a:pt x="185" y="115"/>
                    <a:pt x="184" y="113"/>
                  </a:cubicBezTo>
                  <a:cubicBezTo>
                    <a:pt x="182" y="112"/>
                    <a:pt x="179" y="111"/>
                    <a:pt x="178" y="113"/>
                  </a:cubicBezTo>
                  <a:cubicBezTo>
                    <a:pt x="177" y="114"/>
                    <a:pt x="180" y="118"/>
                    <a:pt x="180" y="121"/>
                  </a:cubicBezTo>
                  <a:cubicBezTo>
                    <a:pt x="180" y="124"/>
                    <a:pt x="183" y="125"/>
                    <a:pt x="187" y="124"/>
                  </a:cubicBezTo>
                  <a:cubicBezTo>
                    <a:pt x="191" y="123"/>
                    <a:pt x="191" y="120"/>
                    <a:pt x="195" y="122"/>
                  </a:cubicBezTo>
                  <a:cubicBezTo>
                    <a:pt x="198" y="124"/>
                    <a:pt x="200" y="124"/>
                    <a:pt x="204" y="127"/>
                  </a:cubicBezTo>
                  <a:cubicBezTo>
                    <a:pt x="207" y="130"/>
                    <a:pt x="208" y="129"/>
                    <a:pt x="209" y="135"/>
                  </a:cubicBezTo>
                  <a:cubicBezTo>
                    <a:pt x="210" y="141"/>
                    <a:pt x="213" y="139"/>
                    <a:pt x="214" y="145"/>
                  </a:cubicBezTo>
                  <a:cubicBezTo>
                    <a:pt x="216" y="151"/>
                    <a:pt x="216" y="150"/>
                    <a:pt x="216" y="154"/>
                  </a:cubicBezTo>
                  <a:cubicBezTo>
                    <a:pt x="216" y="158"/>
                    <a:pt x="214" y="159"/>
                    <a:pt x="212" y="161"/>
                  </a:cubicBezTo>
                  <a:cubicBezTo>
                    <a:pt x="210" y="163"/>
                    <a:pt x="210" y="165"/>
                    <a:pt x="207" y="167"/>
                  </a:cubicBezTo>
                  <a:cubicBezTo>
                    <a:pt x="203" y="169"/>
                    <a:pt x="199" y="171"/>
                    <a:pt x="199" y="174"/>
                  </a:cubicBezTo>
                  <a:cubicBezTo>
                    <a:pt x="198" y="177"/>
                    <a:pt x="203" y="178"/>
                    <a:pt x="202" y="179"/>
                  </a:cubicBezTo>
                  <a:cubicBezTo>
                    <a:pt x="200" y="181"/>
                    <a:pt x="207" y="179"/>
                    <a:pt x="205" y="176"/>
                  </a:cubicBezTo>
                  <a:cubicBezTo>
                    <a:pt x="203" y="172"/>
                    <a:pt x="207" y="169"/>
                    <a:pt x="208" y="169"/>
                  </a:cubicBezTo>
                  <a:cubicBezTo>
                    <a:pt x="209" y="169"/>
                    <a:pt x="219" y="171"/>
                    <a:pt x="220" y="168"/>
                  </a:cubicBezTo>
                  <a:cubicBezTo>
                    <a:pt x="222" y="164"/>
                    <a:pt x="221" y="159"/>
                    <a:pt x="227" y="161"/>
                  </a:cubicBezTo>
                  <a:cubicBezTo>
                    <a:pt x="233" y="162"/>
                    <a:pt x="230" y="161"/>
                    <a:pt x="234" y="160"/>
                  </a:cubicBezTo>
                  <a:cubicBezTo>
                    <a:pt x="238" y="160"/>
                    <a:pt x="243" y="161"/>
                    <a:pt x="246" y="163"/>
                  </a:cubicBezTo>
                  <a:cubicBezTo>
                    <a:pt x="248" y="165"/>
                    <a:pt x="255" y="161"/>
                    <a:pt x="257" y="159"/>
                  </a:cubicBezTo>
                  <a:cubicBezTo>
                    <a:pt x="258" y="158"/>
                    <a:pt x="263" y="158"/>
                    <a:pt x="264" y="160"/>
                  </a:cubicBezTo>
                  <a:cubicBezTo>
                    <a:pt x="265" y="161"/>
                    <a:pt x="271" y="160"/>
                    <a:pt x="272" y="159"/>
                  </a:cubicBezTo>
                  <a:cubicBezTo>
                    <a:pt x="274" y="158"/>
                    <a:pt x="287" y="168"/>
                    <a:pt x="285" y="171"/>
                  </a:cubicBezTo>
                  <a:cubicBezTo>
                    <a:pt x="283" y="174"/>
                    <a:pt x="275" y="180"/>
                    <a:pt x="272" y="184"/>
                  </a:cubicBezTo>
                  <a:cubicBezTo>
                    <a:pt x="268" y="187"/>
                    <a:pt x="263" y="188"/>
                    <a:pt x="264" y="191"/>
                  </a:cubicBezTo>
                  <a:cubicBezTo>
                    <a:pt x="266" y="195"/>
                    <a:pt x="268" y="200"/>
                    <a:pt x="269" y="203"/>
                  </a:cubicBezTo>
                  <a:cubicBezTo>
                    <a:pt x="271" y="205"/>
                    <a:pt x="274" y="212"/>
                    <a:pt x="273" y="217"/>
                  </a:cubicBezTo>
                  <a:cubicBezTo>
                    <a:pt x="271" y="222"/>
                    <a:pt x="274" y="223"/>
                    <a:pt x="275" y="228"/>
                  </a:cubicBezTo>
                  <a:cubicBezTo>
                    <a:pt x="275" y="230"/>
                    <a:pt x="275" y="231"/>
                    <a:pt x="275" y="232"/>
                  </a:cubicBezTo>
                  <a:cubicBezTo>
                    <a:pt x="271" y="237"/>
                    <a:pt x="271" y="237"/>
                    <a:pt x="271" y="237"/>
                  </a:cubicBezTo>
                  <a:cubicBezTo>
                    <a:pt x="264" y="239"/>
                    <a:pt x="264" y="239"/>
                    <a:pt x="264" y="239"/>
                  </a:cubicBezTo>
                  <a:cubicBezTo>
                    <a:pt x="260" y="235"/>
                    <a:pt x="260" y="235"/>
                    <a:pt x="260" y="235"/>
                  </a:cubicBezTo>
                  <a:cubicBezTo>
                    <a:pt x="254" y="236"/>
                    <a:pt x="254" y="236"/>
                    <a:pt x="254" y="236"/>
                  </a:cubicBezTo>
                  <a:cubicBezTo>
                    <a:pt x="251" y="254"/>
                    <a:pt x="251" y="254"/>
                    <a:pt x="251" y="254"/>
                  </a:cubicBezTo>
                  <a:cubicBezTo>
                    <a:pt x="245" y="262"/>
                    <a:pt x="245" y="262"/>
                    <a:pt x="245" y="262"/>
                  </a:cubicBezTo>
                  <a:cubicBezTo>
                    <a:pt x="249" y="267"/>
                    <a:pt x="249" y="267"/>
                    <a:pt x="249" y="267"/>
                  </a:cubicBezTo>
                  <a:cubicBezTo>
                    <a:pt x="241" y="284"/>
                    <a:pt x="241" y="284"/>
                    <a:pt x="241" y="284"/>
                  </a:cubicBezTo>
                  <a:cubicBezTo>
                    <a:pt x="236" y="286"/>
                    <a:pt x="236" y="286"/>
                    <a:pt x="236" y="286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24" y="289"/>
                    <a:pt x="224" y="289"/>
                    <a:pt x="224" y="289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13" y="297"/>
                    <a:pt x="213" y="297"/>
                    <a:pt x="213" y="297"/>
                  </a:cubicBezTo>
                  <a:cubicBezTo>
                    <a:pt x="207" y="289"/>
                    <a:pt x="207" y="289"/>
                    <a:pt x="207" y="289"/>
                  </a:cubicBezTo>
                  <a:cubicBezTo>
                    <a:pt x="202" y="277"/>
                    <a:pt x="202" y="277"/>
                    <a:pt x="202" y="277"/>
                  </a:cubicBezTo>
                  <a:cubicBezTo>
                    <a:pt x="190" y="281"/>
                    <a:pt x="190" y="281"/>
                    <a:pt x="190" y="281"/>
                  </a:cubicBezTo>
                  <a:cubicBezTo>
                    <a:pt x="178" y="280"/>
                    <a:pt x="178" y="280"/>
                    <a:pt x="178" y="280"/>
                  </a:cubicBezTo>
                  <a:cubicBezTo>
                    <a:pt x="175" y="288"/>
                    <a:pt x="175" y="288"/>
                    <a:pt x="175" y="288"/>
                  </a:cubicBezTo>
                  <a:cubicBezTo>
                    <a:pt x="162" y="291"/>
                    <a:pt x="162" y="291"/>
                    <a:pt x="162" y="291"/>
                  </a:cubicBezTo>
                  <a:cubicBezTo>
                    <a:pt x="161" y="298"/>
                    <a:pt x="161" y="298"/>
                    <a:pt x="161" y="298"/>
                  </a:cubicBezTo>
                  <a:cubicBezTo>
                    <a:pt x="158" y="307"/>
                    <a:pt x="158" y="307"/>
                    <a:pt x="158" y="307"/>
                  </a:cubicBezTo>
                  <a:cubicBezTo>
                    <a:pt x="149" y="308"/>
                    <a:pt x="149" y="308"/>
                    <a:pt x="149" y="308"/>
                  </a:cubicBezTo>
                  <a:cubicBezTo>
                    <a:pt x="144" y="312"/>
                    <a:pt x="144" y="312"/>
                    <a:pt x="144" y="312"/>
                  </a:cubicBezTo>
                  <a:cubicBezTo>
                    <a:pt x="149" y="314"/>
                    <a:pt x="149" y="314"/>
                    <a:pt x="149" y="314"/>
                  </a:cubicBezTo>
                  <a:cubicBezTo>
                    <a:pt x="140" y="321"/>
                    <a:pt x="140" y="321"/>
                    <a:pt x="140" y="321"/>
                  </a:cubicBezTo>
                  <a:cubicBezTo>
                    <a:pt x="136" y="326"/>
                    <a:pt x="136" y="326"/>
                    <a:pt x="136" y="326"/>
                  </a:cubicBezTo>
                  <a:cubicBezTo>
                    <a:pt x="135" y="336"/>
                    <a:pt x="135" y="336"/>
                    <a:pt x="135" y="336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24" y="349"/>
                    <a:pt x="124" y="349"/>
                    <a:pt x="124" y="349"/>
                  </a:cubicBezTo>
                  <a:cubicBezTo>
                    <a:pt x="113" y="347"/>
                    <a:pt x="113" y="347"/>
                    <a:pt x="113" y="347"/>
                  </a:cubicBezTo>
                  <a:cubicBezTo>
                    <a:pt x="109" y="359"/>
                    <a:pt x="109" y="359"/>
                    <a:pt x="109" y="359"/>
                  </a:cubicBezTo>
                  <a:cubicBezTo>
                    <a:pt x="91" y="357"/>
                    <a:pt x="91" y="357"/>
                    <a:pt x="91" y="357"/>
                  </a:cubicBezTo>
                  <a:cubicBezTo>
                    <a:pt x="87" y="362"/>
                    <a:pt x="87" y="362"/>
                    <a:pt x="87" y="362"/>
                  </a:cubicBezTo>
                  <a:cubicBezTo>
                    <a:pt x="80" y="363"/>
                    <a:pt x="80" y="363"/>
                    <a:pt x="80" y="363"/>
                  </a:cubicBezTo>
                  <a:cubicBezTo>
                    <a:pt x="70" y="352"/>
                    <a:pt x="70" y="352"/>
                    <a:pt x="70" y="352"/>
                  </a:cubicBezTo>
                  <a:cubicBezTo>
                    <a:pt x="61" y="356"/>
                    <a:pt x="61" y="356"/>
                    <a:pt x="61" y="356"/>
                  </a:cubicBezTo>
                  <a:cubicBezTo>
                    <a:pt x="65" y="361"/>
                    <a:pt x="65" y="361"/>
                    <a:pt x="65" y="361"/>
                  </a:cubicBezTo>
                  <a:cubicBezTo>
                    <a:pt x="59" y="354"/>
                    <a:pt x="59" y="354"/>
                    <a:pt x="59" y="354"/>
                  </a:cubicBezTo>
                  <a:cubicBezTo>
                    <a:pt x="49" y="345"/>
                    <a:pt x="49" y="345"/>
                    <a:pt x="49" y="345"/>
                  </a:cubicBezTo>
                  <a:cubicBezTo>
                    <a:pt x="39" y="346"/>
                    <a:pt x="39" y="346"/>
                    <a:pt x="39" y="346"/>
                  </a:cubicBezTo>
                  <a:cubicBezTo>
                    <a:pt x="26" y="346"/>
                    <a:pt x="26" y="346"/>
                    <a:pt x="26" y="346"/>
                  </a:cubicBezTo>
                  <a:cubicBezTo>
                    <a:pt x="26" y="338"/>
                    <a:pt x="26" y="338"/>
                    <a:pt x="26" y="338"/>
                  </a:cubicBezTo>
                  <a:cubicBezTo>
                    <a:pt x="19" y="330"/>
                    <a:pt x="19" y="330"/>
                    <a:pt x="19" y="330"/>
                  </a:cubicBezTo>
                  <a:cubicBezTo>
                    <a:pt x="20" y="322"/>
                    <a:pt x="20" y="322"/>
                    <a:pt x="20" y="322"/>
                  </a:cubicBezTo>
                  <a:cubicBezTo>
                    <a:pt x="22" y="317"/>
                    <a:pt x="22" y="317"/>
                    <a:pt x="22" y="317"/>
                  </a:cubicBezTo>
                  <a:cubicBezTo>
                    <a:pt x="26" y="308"/>
                    <a:pt x="26" y="308"/>
                    <a:pt x="26" y="308"/>
                  </a:cubicBezTo>
                  <a:cubicBezTo>
                    <a:pt x="26" y="301"/>
                    <a:pt x="26" y="301"/>
                    <a:pt x="26" y="301"/>
                  </a:cubicBezTo>
                  <a:cubicBezTo>
                    <a:pt x="37" y="291"/>
                    <a:pt x="37" y="291"/>
                    <a:pt x="37" y="291"/>
                  </a:cubicBezTo>
                  <a:cubicBezTo>
                    <a:pt x="30" y="282"/>
                    <a:pt x="30" y="282"/>
                    <a:pt x="30" y="282"/>
                  </a:cubicBezTo>
                  <a:cubicBezTo>
                    <a:pt x="25" y="278"/>
                    <a:pt x="25" y="278"/>
                    <a:pt x="25" y="278"/>
                  </a:cubicBezTo>
                  <a:cubicBezTo>
                    <a:pt x="12" y="271"/>
                    <a:pt x="12" y="271"/>
                    <a:pt x="12" y="271"/>
                  </a:cubicBezTo>
                  <a:cubicBezTo>
                    <a:pt x="0" y="264"/>
                    <a:pt x="0" y="264"/>
                    <a:pt x="0" y="264"/>
                  </a:cubicBezTo>
                  <a:close/>
                  <a:moveTo>
                    <a:pt x="30" y="60"/>
                  </a:moveTo>
                  <a:cubicBezTo>
                    <a:pt x="30" y="60"/>
                    <a:pt x="22" y="65"/>
                    <a:pt x="21" y="70"/>
                  </a:cubicBezTo>
                  <a:cubicBezTo>
                    <a:pt x="20" y="75"/>
                    <a:pt x="19" y="78"/>
                    <a:pt x="21" y="84"/>
                  </a:cubicBezTo>
                  <a:cubicBezTo>
                    <a:pt x="22" y="89"/>
                    <a:pt x="24" y="93"/>
                    <a:pt x="30" y="95"/>
                  </a:cubicBezTo>
                  <a:cubicBezTo>
                    <a:pt x="36" y="98"/>
                    <a:pt x="39" y="93"/>
                    <a:pt x="37" y="88"/>
                  </a:cubicBezTo>
                  <a:cubicBezTo>
                    <a:pt x="35" y="83"/>
                    <a:pt x="37" y="82"/>
                    <a:pt x="38" y="79"/>
                  </a:cubicBezTo>
                  <a:cubicBezTo>
                    <a:pt x="39" y="77"/>
                    <a:pt x="43" y="71"/>
                    <a:pt x="40" y="64"/>
                  </a:cubicBezTo>
                  <a:cubicBezTo>
                    <a:pt x="38" y="57"/>
                    <a:pt x="35" y="58"/>
                    <a:pt x="30" y="60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84" name="Freeform 90">
              <a:extLst>
                <a:ext uri="{FF2B5EF4-FFF2-40B4-BE49-F238E27FC236}">
                  <a16:creationId xmlns:a16="http://schemas.microsoft.com/office/drawing/2014/main" id="{7902AD0B-73D3-524F-BDB0-4EB285F4F7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06" y="2772"/>
              <a:ext cx="519" cy="323"/>
            </a:xfrm>
            <a:custGeom>
              <a:avLst/>
              <a:gdLst>
                <a:gd name="T0" fmla="*/ 0 w 249"/>
                <a:gd name="T1" fmla="*/ 63 h 155"/>
                <a:gd name="T2" fmla="*/ 12 w 249"/>
                <a:gd name="T3" fmla="*/ 38 h 155"/>
                <a:gd name="T4" fmla="*/ 31 w 249"/>
                <a:gd name="T5" fmla="*/ 4 h 155"/>
                <a:gd name="T6" fmla="*/ 53 w 249"/>
                <a:gd name="T7" fmla="*/ 21 h 155"/>
                <a:gd name="T8" fmla="*/ 46 w 249"/>
                <a:gd name="T9" fmla="*/ 46 h 155"/>
                <a:gd name="T10" fmla="*/ 25 w 249"/>
                <a:gd name="T11" fmla="*/ 50 h 155"/>
                <a:gd name="T12" fmla="*/ 30 w 249"/>
                <a:gd name="T13" fmla="*/ 70 h 155"/>
                <a:gd name="T14" fmla="*/ 57 w 249"/>
                <a:gd name="T15" fmla="*/ 59 h 155"/>
                <a:gd name="T16" fmla="*/ 83 w 249"/>
                <a:gd name="T17" fmla="*/ 61 h 155"/>
                <a:gd name="T18" fmla="*/ 116 w 249"/>
                <a:gd name="T19" fmla="*/ 67 h 155"/>
                <a:gd name="T20" fmla="*/ 136 w 249"/>
                <a:gd name="T21" fmla="*/ 61 h 155"/>
                <a:gd name="T22" fmla="*/ 127 w 249"/>
                <a:gd name="T23" fmla="*/ 74 h 155"/>
                <a:gd name="T24" fmla="*/ 133 w 249"/>
                <a:gd name="T25" fmla="*/ 84 h 155"/>
                <a:gd name="T26" fmla="*/ 156 w 249"/>
                <a:gd name="T27" fmla="*/ 83 h 155"/>
                <a:gd name="T28" fmla="*/ 175 w 249"/>
                <a:gd name="T29" fmla="*/ 85 h 155"/>
                <a:gd name="T30" fmla="*/ 182 w 249"/>
                <a:gd name="T31" fmla="*/ 95 h 155"/>
                <a:gd name="T32" fmla="*/ 188 w 249"/>
                <a:gd name="T33" fmla="*/ 97 h 155"/>
                <a:gd name="T34" fmla="*/ 202 w 249"/>
                <a:gd name="T35" fmla="*/ 88 h 155"/>
                <a:gd name="T36" fmla="*/ 198 w 249"/>
                <a:gd name="T37" fmla="*/ 64 h 155"/>
                <a:gd name="T38" fmla="*/ 203 w 249"/>
                <a:gd name="T39" fmla="*/ 45 h 155"/>
                <a:gd name="T40" fmla="*/ 213 w 249"/>
                <a:gd name="T41" fmla="*/ 71 h 155"/>
                <a:gd name="T42" fmla="*/ 238 w 249"/>
                <a:gd name="T43" fmla="*/ 87 h 155"/>
                <a:gd name="T44" fmla="*/ 249 w 249"/>
                <a:gd name="T45" fmla="*/ 105 h 155"/>
                <a:gd name="T46" fmla="*/ 248 w 249"/>
                <a:gd name="T47" fmla="*/ 121 h 155"/>
                <a:gd name="T48" fmla="*/ 246 w 249"/>
                <a:gd name="T49" fmla="*/ 132 h 155"/>
                <a:gd name="T50" fmla="*/ 230 w 249"/>
                <a:gd name="T51" fmla="*/ 134 h 155"/>
                <a:gd name="T52" fmla="*/ 220 w 249"/>
                <a:gd name="T53" fmla="*/ 142 h 155"/>
                <a:gd name="T54" fmla="*/ 201 w 249"/>
                <a:gd name="T55" fmla="*/ 151 h 155"/>
                <a:gd name="T56" fmla="*/ 181 w 249"/>
                <a:gd name="T57" fmla="*/ 152 h 155"/>
                <a:gd name="T58" fmla="*/ 149 w 249"/>
                <a:gd name="T59" fmla="*/ 136 h 155"/>
                <a:gd name="T60" fmla="*/ 130 w 249"/>
                <a:gd name="T61" fmla="*/ 127 h 155"/>
                <a:gd name="T62" fmla="*/ 107 w 249"/>
                <a:gd name="T63" fmla="*/ 113 h 155"/>
                <a:gd name="T64" fmla="*/ 93 w 249"/>
                <a:gd name="T65" fmla="*/ 104 h 155"/>
                <a:gd name="T66" fmla="*/ 77 w 249"/>
                <a:gd name="T67" fmla="*/ 107 h 155"/>
                <a:gd name="T68" fmla="*/ 32 w 249"/>
                <a:gd name="T69" fmla="*/ 100 h 155"/>
                <a:gd name="T70" fmla="*/ 24 w 249"/>
                <a:gd name="T71" fmla="*/ 105 h 155"/>
                <a:gd name="T72" fmla="*/ 15 w 249"/>
                <a:gd name="T73" fmla="*/ 92 h 155"/>
                <a:gd name="T74" fmla="*/ 5 w 249"/>
                <a:gd name="T75" fmla="*/ 77 h 155"/>
                <a:gd name="T76" fmla="*/ 89 w 249"/>
                <a:gd name="T77" fmla="*/ 22 h 155"/>
                <a:gd name="T78" fmla="*/ 97 w 249"/>
                <a:gd name="T79" fmla="*/ 37 h 155"/>
                <a:gd name="T80" fmla="*/ 95 w 249"/>
                <a:gd name="T81" fmla="*/ 19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9" h="155">
                  <a:moveTo>
                    <a:pt x="0" y="63"/>
                  </a:moveTo>
                  <a:cubicBezTo>
                    <a:pt x="0" y="63"/>
                    <a:pt x="0" y="63"/>
                    <a:pt x="0" y="63"/>
                  </a:cubicBezTo>
                  <a:cubicBezTo>
                    <a:pt x="4" y="59"/>
                    <a:pt x="11" y="55"/>
                    <a:pt x="10" y="50"/>
                  </a:cubicBezTo>
                  <a:cubicBezTo>
                    <a:pt x="10" y="46"/>
                    <a:pt x="8" y="43"/>
                    <a:pt x="12" y="38"/>
                  </a:cubicBezTo>
                  <a:cubicBezTo>
                    <a:pt x="16" y="34"/>
                    <a:pt x="31" y="26"/>
                    <a:pt x="32" y="23"/>
                  </a:cubicBezTo>
                  <a:cubicBezTo>
                    <a:pt x="34" y="19"/>
                    <a:pt x="32" y="5"/>
                    <a:pt x="31" y="4"/>
                  </a:cubicBezTo>
                  <a:cubicBezTo>
                    <a:pt x="30" y="4"/>
                    <a:pt x="34" y="0"/>
                    <a:pt x="39" y="8"/>
                  </a:cubicBezTo>
                  <a:cubicBezTo>
                    <a:pt x="43" y="16"/>
                    <a:pt x="48" y="18"/>
                    <a:pt x="53" y="21"/>
                  </a:cubicBezTo>
                  <a:cubicBezTo>
                    <a:pt x="58" y="23"/>
                    <a:pt x="55" y="32"/>
                    <a:pt x="52" y="38"/>
                  </a:cubicBezTo>
                  <a:cubicBezTo>
                    <a:pt x="50" y="45"/>
                    <a:pt x="50" y="48"/>
                    <a:pt x="46" y="46"/>
                  </a:cubicBezTo>
                  <a:cubicBezTo>
                    <a:pt x="41" y="43"/>
                    <a:pt x="33" y="42"/>
                    <a:pt x="30" y="43"/>
                  </a:cubicBezTo>
                  <a:cubicBezTo>
                    <a:pt x="26" y="45"/>
                    <a:pt x="23" y="46"/>
                    <a:pt x="25" y="50"/>
                  </a:cubicBezTo>
                  <a:cubicBezTo>
                    <a:pt x="26" y="53"/>
                    <a:pt x="27" y="56"/>
                    <a:pt x="25" y="59"/>
                  </a:cubicBezTo>
                  <a:cubicBezTo>
                    <a:pt x="23" y="63"/>
                    <a:pt x="26" y="68"/>
                    <a:pt x="30" y="70"/>
                  </a:cubicBezTo>
                  <a:cubicBezTo>
                    <a:pt x="33" y="72"/>
                    <a:pt x="44" y="73"/>
                    <a:pt x="46" y="70"/>
                  </a:cubicBezTo>
                  <a:cubicBezTo>
                    <a:pt x="48" y="67"/>
                    <a:pt x="53" y="56"/>
                    <a:pt x="57" y="59"/>
                  </a:cubicBezTo>
                  <a:cubicBezTo>
                    <a:pt x="61" y="62"/>
                    <a:pt x="65" y="65"/>
                    <a:pt x="68" y="62"/>
                  </a:cubicBezTo>
                  <a:cubicBezTo>
                    <a:pt x="71" y="59"/>
                    <a:pt x="78" y="64"/>
                    <a:pt x="83" y="61"/>
                  </a:cubicBezTo>
                  <a:cubicBezTo>
                    <a:pt x="89" y="58"/>
                    <a:pt x="97" y="56"/>
                    <a:pt x="104" y="61"/>
                  </a:cubicBezTo>
                  <a:cubicBezTo>
                    <a:pt x="110" y="65"/>
                    <a:pt x="113" y="72"/>
                    <a:pt x="116" y="67"/>
                  </a:cubicBezTo>
                  <a:cubicBezTo>
                    <a:pt x="118" y="61"/>
                    <a:pt x="120" y="60"/>
                    <a:pt x="123" y="59"/>
                  </a:cubicBezTo>
                  <a:cubicBezTo>
                    <a:pt x="125" y="58"/>
                    <a:pt x="135" y="59"/>
                    <a:pt x="136" y="61"/>
                  </a:cubicBezTo>
                  <a:cubicBezTo>
                    <a:pt x="137" y="63"/>
                    <a:pt x="134" y="65"/>
                    <a:pt x="132" y="67"/>
                  </a:cubicBezTo>
                  <a:cubicBezTo>
                    <a:pt x="130" y="70"/>
                    <a:pt x="128" y="72"/>
                    <a:pt x="127" y="74"/>
                  </a:cubicBezTo>
                  <a:cubicBezTo>
                    <a:pt x="127" y="76"/>
                    <a:pt x="122" y="74"/>
                    <a:pt x="123" y="76"/>
                  </a:cubicBezTo>
                  <a:cubicBezTo>
                    <a:pt x="124" y="78"/>
                    <a:pt x="129" y="87"/>
                    <a:pt x="133" y="84"/>
                  </a:cubicBezTo>
                  <a:cubicBezTo>
                    <a:pt x="138" y="81"/>
                    <a:pt x="138" y="79"/>
                    <a:pt x="144" y="79"/>
                  </a:cubicBezTo>
                  <a:cubicBezTo>
                    <a:pt x="151" y="79"/>
                    <a:pt x="154" y="80"/>
                    <a:pt x="156" y="83"/>
                  </a:cubicBezTo>
                  <a:cubicBezTo>
                    <a:pt x="157" y="86"/>
                    <a:pt x="159" y="90"/>
                    <a:pt x="163" y="88"/>
                  </a:cubicBezTo>
                  <a:cubicBezTo>
                    <a:pt x="167" y="86"/>
                    <a:pt x="172" y="86"/>
                    <a:pt x="175" y="85"/>
                  </a:cubicBezTo>
                  <a:cubicBezTo>
                    <a:pt x="177" y="84"/>
                    <a:pt x="178" y="81"/>
                    <a:pt x="183" y="84"/>
                  </a:cubicBezTo>
                  <a:cubicBezTo>
                    <a:pt x="188" y="88"/>
                    <a:pt x="185" y="91"/>
                    <a:pt x="182" y="95"/>
                  </a:cubicBezTo>
                  <a:cubicBezTo>
                    <a:pt x="178" y="98"/>
                    <a:pt x="180" y="102"/>
                    <a:pt x="182" y="104"/>
                  </a:cubicBezTo>
                  <a:cubicBezTo>
                    <a:pt x="184" y="105"/>
                    <a:pt x="188" y="100"/>
                    <a:pt x="188" y="97"/>
                  </a:cubicBezTo>
                  <a:cubicBezTo>
                    <a:pt x="187" y="94"/>
                    <a:pt x="195" y="96"/>
                    <a:pt x="197" y="98"/>
                  </a:cubicBezTo>
                  <a:cubicBezTo>
                    <a:pt x="200" y="100"/>
                    <a:pt x="204" y="92"/>
                    <a:pt x="202" y="88"/>
                  </a:cubicBezTo>
                  <a:cubicBezTo>
                    <a:pt x="200" y="83"/>
                    <a:pt x="202" y="78"/>
                    <a:pt x="203" y="75"/>
                  </a:cubicBezTo>
                  <a:cubicBezTo>
                    <a:pt x="204" y="71"/>
                    <a:pt x="202" y="68"/>
                    <a:pt x="198" y="64"/>
                  </a:cubicBezTo>
                  <a:cubicBezTo>
                    <a:pt x="195" y="61"/>
                    <a:pt x="191" y="58"/>
                    <a:pt x="193" y="52"/>
                  </a:cubicBezTo>
                  <a:cubicBezTo>
                    <a:pt x="195" y="47"/>
                    <a:pt x="200" y="40"/>
                    <a:pt x="203" y="45"/>
                  </a:cubicBezTo>
                  <a:cubicBezTo>
                    <a:pt x="206" y="50"/>
                    <a:pt x="210" y="61"/>
                    <a:pt x="210" y="64"/>
                  </a:cubicBezTo>
                  <a:cubicBezTo>
                    <a:pt x="209" y="68"/>
                    <a:pt x="210" y="72"/>
                    <a:pt x="213" y="71"/>
                  </a:cubicBezTo>
                  <a:cubicBezTo>
                    <a:pt x="216" y="71"/>
                    <a:pt x="220" y="74"/>
                    <a:pt x="223" y="77"/>
                  </a:cubicBezTo>
                  <a:cubicBezTo>
                    <a:pt x="225" y="80"/>
                    <a:pt x="232" y="79"/>
                    <a:pt x="238" y="87"/>
                  </a:cubicBezTo>
                  <a:cubicBezTo>
                    <a:pt x="244" y="94"/>
                    <a:pt x="243" y="96"/>
                    <a:pt x="247" y="102"/>
                  </a:cubicBezTo>
                  <a:cubicBezTo>
                    <a:pt x="247" y="103"/>
                    <a:pt x="248" y="104"/>
                    <a:pt x="249" y="105"/>
                  </a:cubicBezTo>
                  <a:cubicBezTo>
                    <a:pt x="241" y="116"/>
                    <a:pt x="241" y="116"/>
                    <a:pt x="241" y="116"/>
                  </a:cubicBezTo>
                  <a:cubicBezTo>
                    <a:pt x="248" y="121"/>
                    <a:pt x="248" y="121"/>
                    <a:pt x="248" y="121"/>
                  </a:cubicBezTo>
                  <a:cubicBezTo>
                    <a:pt x="247" y="131"/>
                    <a:pt x="247" y="131"/>
                    <a:pt x="247" y="131"/>
                  </a:cubicBezTo>
                  <a:cubicBezTo>
                    <a:pt x="246" y="132"/>
                    <a:pt x="246" y="132"/>
                    <a:pt x="246" y="132"/>
                  </a:cubicBezTo>
                  <a:cubicBezTo>
                    <a:pt x="238" y="128"/>
                    <a:pt x="238" y="128"/>
                    <a:pt x="238" y="128"/>
                  </a:cubicBezTo>
                  <a:cubicBezTo>
                    <a:pt x="230" y="134"/>
                    <a:pt x="230" y="134"/>
                    <a:pt x="230" y="134"/>
                  </a:cubicBezTo>
                  <a:cubicBezTo>
                    <a:pt x="223" y="135"/>
                    <a:pt x="223" y="135"/>
                    <a:pt x="223" y="135"/>
                  </a:cubicBezTo>
                  <a:cubicBezTo>
                    <a:pt x="220" y="142"/>
                    <a:pt x="220" y="142"/>
                    <a:pt x="220" y="142"/>
                  </a:cubicBezTo>
                  <a:cubicBezTo>
                    <a:pt x="210" y="140"/>
                    <a:pt x="210" y="140"/>
                    <a:pt x="210" y="140"/>
                  </a:cubicBezTo>
                  <a:cubicBezTo>
                    <a:pt x="201" y="151"/>
                    <a:pt x="201" y="151"/>
                    <a:pt x="201" y="151"/>
                  </a:cubicBezTo>
                  <a:cubicBezTo>
                    <a:pt x="185" y="155"/>
                    <a:pt x="185" y="155"/>
                    <a:pt x="185" y="155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72" y="152"/>
                    <a:pt x="172" y="152"/>
                    <a:pt x="172" y="152"/>
                  </a:cubicBezTo>
                  <a:cubicBezTo>
                    <a:pt x="149" y="136"/>
                    <a:pt x="149" y="136"/>
                    <a:pt x="149" y="136"/>
                  </a:cubicBezTo>
                  <a:cubicBezTo>
                    <a:pt x="136" y="134"/>
                    <a:pt x="136" y="134"/>
                    <a:pt x="136" y="134"/>
                  </a:cubicBezTo>
                  <a:cubicBezTo>
                    <a:pt x="130" y="127"/>
                    <a:pt x="130" y="127"/>
                    <a:pt x="130" y="127"/>
                  </a:cubicBezTo>
                  <a:cubicBezTo>
                    <a:pt x="122" y="124"/>
                    <a:pt x="122" y="124"/>
                    <a:pt x="122" y="124"/>
                  </a:cubicBezTo>
                  <a:cubicBezTo>
                    <a:pt x="107" y="113"/>
                    <a:pt x="107" y="113"/>
                    <a:pt x="107" y="113"/>
                  </a:cubicBezTo>
                  <a:cubicBezTo>
                    <a:pt x="99" y="111"/>
                    <a:pt x="99" y="111"/>
                    <a:pt x="99" y="111"/>
                  </a:cubicBezTo>
                  <a:cubicBezTo>
                    <a:pt x="93" y="104"/>
                    <a:pt x="93" y="104"/>
                    <a:pt x="93" y="104"/>
                  </a:cubicBezTo>
                  <a:cubicBezTo>
                    <a:pt x="80" y="103"/>
                    <a:pt x="80" y="103"/>
                    <a:pt x="80" y="103"/>
                  </a:cubicBezTo>
                  <a:cubicBezTo>
                    <a:pt x="77" y="107"/>
                    <a:pt x="77" y="107"/>
                    <a:pt x="77" y="107"/>
                  </a:cubicBezTo>
                  <a:cubicBezTo>
                    <a:pt x="41" y="106"/>
                    <a:pt x="41" y="106"/>
                    <a:pt x="41" y="106"/>
                  </a:cubicBezTo>
                  <a:cubicBezTo>
                    <a:pt x="32" y="100"/>
                    <a:pt x="32" y="100"/>
                    <a:pt x="32" y="100"/>
                  </a:cubicBezTo>
                  <a:cubicBezTo>
                    <a:pt x="30" y="105"/>
                    <a:pt x="30" y="105"/>
                    <a:pt x="30" y="105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16" y="98"/>
                    <a:pt x="16" y="98"/>
                    <a:pt x="16" y="98"/>
                  </a:cubicBezTo>
                  <a:cubicBezTo>
                    <a:pt x="15" y="92"/>
                    <a:pt x="15" y="92"/>
                    <a:pt x="15" y="92"/>
                  </a:cubicBezTo>
                  <a:cubicBezTo>
                    <a:pt x="6" y="83"/>
                    <a:pt x="6" y="83"/>
                    <a:pt x="6" y="83"/>
                  </a:cubicBezTo>
                  <a:cubicBezTo>
                    <a:pt x="5" y="77"/>
                    <a:pt x="5" y="77"/>
                    <a:pt x="5" y="77"/>
                  </a:cubicBezTo>
                  <a:cubicBezTo>
                    <a:pt x="0" y="63"/>
                    <a:pt x="0" y="63"/>
                    <a:pt x="0" y="63"/>
                  </a:cubicBezTo>
                  <a:close/>
                  <a:moveTo>
                    <a:pt x="89" y="22"/>
                  </a:moveTo>
                  <a:cubicBezTo>
                    <a:pt x="82" y="27"/>
                    <a:pt x="82" y="27"/>
                    <a:pt x="82" y="33"/>
                  </a:cubicBezTo>
                  <a:cubicBezTo>
                    <a:pt x="82" y="39"/>
                    <a:pt x="89" y="38"/>
                    <a:pt x="97" y="37"/>
                  </a:cubicBezTo>
                  <a:cubicBezTo>
                    <a:pt x="104" y="36"/>
                    <a:pt x="106" y="31"/>
                    <a:pt x="105" y="28"/>
                  </a:cubicBezTo>
                  <a:cubicBezTo>
                    <a:pt x="104" y="24"/>
                    <a:pt x="100" y="19"/>
                    <a:pt x="95" y="19"/>
                  </a:cubicBezTo>
                  <a:cubicBezTo>
                    <a:pt x="91" y="19"/>
                    <a:pt x="89" y="22"/>
                    <a:pt x="89" y="22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85" name="Freeform 91">
              <a:extLst>
                <a:ext uri="{FF2B5EF4-FFF2-40B4-BE49-F238E27FC236}">
                  <a16:creationId xmlns:a16="http://schemas.microsoft.com/office/drawing/2014/main" id="{4CAF09BE-118F-3347-8858-F0ED0F4A8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58" y="2757"/>
              <a:ext cx="611" cy="763"/>
            </a:xfrm>
            <a:custGeom>
              <a:avLst/>
              <a:gdLst>
                <a:gd name="T0" fmla="*/ 104 w 293"/>
                <a:gd name="T1" fmla="*/ 148 h 366"/>
                <a:gd name="T2" fmla="*/ 101 w 293"/>
                <a:gd name="T3" fmla="*/ 100 h 366"/>
                <a:gd name="T4" fmla="*/ 119 w 293"/>
                <a:gd name="T5" fmla="*/ 58 h 366"/>
                <a:gd name="T6" fmla="*/ 172 w 293"/>
                <a:gd name="T7" fmla="*/ 22 h 366"/>
                <a:gd name="T8" fmla="*/ 171 w 293"/>
                <a:gd name="T9" fmla="*/ 80 h 366"/>
                <a:gd name="T10" fmla="*/ 158 w 293"/>
                <a:gd name="T11" fmla="*/ 150 h 366"/>
                <a:gd name="T12" fmla="*/ 135 w 293"/>
                <a:gd name="T13" fmla="*/ 192 h 366"/>
                <a:gd name="T14" fmla="*/ 102 w 293"/>
                <a:gd name="T15" fmla="*/ 208 h 366"/>
                <a:gd name="T16" fmla="*/ 137 w 293"/>
                <a:gd name="T17" fmla="*/ 212 h 366"/>
                <a:gd name="T18" fmla="*/ 172 w 293"/>
                <a:gd name="T19" fmla="*/ 159 h 366"/>
                <a:gd name="T20" fmla="*/ 201 w 293"/>
                <a:gd name="T21" fmla="*/ 173 h 366"/>
                <a:gd name="T22" fmla="*/ 199 w 293"/>
                <a:gd name="T23" fmla="*/ 188 h 366"/>
                <a:gd name="T24" fmla="*/ 195 w 293"/>
                <a:gd name="T25" fmla="*/ 146 h 366"/>
                <a:gd name="T26" fmla="*/ 167 w 293"/>
                <a:gd name="T27" fmla="*/ 123 h 366"/>
                <a:gd name="T28" fmla="*/ 181 w 293"/>
                <a:gd name="T29" fmla="*/ 65 h 366"/>
                <a:gd name="T30" fmla="*/ 208 w 293"/>
                <a:gd name="T31" fmla="*/ 41 h 366"/>
                <a:gd name="T32" fmla="*/ 216 w 293"/>
                <a:gd name="T33" fmla="*/ 87 h 366"/>
                <a:gd name="T34" fmla="*/ 209 w 293"/>
                <a:gd name="T35" fmla="*/ 62 h 366"/>
                <a:gd name="T36" fmla="*/ 233 w 293"/>
                <a:gd name="T37" fmla="*/ 54 h 366"/>
                <a:gd name="T38" fmla="*/ 246 w 293"/>
                <a:gd name="T39" fmla="*/ 81 h 366"/>
                <a:gd name="T40" fmla="*/ 248 w 293"/>
                <a:gd name="T41" fmla="*/ 98 h 366"/>
                <a:gd name="T42" fmla="*/ 227 w 293"/>
                <a:gd name="T43" fmla="*/ 138 h 366"/>
                <a:gd name="T44" fmla="*/ 245 w 293"/>
                <a:gd name="T45" fmla="*/ 156 h 366"/>
                <a:gd name="T46" fmla="*/ 258 w 293"/>
                <a:gd name="T47" fmla="*/ 156 h 366"/>
                <a:gd name="T48" fmla="*/ 260 w 293"/>
                <a:gd name="T49" fmla="*/ 176 h 366"/>
                <a:gd name="T50" fmla="*/ 251 w 293"/>
                <a:gd name="T51" fmla="*/ 203 h 366"/>
                <a:gd name="T52" fmla="*/ 255 w 293"/>
                <a:gd name="T53" fmla="*/ 224 h 366"/>
                <a:gd name="T54" fmla="*/ 263 w 293"/>
                <a:gd name="T55" fmla="*/ 243 h 366"/>
                <a:gd name="T56" fmla="*/ 268 w 293"/>
                <a:gd name="T57" fmla="*/ 260 h 366"/>
                <a:gd name="T58" fmla="*/ 274 w 293"/>
                <a:gd name="T59" fmla="*/ 289 h 366"/>
                <a:gd name="T60" fmla="*/ 290 w 293"/>
                <a:gd name="T61" fmla="*/ 305 h 366"/>
                <a:gd name="T62" fmla="*/ 284 w 293"/>
                <a:gd name="T63" fmla="*/ 335 h 366"/>
                <a:gd name="T64" fmla="*/ 268 w 293"/>
                <a:gd name="T65" fmla="*/ 366 h 366"/>
                <a:gd name="T66" fmla="*/ 245 w 293"/>
                <a:gd name="T67" fmla="*/ 352 h 366"/>
                <a:gd name="T68" fmla="*/ 224 w 293"/>
                <a:gd name="T69" fmla="*/ 336 h 366"/>
                <a:gd name="T70" fmla="*/ 171 w 293"/>
                <a:gd name="T71" fmla="*/ 340 h 366"/>
                <a:gd name="T72" fmla="*/ 150 w 293"/>
                <a:gd name="T73" fmla="*/ 326 h 366"/>
                <a:gd name="T74" fmla="*/ 127 w 293"/>
                <a:gd name="T75" fmla="*/ 319 h 366"/>
                <a:gd name="T76" fmla="*/ 104 w 293"/>
                <a:gd name="T77" fmla="*/ 298 h 366"/>
                <a:gd name="T78" fmla="*/ 79 w 293"/>
                <a:gd name="T79" fmla="*/ 267 h 366"/>
                <a:gd name="T80" fmla="*/ 56 w 293"/>
                <a:gd name="T81" fmla="*/ 272 h 366"/>
                <a:gd name="T82" fmla="*/ 31 w 293"/>
                <a:gd name="T83" fmla="*/ 251 h 366"/>
                <a:gd name="T84" fmla="*/ 9 w 293"/>
                <a:gd name="T85" fmla="*/ 216 h 366"/>
                <a:gd name="T86" fmla="*/ 35 w 293"/>
                <a:gd name="T87" fmla="*/ 183 h 366"/>
                <a:gd name="T88" fmla="*/ 67 w 293"/>
                <a:gd name="T89" fmla="*/ 169 h 366"/>
                <a:gd name="T90" fmla="*/ 70 w 293"/>
                <a:gd name="T91" fmla="*/ 150 h 366"/>
                <a:gd name="T92" fmla="*/ 72 w 293"/>
                <a:gd name="T93" fmla="*/ 123 h 366"/>
                <a:gd name="T94" fmla="*/ 178 w 293"/>
                <a:gd name="T95" fmla="*/ 12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3" h="366">
                  <a:moveTo>
                    <a:pt x="80" y="112"/>
                  </a:moveTo>
                  <a:cubicBezTo>
                    <a:pt x="83" y="116"/>
                    <a:pt x="87" y="117"/>
                    <a:pt x="90" y="122"/>
                  </a:cubicBezTo>
                  <a:cubicBezTo>
                    <a:pt x="94" y="128"/>
                    <a:pt x="97" y="131"/>
                    <a:pt x="98" y="138"/>
                  </a:cubicBezTo>
                  <a:cubicBezTo>
                    <a:pt x="100" y="145"/>
                    <a:pt x="102" y="152"/>
                    <a:pt x="104" y="148"/>
                  </a:cubicBezTo>
                  <a:cubicBezTo>
                    <a:pt x="107" y="144"/>
                    <a:pt x="113" y="141"/>
                    <a:pt x="112" y="135"/>
                  </a:cubicBezTo>
                  <a:cubicBezTo>
                    <a:pt x="111" y="130"/>
                    <a:pt x="111" y="119"/>
                    <a:pt x="111" y="115"/>
                  </a:cubicBezTo>
                  <a:cubicBezTo>
                    <a:pt x="112" y="111"/>
                    <a:pt x="108" y="105"/>
                    <a:pt x="104" y="106"/>
                  </a:cubicBezTo>
                  <a:cubicBezTo>
                    <a:pt x="101" y="107"/>
                    <a:pt x="97" y="104"/>
                    <a:pt x="101" y="100"/>
                  </a:cubicBezTo>
                  <a:cubicBezTo>
                    <a:pt x="105" y="96"/>
                    <a:pt x="110" y="96"/>
                    <a:pt x="110" y="92"/>
                  </a:cubicBezTo>
                  <a:cubicBezTo>
                    <a:pt x="111" y="87"/>
                    <a:pt x="112" y="82"/>
                    <a:pt x="114" y="79"/>
                  </a:cubicBezTo>
                  <a:cubicBezTo>
                    <a:pt x="116" y="77"/>
                    <a:pt x="109" y="77"/>
                    <a:pt x="110" y="70"/>
                  </a:cubicBezTo>
                  <a:cubicBezTo>
                    <a:pt x="111" y="63"/>
                    <a:pt x="113" y="59"/>
                    <a:pt x="119" y="58"/>
                  </a:cubicBezTo>
                  <a:cubicBezTo>
                    <a:pt x="126" y="57"/>
                    <a:pt x="130" y="55"/>
                    <a:pt x="133" y="51"/>
                  </a:cubicBezTo>
                  <a:cubicBezTo>
                    <a:pt x="135" y="47"/>
                    <a:pt x="149" y="31"/>
                    <a:pt x="151" y="24"/>
                  </a:cubicBezTo>
                  <a:cubicBezTo>
                    <a:pt x="153" y="18"/>
                    <a:pt x="155" y="13"/>
                    <a:pt x="158" y="17"/>
                  </a:cubicBezTo>
                  <a:cubicBezTo>
                    <a:pt x="162" y="21"/>
                    <a:pt x="167" y="22"/>
                    <a:pt x="172" y="22"/>
                  </a:cubicBezTo>
                  <a:cubicBezTo>
                    <a:pt x="177" y="22"/>
                    <a:pt x="183" y="29"/>
                    <a:pt x="184" y="33"/>
                  </a:cubicBezTo>
                  <a:cubicBezTo>
                    <a:pt x="184" y="38"/>
                    <a:pt x="182" y="45"/>
                    <a:pt x="179" y="50"/>
                  </a:cubicBezTo>
                  <a:cubicBezTo>
                    <a:pt x="176" y="55"/>
                    <a:pt x="165" y="64"/>
                    <a:pt x="166" y="68"/>
                  </a:cubicBezTo>
                  <a:cubicBezTo>
                    <a:pt x="166" y="73"/>
                    <a:pt x="171" y="75"/>
                    <a:pt x="171" y="80"/>
                  </a:cubicBezTo>
                  <a:cubicBezTo>
                    <a:pt x="171" y="85"/>
                    <a:pt x="167" y="99"/>
                    <a:pt x="164" y="103"/>
                  </a:cubicBezTo>
                  <a:cubicBezTo>
                    <a:pt x="160" y="107"/>
                    <a:pt x="161" y="114"/>
                    <a:pt x="160" y="120"/>
                  </a:cubicBezTo>
                  <a:cubicBezTo>
                    <a:pt x="159" y="125"/>
                    <a:pt x="153" y="134"/>
                    <a:pt x="153" y="135"/>
                  </a:cubicBezTo>
                  <a:cubicBezTo>
                    <a:pt x="153" y="137"/>
                    <a:pt x="156" y="147"/>
                    <a:pt x="158" y="150"/>
                  </a:cubicBezTo>
                  <a:cubicBezTo>
                    <a:pt x="159" y="152"/>
                    <a:pt x="161" y="161"/>
                    <a:pt x="158" y="162"/>
                  </a:cubicBezTo>
                  <a:cubicBezTo>
                    <a:pt x="154" y="164"/>
                    <a:pt x="154" y="168"/>
                    <a:pt x="153" y="174"/>
                  </a:cubicBezTo>
                  <a:cubicBezTo>
                    <a:pt x="153" y="181"/>
                    <a:pt x="146" y="182"/>
                    <a:pt x="144" y="184"/>
                  </a:cubicBezTo>
                  <a:cubicBezTo>
                    <a:pt x="141" y="186"/>
                    <a:pt x="139" y="187"/>
                    <a:pt x="135" y="192"/>
                  </a:cubicBezTo>
                  <a:cubicBezTo>
                    <a:pt x="130" y="197"/>
                    <a:pt x="121" y="201"/>
                    <a:pt x="117" y="201"/>
                  </a:cubicBezTo>
                  <a:cubicBezTo>
                    <a:pt x="112" y="201"/>
                    <a:pt x="111" y="202"/>
                    <a:pt x="106" y="198"/>
                  </a:cubicBezTo>
                  <a:cubicBezTo>
                    <a:pt x="101" y="195"/>
                    <a:pt x="99" y="193"/>
                    <a:pt x="96" y="199"/>
                  </a:cubicBezTo>
                  <a:cubicBezTo>
                    <a:pt x="94" y="205"/>
                    <a:pt x="99" y="205"/>
                    <a:pt x="102" y="208"/>
                  </a:cubicBezTo>
                  <a:cubicBezTo>
                    <a:pt x="104" y="212"/>
                    <a:pt x="109" y="212"/>
                    <a:pt x="110" y="214"/>
                  </a:cubicBezTo>
                  <a:cubicBezTo>
                    <a:pt x="111" y="217"/>
                    <a:pt x="117" y="213"/>
                    <a:pt x="119" y="216"/>
                  </a:cubicBezTo>
                  <a:cubicBezTo>
                    <a:pt x="121" y="220"/>
                    <a:pt x="125" y="223"/>
                    <a:pt x="129" y="219"/>
                  </a:cubicBezTo>
                  <a:cubicBezTo>
                    <a:pt x="133" y="216"/>
                    <a:pt x="133" y="212"/>
                    <a:pt x="137" y="212"/>
                  </a:cubicBezTo>
                  <a:cubicBezTo>
                    <a:pt x="141" y="212"/>
                    <a:pt x="155" y="206"/>
                    <a:pt x="156" y="201"/>
                  </a:cubicBezTo>
                  <a:cubicBezTo>
                    <a:pt x="156" y="196"/>
                    <a:pt x="160" y="193"/>
                    <a:pt x="164" y="190"/>
                  </a:cubicBezTo>
                  <a:cubicBezTo>
                    <a:pt x="168" y="187"/>
                    <a:pt x="168" y="183"/>
                    <a:pt x="170" y="178"/>
                  </a:cubicBezTo>
                  <a:cubicBezTo>
                    <a:pt x="172" y="173"/>
                    <a:pt x="172" y="163"/>
                    <a:pt x="172" y="159"/>
                  </a:cubicBezTo>
                  <a:cubicBezTo>
                    <a:pt x="173" y="155"/>
                    <a:pt x="180" y="153"/>
                    <a:pt x="183" y="153"/>
                  </a:cubicBezTo>
                  <a:cubicBezTo>
                    <a:pt x="185" y="153"/>
                    <a:pt x="194" y="150"/>
                    <a:pt x="195" y="154"/>
                  </a:cubicBezTo>
                  <a:cubicBezTo>
                    <a:pt x="197" y="158"/>
                    <a:pt x="198" y="161"/>
                    <a:pt x="199" y="164"/>
                  </a:cubicBezTo>
                  <a:cubicBezTo>
                    <a:pt x="201" y="166"/>
                    <a:pt x="203" y="169"/>
                    <a:pt x="201" y="173"/>
                  </a:cubicBezTo>
                  <a:cubicBezTo>
                    <a:pt x="200" y="176"/>
                    <a:pt x="196" y="182"/>
                    <a:pt x="196" y="187"/>
                  </a:cubicBezTo>
                  <a:cubicBezTo>
                    <a:pt x="196" y="193"/>
                    <a:pt x="196" y="197"/>
                    <a:pt x="204" y="198"/>
                  </a:cubicBezTo>
                  <a:cubicBezTo>
                    <a:pt x="212" y="200"/>
                    <a:pt x="216" y="198"/>
                    <a:pt x="214" y="195"/>
                  </a:cubicBezTo>
                  <a:cubicBezTo>
                    <a:pt x="211" y="193"/>
                    <a:pt x="198" y="194"/>
                    <a:pt x="199" y="188"/>
                  </a:cubicBezTo>
                  <a:cubicBezTo>
                    <a:pt x="201" y="181"/>
                    <a:pt x="202" y="180"/>
                    <a:pt x="206" y="179"/>
                  </a:cubicBezTo>
                  <a:cubicBezTo>
                    <a:pt x="211" y="178"/>
                    <a:pt x="210" y="174"/>
                    <a:pt x="209" y="170"/>
                  </a:cubicBezTo>
                  <a:cubicBezTo>
                    <a:pt x="209" y="166"/>
                    <a:pt x="208" y="159"/>
                    <a:pt x="209" y="157"/>
                  </a:cubicBezTo>
                  <a:cubicBezTo>
                    <a:pt x="210" y="154"/>
                    <a:pt x="199" y="150"/>
                    <a:pt x="195" y="146"/>
                  </a:cubicBezTo>
                  <a:cubicBezTo>
                    <a:pt x="191" y="141"/>
                    <a:pt x="185" y="142"/>
                    <a:pt x="183" y="144"/>
                  </a:cubicBezTo>
                  <a:cubicBezTo>
                    <a:pt x="180" y="147"/>
                    <a:pt x="180" y="141"/>
                    <a:pt x="172" y="142"/>
                  </a:cubicBezTo>
                  <a:cubicBezTo>
                    <a:pt x="165" y="143"/>
                    <a:pt x="169" y="139"/>
                    <a:pt x="171" y="135"/>
                  </a:cubicBezTo>
                  <a:cubicBezTo>
                    <a:pt x="173" y="131"/>
                    <a:pt x="166" y="126"/>
                    <a:pt x="167" y="123"/>
                  </a:cubicBezTo>
                  <a:cubicBezTo>
                    <a:pt x="168" y="120"/>
                    <a:pt x="174" y="111"/>
                    <a:pt x="177" y="107"/>
                  </a:cubicBezTo>
                  <a:cubicBezTo>
                    <a:pt x="180" y="103"/>
                    <a:pt x="182" y="95"/>
                    <a:pt x="181" y="90"/>
                  </a:cubicBezTo>
                  <a:cubicBezTo>
                    <a:pt x="180" y="84"/>
                    <a:pt x="180" y="76"/>
                    <a:pt x="178" y="73"/>
                  </a:cubicBezTo>
                  <a:cubicBezTo>
                    <a:pt x="176" y="71"/>
                    <a:pt x="179" y="68"/>
                    <a:pt x="181" y="65"/>
                  </a:cubicBezTo>
                  <a:cubicBezTo>
                    <a:pt x="184" y="63"/>
                    <a:pt x="191" y="58"/>
                    <a:pt x="195" y="56"/>
                  </a:cubicBezTo>
                  <a:cubicBezTo>
                    <a:pt x="199" y="53"/>
                    <a:pt x="202" y="52"/>
                    <a:pt x="202" y="48"/>
                  </a:cubicBezTo>
                  <a:cubicBezTo>
                    <a:pt x="202" y="44"/>
                    <a:pt x="200" y="35"/>
                    <a:pt x="203" y="33"/>
                  </a:cubicBezTo>
                  <a:cubicBezTo>
                    <a:pt x="206" y="31"/>
                    <a:pt x="208" y="34"/>
                    <a:pt x="208" y="41"/>
                  </a:cubicBezTo>
                  <a:cubicBezTo>
                    <a:pt x="207" y="48"/>
                    <a:pt x="207" y="54"/>
                    <a:pt x="204" y="58"/>
                  </a:cubicBezTo>
                  <a:cubicBezTo>
                    <a:pt x="200" y="62"/>
                    <a:pt x="201" y="69"/>
                    <a:pt x="200" y="73"/>
                  </a:cubicBezTo>
                  <a:cubicBezTo>
                    <a:pt x="198" y="77"/>
                    <a:pt x="200" y="79"/>
                    <a:pt x="203" y="82"/>
                  </a:cubicBezTo>
                  <a:cubicBezTo>
                    <a:pt x="205" y="84"/>
                    <a:pt x="211" y="86"/>
                    <a:pt x="216" y="87"/>
                  </a:cubicBezTo>
                  <a:cubicBezTo>
                    <a:pt x="220" y="89"/>
                    <a:pt x="220" y="91"/>
                    <a:pt x="222" y="95"/>
                  </a:cubicBezTo>
                  <a:cubicBezTo>
                    <a:pt x="225" y="98"/>
                    <a:pt x="231" y="94"/>
                    <a:pt x="225" y="89"/>
                  </a:cubicBezTo>
                  <a:cubicBezTo>
                    <a:pt x="220" y="83"/>
                    <a:pt x="215" y="82"/>
                    <a:pt x="211" y="78"/>
                  </a:cubicBezTo>
                  <a:cubicBezTo>
                    <a:pt x="207" y="73"/>
                    <a:pt x="206" y="65"/>
                    <a:pt x="209" y="62"/>
                  </a:cubicBezTo>
                  <a:cubicBezTo>
                    <a:pt x="213" y="58"/>
                    <a:pt x="219" y="61"/>
                    <a:pt x="220" y="66"/>
                  </a:cubicBezTo>
                  <a:cubicBezTo>
                    <a:pt x="220" y="71"/>
                    <a:pt x="230" y="72"/>
                    <a:pt x="228" y="66"/>
                  </a:cubicBezTo>
                  <a:cubicBezTo>
                    <a:pt x="226" y="61"/>
                    <a:pt x="219" y="58"/>
                    <a:pt x="226" y="56"/>
                  </a:cubicBezTo>
                  <a:cubicBezTo>
                    <a:pt x="228" y="55"/>
                    <a:pt x="231" y="54"/>
                    <a:pt x="233" y="54"/>
                  </a:cubicBezTo>
                  <a:cubicBezTo>
                    <a:pt x="232" y="62"/>
                    <a:pt x="232" y="62"/>
                    <a:pt x="232" y="62"/>
                  </a:cubicBezTo>
                  <a:cubicBezTo>
                    <a:pt x="242" y="67"/>
                    <a:pt x="242" y="67"/>
                    <a:pt x="242" y="67"/>
                  </a:cubicBezTo>
                  <a:cubicBezTo>
                    <a:pt x="249" y="73"/>
                    <a:pt x="249" y="73"/>
                    <a:pt x="249" y="73"/>
                  </a:cubicBezTo>
                  <a:cubicBezTo>
                    <a:pt x="246" y="81"/>
                    <a:pt x="246" y="81"/>
                    <a:pt x="246" y="81"/>
                  </a:cubicBezTo>
                  <a:cubicBezTo>
                    <a:pt x="242" y="80"/>
                    <a:pt x="242" y="80"/>
                    <a:pt x="242" y="80"/>
                  </a:cubicBezTo>
                  <a:cubicBezTo>
                    <a:pt x="236" y="88"/>
                    <a:pt x="236" y="88"/>
                    <a:pt x="236" y="88"/>
                  </a:cubicBezTo>
                  <a:cubicBezTo>
                    <a:pt x="240" y="93"/>
                    <a:pt x="240" y="93"/>
                    <a:pt x="240" y="93"/>
                  </a:cubicBezTo>
                  <a:cubicBezTo>
                    <a:pt x="248" y="98"/>
                    <a:pt x="248" y="98"/>
                    <a:pt x="248" y="98"/>
                  </a:cubicBezTo>
                  <a:cubicBezTo>
                    <a:pt x="248" y="117"/>
                    <a:pt x="248" y="117"/>
                    <a:pt x="248" y="117"/>
                  </a:cubicBezTo>
                  <a:cubicBezTo>
                    <a:pt x="241" y="118"/>
                    <a:pt x="241" y="118"/>
                    <a:pt x="241" y="118"/>
                  </a:cubicBezTo>
                  <a:cubicBezTo>
                    <a:pt x="227" y="133"/>
                    <a:pt x="227" y="133"/>
                    <a:pt x="227" y="133"/>
                  </a:cubicBezTo>
                  <a:cubicBezTo>
                    <a:pt x="227" y="138"/>
                    <a:pt x="227" y="138"/>
                    <a:pt x="227" y="138"/>
                  </a:cubicBezTo>
                  <a:cubicBezTo>
                    <a:pt x="235" y="149"/>
                    <a:pt x="235" y="149"/>
                    <a:pt x="235" y="149"/>
                  </a:cubicBezTo>
                  <a:cubicBezTo>
                    <a:pt x="241" y="149"/>
                    <a:pt x="241" y="149"/>
                    <a:pt x="241" y="149"/>
                  </a:cubicBezTo>
                  <a:cubicBezTo>
                    <a:pt x="242" y="151"/>
                    <a:pt x="242" y="151"/>
                    <a:pt x="242" y="151"/>
                  </a:cubicBezTo>
                  <a:cubicBezTo>
                    <a:pt x="245" y="156"/>
                    <a:pt x="245" y="156"/>
                    <a:pt x="245" y="156"/>
                  </a:cubicBezTo>
                  <a:cubicBezTo>
                    <a:pt x="248" y="152"/>
                    <a:pt x="248" y="152"/>
                    <a:pt x="248" y="152"/>
                  </a:cubicBezTo>
                  <a:cubicBezTo>
                    <a:pt x="253" y="153"/>
                    <a:pt x="253" y="153"/>
                    <a:pt x="253" y="153"/>
                  </a:cubicBezTo>
                  <a:cubicBezTo>
                    <a:pt x="258" y="150"/>
                    <a:pt x="258" y="150"/>
                    <a:pt x="258" y="150"/>
                  </a:cubicBezTo>
                  <a:cubicBezTo>
                    <a:pt x="258" y="150"/>
                    <a:pt x="258" y="155"/>
                    <a:pt x="258" y="156"/>
                  </a:cubicBezTo>
                  <a:cubicBezTo>
                    <a:pt x="258" y="157"/>
                    <a:pt x="260" y="157"/>
                    <a:pt x="260" y="157"/>
                  </a:cubicBezTo>
                  <a:cubicBezTo>
                    <a:pt x="261" y="162"/>
                    <a:pt x="261" y="162"/>
                    <a:pt x="261" y="162"/>
                  </a:cubicBezTo>
                  <a:cubicBezTo>
                    <a:pt x="264" y="172"/>
                    <a:pt x="264" y="172"/>
                    <a:pt x="264" y="172"/>
                  </a:cubicBezTo>
                  <a:cubicBezTo>
                    <a:pt x="260" y="176"/>
                    <a:pt x="260" y="176"/>
                    <a:pt x="260" y="176"/>
                  </a:cubicBezTo>
                  <a:cubicBezTo>
                    <a:pt x="262" y="185"/>
                    <a:pt x="262" y="185"/>
                    <a:pt x="262" y="185"/>
                  </a:cubicBezTo>
                  <a:cubicBezTo>
                    <a:pt x="256" y="195"/>
                    <a:pt x="256" y="195"/>
                    <a:pt x="256" y="195"/>
                  </a:cubicBezTo>
                  <a:cubicBezTo>
                    <a:pt x="251" y="195"/>
                    <a:pt x="251" y="195"/>
                    <a:pt x="251" y="195"/>
                  </a:cubicBezTo>
                  <a:cubicBezTo>
                    <a:pt x="251" y="203"/>
                    <a:pt x="251" y="203"/>
                    <a:pt x="251" y="203"/>
                  </a:cubicBezTo>
                  <a:cubicBezTo>
                    <a:pt x="257" y="208"/>
                    <a:pt x="257" y="208"/>
                    <a:pt x="257" y="208"/>
                  </a:cubicBezTo>
                  <a:cubicBezTo>
                    <a:pt x="251" y="215"/>
                    <a:pt x="251" y="215"/>
                    <a:pt x="251" y="215"/>
                  </a:cubicBezTo>
                  <a:cubicBezTo>
                    <a:pt x="254" y="218"/>
                    <a:pt x="254" y="218"/>
                    <a:pt x="254" y="218"/>
                  </a:cubicBezTo>
                  <a:cubicBezTo>
                    <a:pt x="255" y="224"/>
                    <a:pt x="255" y="224"/>
                    <a:pt x="255" y="224"/>
                  </a:cubicBezTo>
                  <a:cubicBezTo>
                    <a:pt x="261" y="227"/>
                    <a:pt x="261" y="227"/>
                    <a:pt x="261" y="227"/>
                  </a:cubicBezTo>
                  <a:cubicBezTo>
                    <a:pt x="265" y="232"/>
                    <a:pt x="265" y="232"/>
                    <a:pt x="265" y="232"/>
                  </a:cubicBezTo>
                  <a:cubicBezTo>
                    <a:pt x="260" y="239"/>
                    <a:pt x="260" y="239"/>
                    <a:pt x="260" y="239"/>
                  </a:cubicBezTo>
                  <a:cubicBezTo>
                    <a:pt x="263" y="243"/>
                    <a:pt x="263" y="243"/>
                    <a:pt x="263" y="243"/>
                  </a:cubicBezTo>
                  <a:cubicBezTo>
                    <a:pt x="264" y="251"/>
                    <a:pt x="264" y="251"/>
                    <a:pt x="264" y="251"/>
                  </a:cubicBezTo>
                  <a:cubicBezTo>
                    <a:pt x="259" y="253"/>
                    <a:pt x="259" y="253"/>
                    <a:pt x="259" y="253"/>
                  </a:cubicBezTo>
                  <a:cubicBezTo>
                    <a:pt x="262" y="261"/>
                    <a:pt x="262" y="261"/>
                    <a:pt x="262" y="261"/>
                  </a:cubicBezTo>
                  <a:cubicBezTo>
                    <a:pt x="268" y="260"/>
                    <a:pt x="268" y="260"/>
                    <a:pt x="268" y="260"/>
                  </a:cubicBezTo>
                  <a:cubicBezTo>
                    <a:pt x="274" y="266"/>
                    <a:pt x="274" y="266"/>
                    <a:pt x="274" y="266"/>
                  </a:cubicBezTo>
                  <a:cubicBezTo>
                    <a:pt x="277" y="277"/>
                    <a:pt x="277" y="277"/>
                    <a:pt x="277" y="277"/>
                  </a:cubicBezTo>
                  <a:cubicBezTo>
                    <a:pt x="271" y="283"/>
                    <a:pt x="271" y="283"/>
                    <a:pt x="271" y="283"/>
                  </a:cubicBezTo>
                  <a:cubicBezTo>
                    <a:pt x="274" y="289"/>
                    <a:pt x="274" y="289"/>
                    <a:pt x="274" y="289"/>
                  </a:cubicBezTo>
                  <a:cubicBezTo>
                    <a:pt x="280" y="289"/>
                    <a:pt x="280" y="289"/>
                    <a:pt x="280" y="289"/>
                  </a:cubicBezTo>
                  <a:cubicBezTo>
                    <a:pt x="286" y="294"/>
                    <a:pt x="286" y="294"/>
                    <a:pt x="286" y="294"/>
                  </a:cubicBezTo>
                  <a:cubicBezTo>
                    <a:pt x="290" y="290"/>
                    <a:pt x="290" y="290"/>
                    <a:pt x="290" y="290"/>
                  </a:cubicBezTo>
                  <a:cubicBezTo>
                    <a:pt x="290" y="305"/>
                    <a:pt x="290" y="305"/>
                    <a:pt x="290" y="305"/>
                  </a:cubicBezTo>
                  <a:cubicBezTo>
                    <a:pt x="293" y="311"/>
                    <a:pt x="293" y="311"/>
                    <a:pt x="293" y="311"/>
                  </a:cubicBezTo>
                  <a:cubicBezTo>
                    <a:pt x="284" y="319"/>
                    <a:pt x="284" y="319"/>
                    <a:pt x="284" y="319"/>
                  </a:cubicBezTo>
                  <a:cubicBezTo>
                    <a:pt x="278" y="328"/>
                    <a:pt x="278" y="328"/>
                    <a:pt x="278" y="328"/>
                  </a:cubicBezTo>
                  <a:cubicBezTo>
                    <a:pt x="284" y="335"/>
                    <a:pt x="284" y="335"/>
                    <a:pt x="284" y="335"/>
                  </a:cubicBezTo>
                  <a:cubicBezTo>
                    <a:pt x="285" y="344"/>
                    <a:pt x="285" y="344"/>
                    <a:pt x="285" y="344"/>
                  </a:cubicBezTo>
                  <a:cubicBezTo>
                    <a:pt x="279" y="348"/>
                    <a:pt x="279" y="348"/>
                    <a:pt x="279" y="348"/>
                  </a:cubicBezTo>
                  <a:cubicBezTo>
                    <a:pt x="278" y="356"/>
                    <a:pt x="278" y="356"/>
                    <a:pt x="278" y="356"/>
                  </a:cubicBezTo>
                  <a:cubicBezTo>
                    <a:pt x="268" y="366"/>
                    <a:pt x="268" y="366"/>
                    <a:pt x="268" y="366"/>
                  </a:cubicBezTo>
                  <a:cubicBezTo>
                    <a:pt x="264" y="361"/>
                    <a:pt x="264" y="361"/>
                    <a:pt x="264" y="361"/>
                  </a:cubicBezTo>
                  <a:cubicBezTo>
                    <a:pt x="257" y="358"/>
                    <a:pt x="257" y="358"/>
                    <a:pt x="257" y="358"/>
                  </a:cubicBezTo>
                  <a:cubicBezTo>
                    <a:pt x="251" y="361"/>
                    <a:pt x="251" y="361"/>
                    <a:pt x="251" y="361"/>
                  </a:cubicBezTo>
                  <a:cubicBezTo>
                    <a:pt x="245" y="352"/>
                    <a:pt x="245" y="352"/>
                    <a:pt x="245" y="352"/>
                  </a:cubicBezTo>
                  <a:cubicBezTo>
                    <a:pt x="238" y="348"/>
                    <a:pt x="238" y="348"/>
                    <a:pt x="238" y="348"/>
                  </a:cubicBezTo>
                  <a:cubicBezTo>
                    <a:pt x="233" y="352"/>
                    <a:pt x="233" y="352"/>
                    <a:pt x="233" y="352"/>
                  </a:cubicBezTo>
                  <a:cubicBezTo>
                    <a:pt x="226" y="343"/>
                    <a:pt x="226" y="343"/>
                    <a:pt x="226" y="343"/>
                  </a:cubicBezTo>
                  <a:cubicBezTo>
                    <a:pt x="224" y="336"/>
                    <a:pt x="224" y="336"/>
                    <a:pt x="224" y="336"/>
                  </a:cubicBezTo>
                  <a:cubicBezTo>
                    <a:pt x="212" y="343"/>
                    <a:pt x="212" y="343"/>
                    <a:pt x="212" y="343"/>
                  </a:cubicBezTo>
                  <a:cubicBezTo>
                    <a:pt x="209" y="348"/>
                    <a:pt x="209" y="348"/>
                    <a:pt x="209" y="348"/>
                  </a:cubicBezTo>
                  <a:cubicBezTo>
                    <a:pt x="183" y="349"/>
                    <a:pt x="183" y="349"/>
                    <a:pt x="183" y="349"/>
                  </a:cubicBezTo>
                  <a:cubicBezTo>
                    <a:pt x="171" y="340"/>
                    <a:pt x="171" y="340"/>
                    <a:pt x="171" y="340"/>
                  </a:cubicBezTo>
                  <a:cubicBezTo>
                    <a:pt x="172" y="334"/>
                    <a:pt x="172" y="334"/>
                    <a:pt x="172" y="334"/>
                  </a:cubicBezTo>
                  <a:cubicBezTo>
                    <a:pt x="162" y="330"/>
                    <a:pt x="162" y="330"/>
                    <a:pt x="162" y="330"/>
                  </a:cubicBezTo>
                  <a:cubicBezTo>
                    <a:pt x="160" y="333"/>
                    <a:pt x="160" y="333"/>
                    <a:pt x="160" y="333"/>
                  </a:cubicBezTo>
                  <a:cubicBezTo>
                    <a:pt x="150" y="326"/>
                    <a:pt x="150" y="326"/>
                    <a:pt x="150" y="326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1" y="327"/>
                    <a:pt x="141" y="327"/>
                    <a:pt x="141" y="327"/>
                  </a:cubicBezTo>
                  <a:cubicBezTo>
                    <a:pt x="132" y="319"/>
                    <a:pt x="132" y="319"/>
                    <a:pt x="132" y="319"/>
                  </a:cubicBezTo>
                  <a:cubicBezTo>
                    <a:pt x="127" y="319"/>
                    <a:pt x="127" y="319"/>
                    <a:pt x="127" y="319"/>
                  </a:cubicBezTo>
                  <a:cubicBezTo>
                    <a:pt x="123" y="311"/>
                    <a:pt x="123" y="311"/>
                    <a:pt x="123" y="311"/>
                  </a:cubicBezTo>
                  <a:cubicBezTo>
                    <a:pt x="106" y="313"/>
                    <a:pt x="106" y="313"/>
                    <a:pt x="106" y="313"/>
                  </a:cubicBezTo>
                  <a:cubicBezTo>
                    <a:pt x="102" y="303"/>
                    <a:pt x="102" y="303"/>
                    <a:pt x="102" y="303"/>
                  </a:cubicBezTo>
                  <a:cubicBezTo>
                    <a:pt x="104" y="298"/>
                    <a:pt x="104" y="298"/>
                    <a:pt x="104" y="298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5" y="277"/>
                    <a:pt x="95" y="277"/>
                    <a:pt x="95" y="277"/>
                  </a:cubicBezTo>
                  <a:cubicBezTo>
                    <a:pt x="88" y="268"/>
                    <a:pt x="88" y="268"/>
                    <a:pt x="88" y="268"/>
                  </a:cubicBezTo>
                  <a:cubicBezTo>
                    <a:pt x="79" y="267"/>
                    <a:pt x="79" y="267"/>
                    <a:pt x="79" y="267"/>
                  </a:cubicBezTo>
                  <a:cubicBezTo>
                    <a:pt x="73" y="272"/>
                    <a:pt x="73" y="272"/>
                    <a:pt x="73" y="272"/>
                  </a:cubicBezTo>
                  <a:cubicBezTo>
                    <a:pt x="68" y="266"/>
                    <a:pt x="68" y="266"/>
                    <a:pt x="68" y="266"/>
                  </a:cubicBezTo>
                  <a:cubicBezTo>
                    <a:pt x="64" y="272"/>
                    <a:pt x="64" y="272"/>
                    <a:pt x="64" y="272"/>
                  </a:cubicBezTo>
                  <a:cubicBezTo>
                    <a:pt x="56" y="272"/>
                    <a:pt x="56" y="272"/>
                    <a:pt x="56" y="272"/>
                  </a:cubicBezTo>
                  <a:cubicBezTo>
                    <a:pt x="50" y="263"/>
                    <a:pt x="50" y="263"/>
                    <a:pt x="50" y="263"/>
                  </a:cubicBezTo>
                  <a:cubicBezTo>
                    <a:pt x="54" y="256"/>
                    <a:pt x="54" y="256"/>
                    <a:pt x="54" y="256"/>
                  </a:cubicBezTo>
                  <a:cubicBezTo>
                    <a:pt x="44" y="246"/>
                    <a:pt x="44" y="246"/>
                    <a:pt x="44" y="246"/>
                  </a:cubicBezTo>
                  <a:cubicBezTo>
                    <a:pt x="31" y="251"/>
                    <a:pt x="31" y="251"/>
                    <a:pt x="31" y="251"/>
                  </a:cubicBezTo>
                  <a:cubicBezTo>
                    <a:pt x="25" y="247"/>
                    <a:pt x="25" y="247"/>
                    <a:pt x="25" y="247"/>
                  </a:cubicBezTo>
                  <a:cubicBezTo>
                    <a:pt x="12" y="246"/>
                    <a:pt x="12" y="246"/>
                    <a:pt x="12" y="246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9" y="216"/>
                    <a:pt x="9" y="216"/>
                    <a:pt x="9" y="216"/>
                  </a:cubicBezTo>
                  <a:cubicBezTo>
                    <a:pt x="10" y="198"/>
                    <a:pt x="10" y="198"/>
                    <a:pt x="10" y="198"/>
                  </a:cubicBezTo>
                  <a:cubicBezTo>
                    <a:pt x="18" y="198"/>
                    <a:pt x="18" y="198"/>
                    <a:pt x="18" y="198"/>
                  </a:cubicBezTo>
                  <a:cubicBezTo>
                    <a:pt x="19" y="191"/>
                    <a:pt x="19" y="191"/>
                    <a:pt x="19" y="191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53" y="183"/>
                    <a:pt x="53" y="183"/>
                    <a:pt x="53" y="183"/>
                  </a:cubicBezTo>
                  <a:cubicBezTo>
                    <a:pt x="55" y="175"/>
                    <a:pt x="55" y="175"/>
                    <a:pt x="55" y="175"/>
                  </a:cubicBezTo>
                  <a:cubicBezTo>
                    <a:pt x="60" y="175"/>
                    <a:pt x="60" y="175"/>
                    <a:pt x="60" y="175"/>
                  </a:cubicBezTo>
                  <a:cubicBezTo>
                    <a:pt x="67" y="169"/>
                    <a:pt x="67" y="169"/>
                    <a:pt x="67" y="169"/>
                  </a:cubicBezTo>
                  <a:cubicBezTo>
                    <a:pt x="75" y="165"/>
                    <a:pt x="75" y="165"/>
                    <a:pt x="75" y="165"/>
                  </a:cubicBezTo>
                  <a:cubicBezTo>
                    <a:pt x="69" y="161"/>
                    <a:pt x="69" y="161"/>
                    <a:pt x="69" y="161"/>
                  </a:cubicBezTo>
                  <a:cubicBezTo>
                    <a:pt x="76" y="156"/>
                    <a:pt x="76" y="156"/>
                    <a:pt x="76" y="156"/>
                  </a:cubicBezTo>
                  <a:cubicBezTo>
                    <a:pt x="70" y="150"/>
                    <a:pt x="70" y="150"/>
                    <a:pt x="70" y="150"/>
                  </a:cubicBezTo>
                  <a:cubicBezTo>
                    <a:pt x="72" y="142"/>
                    <a:pt x="72" y="142"/>
                    <a:pt x="72" y="142"/>
                  </a:cubicBezTo>
                  <a:cubicBezTo>
                    <a:pt x="78" y="138"/>
                    <a:pt x="78" y="138"/>
                    <a:pt x="78" y="138"/>
                  </a:cubicBezTo>
                  <a:cubicBezTo>
                    <a:pt x="79" y="128"/>
                    <a:pt x="79" y="128"/>
                    <a:pt x="79" y="128"/>
                  </a:cubicBezTo>
                  <a:cubicBezTo>
                    <a:pt x="72" y="123"/>
                    <a:pt x="72" y="123"/>
                    <a:pt x="72" y="123"/>
                  </a:cubicBezTo>
                  <a:cubicBezTo>
                    <a:pt x="80" y="112"/>
                    <a:pt x="80" y="112"/>
                    <a:pt x="80" y="112"/>
                  </a:cubicBezTo>
                  <a:close/>
                  <a:moveTo>
                    <a:pt x="163" y="12"/>
                  </a:moveTo>
                  <a:cubicBezTo>
                    <a:pt x="163" y="12"/>
                    <a:pt x="164" y="15"/>
                    <a:pt x="169" y="17"/>
                  </a:cubicBezTo>
                  <a:cubicBezTo>
                    <a:pt x="173" y="20"/>
                    <a:pt x="178" y="16"/>
                    <a:pt x="178" y="12"/>
                  </a:cubicBezTo>
                  <a:cubicBezTo>
                    <a:pt x="177" y="8"/>
                    <a:pt x="175" y="10"/>
                    <a:pt x="176" y="7"/>
                  </a:cubicBezTo>
                  <a:cubicBezTo>
                    <a:pt x="177" y="3"/>
                    <a:pt x="169" y="0"/>
                    <a:pt x="167" y="2"/>
                  </a:cubicBezTo>
                  <a:cubicBezTo>
                    <a:pt x="165" y="4"/>
                    <a:pt x="163" y="11"/>
                    <a:pt x="163" y="12"/>
                  </a:cubicBez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  <p:sp>
          <p:nvSpPr>
            <p:cNvPr id="86" name="Freeform 92">
              <a:extLst>
                <a:ext uri="{FF2B5EF4-FFF2-40B4-BE49-F238E27FC236}">
                  <a16:creationId xmlns:a16="http://schemas.microsoft.com/office/drawing/2014/main" id="{E8C14F3C-7A96-4143-B2B2-4D2B680AC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3170"/>
              <a:ext cx="737" cy="531"/>
            </a:xfrm>
            <a:custGeom>
              <a:avLst/>
              <a:gdLst>
                <a:gd name="T0" fmla="*/ 702 w 737"/>
                <a:gd name="T1" fmla="*/ 373 h 531"/>
                <a:gd name="T2" fmla="*/ 723 w 737"/>
                <a:gd name="T3" fmla="*/ 417 h 531"/>
                <a:gd name="T4" fmla="*/ 687 w 737"/>
                <a:gd name="T5" fmla="*/ 437 h 531"/>
                <a:gd name="T6" fmla="*/ 631 w 737"/>
                <a:gd name="T7" fmla="*/ 435 h 531"/>
                <a:gd name="T8" fmla="*/ 608 w 737"/>
                <a:gd name="T9" fmla="*/ 437 h 531"/>
                <a:gd name="T10" fmla="*/ 579 w 737"/>
                <a:gd name="T11" fmla="*/ 425 h 531"/>
                <a:gd name="T12" fmla="*/ 539 w 737"/>
                <a:gd name="T13" fmla="*/ 429 h 531"/>
                <a:gd name="T14" fmla="*/ 508 w 737"/>
                <a:gd name="T15" fmla="*/ 421 h 531"/>
                <a:gd name="T16" fmla="*/ 469 w 737"/>
                <a:gd name="T17" fmla="*/ 419 h 531"/>
                <a:gd name="T18" fmla="*/ 454 w 737"/>
                <a:gd name="T19" fmla="*/ 477 h 531"/>
                <a:gd name="T20" fmla="*/ 412 w 737"/>
                <a:gd name="T21" fmla="*/ 498 h 531"/>
                <a:gd name="T22" fmla="*/ 389 w 737"/>
                <a:gd name="T23" fmla="*/ 527 h 531"/>
                <a:gd name="T24" fmla="*/ 383 w 737"/>
                <a:gd name="T25" fmla="*/ 525 h 531"/>
                <a:gd name="T26" fmla="*/ 354 w 737"/>
                <a:gd name="T27" fmla="*/ 512 h 531"/>
                <a:gd name="T28" fmla="*/ 331 w 737"/>
                <a:gd name="T29" fmla="*/ 485 h 531"/>
                <a:gd name="T30" fmla="*/ 314 w 737"/>
                <a:gd name="T31" fmla="*/ 471 h 531"/>
                <a:gd name="T32" fmla="*/ 281 w 737"/>
                <a:gd name="T33" fmla="*/ 427 h 531"/>
                <a:gd name="T34" fmla="*/ 239 w 737"/>
                <a:gd name="T35" fmla="*/ 406 h 531"/>
                <a:gd name="T36" fmla="*/ 227 w 737"/>
                <a:gd name="T37" fmla="*/ 421 h 531"/>
                <a:gd name="T38" fmla="*/ 196 w 737"/>
                <a:gd name="T39" fmla="*/ 435 h 531"/>
                <a:gd name="T40" fmla="*/ 162 w 737"/>
                <a:gd name="T41" fmla="*/ 444 h 531"/>
                <a:gd name="T42" fmla="*/ 141 w 737"/>
                <a:gd name="T43" fmla="*/ 439 h 531"/>
                <a:gd name="T44" fmla="*/ 114 w 737"/>
                <a:gd name="T45" fmla="*/ 454 h 531"/>
                <a:gd name="T46" fmla="*/ 96 w 737"/>
                <a:gd name="T47" fmla="*/ 444 h 531"/>
                <a:gd name="T48" fmla="*/ 96 w 737"/>
                <a:gd name="T49" fmla="*/ 412 h 531"/>
                <a:gd name="T50" fmla="*/ 79 w 737"/>
                <a:gd name="T51" fmla="*/ 387 h 531"/>
                <a:gd name="T52" fmla="*/ 58 w 737"/>
                <a:gd name="T53" fmla="*/ 367 h 531"/>
                <a:gd name="T54" fmla="*/ 68 w 737"/>
                <a:gd name="T55" fmla="*/ 346 h 531"/>
                <a:gd name="T56" fmla="*/ 60 w 737"/>
                <a:gd name="T57" fmla="*/ 314 h 531"/>
                <a:gd name="T58" fmla="*/ 66 w 737"/>
                <a:gd name="T59" fmla="*/ 283 h 531"/>
                <a:gd name="T60" fmla="*/ 54 w 737"/>
                <a:gd name="T61" fmla="*/ 252 h 531"/>
                <a:gd name="T62" fmla="*/ 10 w 737"/>
                <a:gd name="T63" fmla="*/ 204 h 531"/>
                <a:gd name="T64" fmla="*/ 0 w 737"/>
                <a:gd name="T65" fmla="*/ 185 h 531"/>
                <a:gd name="T66" fmla="*/ 0 w 737"/>
                <a:gd name="T67" fmla="*/ 175 h 531"/>
                <a:gd name="T68" fmla="*/ 23 w 737"/>
                <a:gd name="T69" fmla="*/ 141 h 531"/>
                <a:gd name="T70" fmla="*/ 23 w 737"/>
                <a:gd name="T71" fmla="*/ 123 h 531"/>
                <a:gd name="T72" fmla="*/ 50 w 737"/>
                <a:gd name="T73" fmla="*/ 96 h 531"/>
                <a:gd name="T74" fmla="*/ 66 w 737"/>
                <a:gd name="T75" fmla="*/ 71 h 531"/>
                <a:gd name="T76" fmla="*/ 96 w 737"/>
                <a:gd name="T77" fmla="*/ 21 h 531"/>
                <a:gd name="T78" fmla="*/ 104 w 737"/>
                <a:gd name="T79" fmla="*/ 33 h 531"/>
                <a:gd name="T80" fmla="*/ 152 w 737"/>
                <a:gd name="T81" fmla="*/ 0 h 531"/>
                <a:gd name="T82" fmla="*/ 162 w 737"/>
                <a:gd name="T83" fmla="*/ 37 h 531"/>
                <a:gd name="T84" fmla="*/ 168 w 737"/>
                <a:gd name="T85" fmla="*/ 100 h 531"/>
                <a:gd name="T86" fmla="*/ 208 w 737"/>
                <a:gd name="T87" fmla="*/ 110 h 531"/>
                <a:gd name="T88" fmla="*/ 256 w 737"/>
                <a:gd name="T89" fmla="*/ 121 h 531"/>
                <a:gd name="T90" fmla="*/ 260 w 737"/>
                <a:gd name="T91" fmla="*/ 154 h 531"/>
                <a:gd name="T92" fmla="*/ 285 w 737"/>
                <a:gd name="T93" fmla="*/ 141 h 531"/>
                <a:gd name="T94" fmla="*/ 308 w 737"/>
                <a:gd name="T95" fmla="*/ 144 h 531"/>
                <a:gd name="T96" fmla="*/ 341 w 737"/>
                <a:gd name="T97" fmla="*/ 164 h 531"/>
                <a:gd name="T98" fmla="*/ 360 w 737"/>
                <a:gd name="T99" fmla="*/ 208 h 531"/>
                <a:gd name="T100" fmla="*/ 364 w 737"/>
                <a:gd name="T101" fmla="*/ 239 h 531"/>
                <a:gd name="T102" fmla="*/ 408 w 737"/>
                <a:gd name="T103" fmla="*/ 252 h 531"/>
                <a:gd name="T104" fmla="*/ 437 w 737"/>
                <a:gd name="T105" fmla="*/ 269 h 531"/>
                <a:gd name="T106" fmla="*/ 456 w 737"/>
                <a:gd name="T107" fmla="*/ 267 h 531"/>
                <a:gd name="T108" fmla="*/ 481 w 737"/>
                <a:gd name="T109" fmla="*/ 275 h 531"/>
                <a:gd name="T110" fmla="*/ 500 w 737"/>
                <a:gd name="T111" fmla="*/ 296 h 531"/>
                <a:gd name="T112" fmla="*/ 579 w 737"/>
                <a:gd name="T113" fmla="*/ 312 h 531"/>
                <a:gd name="T114" fmla="*/ 610 w 737"/>
                <a:gd name="T115" fmla="*/ 287 h 531"/>
                <a:gd name="T116" fmla="*/ 629 w 737"/>
                <a:gd name="T117" fmla="*/ 321 h 531"/>
                <a:gd name="T118" fmla="*/ 654 w 737"/>
                <a:gd name="T119" fmla="*/ 321 h 531"/>
                <a:gd name="T120" fmla="*/ 679 w 737"/>
                <a:gd name="T121" fmla="*/ 333 h 531"/>
                <a:gd name="T122" fmla="*/ 702 w 737"/>
                <a:gd name="T123" fmla="*/ 35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37" h="531">
                  <a:moveTo>
                    <a:pt x="702" y="350"/>
                  </a:moveTo>
                  <a:lnTo>
                    <a:pt x="702" y="373"/>
                  </a:lnTo>
                  <a:lnTo>
                    <a:pt x="737" y="396"/>
                  </a:lnTo>
                  <a:lnTo>
                    <a:pt x="723" y="417"/>
                  </a:lnTo>
                  <a:lnTo>
                    <a:pt x="708" y="421"/>
                  </a:lnTo>
                  <a:lnTo>
                    <a:pt x="687" y="437"/>
                  </a:lnTo>
                  <a:lnTo>
                    <a:pt x="658" y="421"/>
                  </a:lnTo>
                  <a:lnTo>
                    <a:pt x="631" y="435"/>
                  </a:lnTo>
                  <a:lnTo>
                    <a:pt x="627" y="450"/>
                  </a:lnTo>
                  <a:lnTo>
                    <a:pt x="608" y="437"/>
                  </a:lnTo>
                  <a:lnTo>
                    <a:pt x="596" y="442"/>
                  </a:lnTo>
                  <a:lnTo>
                    <a:pt x="579" y="425"/>
                  </a:lnTo>
                  <a:lnTo>
                    <a:pt x="564" y="431"/>
                  </a:lnTo>
                  <a:lnTo>
                    <a:pt x="539" y="429"/>
                  </a:lnTo>
                  <a:lnTo>
                    <a:pt x="533" y="421"/>
                  </a:lnTo>
                  <a:lnTo>
                    <a:pt x="508" y="421"/>
                  </a:lnTo>
                  <a:lnTo>
                    <a:pt x="496" y="414"/>
                  </a:lnTo>
                  <a:lnTo>
                    <a:pt x="469" y="419"/>
                  </a:lnTo>
                  <a:lnTo>
                    <a:pt x="454" y="454"/>
                  </a:lnTo>
                  <a:lnTo>
                    <a:pt x="454" y="477"/>
                  </a:lnTo>
                  <a:lnTo>
                    <a:pt x="435" y="481"/>
                  </a:lnTo>
                  <a:lnTo>
                    <a:pt x="412" y="498"/>
                  </a:lnTo>
                  <a:lnTo>
                    <a:pt x="410" y="510"/>
                  </a:lnTo>
                  <a:lnTo>
                    <a:pt x="389" y="527"/>
                  </a:lnTo>
                  <a:lnTo>
                    <a:pt x="383" y="531"/>
                  </a:lnTo>
                  <a:lnTo>
                    <a:pt x="383" y="525"/>
                  </a:lnTo>
                  <a:lnTo>
                    <a:pt x="369" y="517"/>
                  </a:lnTo>
                  <a:lnTo>
                    <a:pt x="354" y="512"/>
                  </a:lnTo>
                  <a:lnTo>
                    <a:pt x="331" y="500"/>
                  </a:lnTo>
                  <a:lnTo>
                    <a:pt x="331" y="485"/>
                  </a:lnTo>
                  <a:lnTo>
                    <a:pt x="314" y="485"/>
                  </a:lnTo>
                  <a:lnTo>
                    <a:pt x="314" y="471"/>
                  </a:lnTo>
                  <a:lnTo>
                    <a:pt x="306" y="450"/>
                  </a:lnTo>
                  <a:lnTo>
                    <a:pt x="281" y="427"/>
                  </a:lnTo>
                  <a:lnTo>
                    <a:pt x="258" y="423"/>
                  </a:lnTo>
                  <a:lnTo>
                    <a:pt x="239" y="406"/>
                  </a:lnTo>
                  <a:lnTo>
                    <a:pt x="227" y="404"/>
                  </a:lnTo>
                  <a:lnTo>
                    <a:pt x="227" y="421"/>
                  </a:lnTo>
                  <a:lnTo>
                    <a:pt x="208" y="425"/>
                  </a:lnTo>
                  <a:lnTo>
                    <a:pt x="196" y="435"/>
                  </a:lnTo>
                  <a:lnTo>
                    <a:pt x="173" y="435"/>
                  </a:lnTo>
                  <a:lnTo>
                    <a:pt x="162" y="444"/>
                  </a:lnTo>
                  <a:lnTo>
                    <a:pt x="148" y="437"/>
                  </a:lnTo>
                  <a:lnTo>
                    <a:pt x="141" y="439"/>
                  </a:lnTo>
                  <a:lnTo>
                    <a:pt x="139" y="454"/>
                  </a:lnTo>
                  <a:lnTo>
                    <a:pt x="114" y="454"/>
                  </a:lnTo>
                  <a:lnTo>
                    <a:pt x="102" y="450"/>
                  </a:lnTo>
                  <a:lnTo>
                    <a:pt x="96" y="444"/>
                  </a:lnTo>
                  <a:lnTo>
                    <a:pt x="93" y="427"/>
                  </a:lnTo>
                  <a:lnTo>
                    <a:pt x="96" y="412"/>
                  </a:lnTo>
                  <a:lnTo>
                    <a:pt x="83" y="408"/>
                  </a:lnTo>
                  <a:lnTo>
                    <a:pt x="79" y="387"/>
                  </a:lnTo>
                  <a:lnTo>
                    <a:pt x="62" y="381"/>
                  </a:lnTo>
                  <a:lnTo>
                    <a:pt x="58" y="367"/>
                  </a:lnTo>
                  <a:lnTo>
                    <a:pt x="66" y="356"/>
                  </a:lnTo>
                  <a:lnTo>
                    <a:pt x="68" y="346"/>
                  </a:lnTo>
                  <a:lnTo>
                    <a:pt x="58" y="331"/>
                  </a:lnTo>
                  <a:lnTo>
                    <a:pt x="60" y="314"/>
                  </a:lnTo>
                  <a:lnTo>
                    <a:pt x="60" y="294"/>
                  </a:lnTo>
                  <a:lnTo>
                    <a:pt x="66" y="283"/>
                  </a:lnTo>
                  <a:lnTo>
                    <a:pt x="66" y="262"/>
                  </a:lnTo>
                  <a:lnTo>
                    <a:pt x="54" y="252"/>
                  </a:lnTo>
                  <a:lnTo>
                    <a:pt x="48" y="235"/>
                  </a:lnTo>
                  <a:lnTo>
                    <a:pt x="10" y="204"/>
                  </a:lnTo>
                  <a:lnTo>
                    <a:pt x="12" y="194"/>
                  </a:lnTo>
                  <a:lnTo>
                    <a:pt x="0" y="185"/>
                  </a:lnTo>
                  <a:lnTo>
                    <a:pt x="2" y="185"/>
                  </a:lnTo>
                  <a:lnTo>
                    <a:pt x="0" y="175"/>
                  </a:lnTo>
                  <a:lnTo>
                    <a:pt x="18" y="156"/>
                  </a:lnTo>
                  <a:lnTo>
                    <a:pt x="23" y="141"/>
                  </a:lnTo>
                  <a:lnTo>
                    <a:pt x="25" y="137"/>
                  </a:lnTo>
                  <a:lnTo>
                    <a:pt x="23" y="123"/>
                  </a:lnTo>
                  <a:lnTo>
                    <a:pt x="29" y="104"/>
                  </a:lnTo>
                  <a:lnTo>
                    <a:pt x="50" y="96"/>
                  </a:lnTo>
                  <a:lnTo>
                    <a:pt x="50" y="77"/>
                  </a:lnTo>
                  <a:lnTo>
                    <a:pt x="66" y="71"/>
                  </a:lnTo>
                  <a:lnTo>
                    <a:pt x="64" y="52"/>
                  </a:lnTo>
                  <a:lnTo>
                    <a:pt x="96" y="21"/>
                  </a:lnTo>
                  <a:lnTo>
                    <a:pt x="108" y="25"/>
                  </a:lnTo>
                  <a:lnTo>
                    <a:pt x="104" y="33"/>
                  </a:lnTo>
                  <a:lnTo>
                    <a:pt x="118" y="31"/>
                  </a:lnTo>
                  <a:lnTo>
                    <a:pt x="152" y="0"/>
                  </a:lnTo>
                  <a:lnTo>
                    <a:pt x="164" y="0"/>
                  </a:lnTo>
                  <a:lnTo>
                    <a:pt x="162" y="37"/>
                  </a:lnTo>
                  <a:lnTo>
                    <a:pt x="143" y="69"/>
                  </a:lnTo>
                  <a:lnTo>
                    <a:pt x="168" y="100"/>
                  </a:lnTo>
                  <a:lnTo>
                    <a:pt x="196" y="102"/>
                  </a:lnTo>
                  <a:lnTo>
                    <a:pt x="208" y="110"/>
                  </a:lnTo>
                  <a:lnTo>
                    <a:pt x="235" y="100"/>
                  </a:lnTo>
                  <a:lnTo>
                    <a:pt x="256" y="121"/>
                  </a:lnTo>
                  <a:lnTo>
                    <a:pt x="248" y="135"/>
                  </a:lnTo>
                  <a:lnTo>
                    <a:pt x="260" y="154"/>
                  </a:lnTo>
                  <a:lnTo>
                    <a:pt x="277" y="154"/>
                  </a:lnTo>
                  <a:lnTo>
                    <a:pt x="285" y="141"/>
                  </a:lnTo>
                  <a:lnTo>
                    <a:pt x="296" y="154"/>
                  </a:lnTo>
                  <a:lnTo>
                    <a:pt x="308" y="144"/>
                  </a:lnTo>
                  <a:lnTo>
                    <a:pt x="327" y="146"/>
                  </a:lnTo>
                  <a:lnTo>
                    <a:pt x="341" y="164"/>
                  </a:lnTo>
                  <a:lnTo>
                    <a:pt x="346" y="194"/>
                  </a:lnTo>
                  <a:lnTo>
                    <a:pt x="360" y="208"/>
                  </a:lnTo>
                  <a:lnTo>
                    <a:pt x="356" y="219"/>
                  </a:lnTo>
                  <a:lnTo>
                    <a:pt x="364" y="239"/>
                  </a:lnTo>
                  <a:lnTo>
                    <a:pt x="400" y="235"/>
                  </a:lnTo>
                  <a:lnTo>
                    <a:pt x="408" y="252"/>
                  </a:lnTo>
                  <a:lnTo>
                    <a:pt x="419" y="252"/>
                  </a:lnTo>
                  <a:lnTo>
                    <a:pt x="437" y="269"/>
                  </a:lnTo>
                  <a:lnTo>
                    <a:pt x="448" y="262"/>
                  </a:lnTo>
                  <a:lnTo>
                    <a:pt x="456" y="267"/>
                  </a:lnTo>
                  <a:lnTo>
                    <a:pt x="477" y="281"/>
                  </a:lnTo>
                  <a:lnTo>
                    <a:pt x="481" y="275"/>
                  </a:lnTo>
                  <a:lnTo>
                    <a:pt x="502" y="283"/>
                  </a:lnTo>
                  <a:lnTo>
                    <a:pt x="500" y="296"/>
                  </a:lnTo>
                  <a:lnTo>
                    <a:pt x="525" y="314"/>
                  </a:lnTo>
                  <a:lnTo>
                    <a:pt x="579" y="312"/>
                  </a:lnTo>
                  <a:lnTo>
                    <a:pt x="585" y="302"/>
                  </a:lnTo>
                  <a:lnTo>
                    <a:pt x="610" y="287"/>
                  </a:lnTo>
                  <a:lnTo>
                    <a:pt x="614" y="302"/>
                  </a:lnTo>
                  <a:lnTo>
                    <a:pt x="629" y="321"/>
                  </a:lnTo>
                  <a:lnTo>
                    <a:pt x="639" y="312"/>
                  </a:lnTo>
                  <a:lnTo>
                    <a:pt x="654" y="321"/>
                  </a:lnTo>
                  <a:lnTo>
                    <a:pt x="667" y="339"/>
                  </a:lnTo>
                  <a:lnTo>
                    <a:pt x="679" y="333"/>
                  </a:lnTo>
                  <a:lnTo>
                    <a:pt x="694" y="339"/>
                  </a:lnTo>
                  <a:lnTo>
                    <a:pt x="702" y="350"/>
                  </a:lnTo>
                  <a:close/>
                </a:path>
              </a:pathLst>
            </a:custGeom>
            <a:grpFill/>
            <a:ln w="0" cap="rnd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en-US">
                <a:solidFill>
                  <a:srgbClr val="57565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829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839B67-60E4-4E2A-B9A0-6F6943EB8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15" y="431220"/>
            <a:ext cx="12420184" cy="15655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FFFAE8-E3C2-4FED-989F-80D246EA0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015" y="2156097"/>
            <a:ext cx="12420184" cy="5139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872FAF-6ABE-4539-A39C-C9E77E2461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015" y="7506968"/>
            <a:ext cx="3240048" cy="431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99D017-A7F8-423C-ACA5-184F8F41A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071" y="7506968"/>
            <a:ext cx="4860072" cy="431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32|34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4CBB32-748D-45AC-AE33-EE65501B6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70150" y="7506968"/>
            <a:ext cx="3240048" cy="431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9DFD5-04EB-4710-9084-194886414A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471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069" r:id="rId11"/>
    <p:sldLayoutId id="2147484071" r:id="rId12"/>
    <p:sldLayoutId id="2147483922" r:id="rId13"/>
    <p:sldLayoutId id="2147483923" r:id="rId14"/>
    <p:sldLayoutId id="2147483924" r:id="rId15"/>
    <p:sldLayoutId id="2147483926" r:id="rId16"/>
    <p:sldLayoutId id="2147483928" r:id="rId17"/>
    <p:sldLayoutId id="2147483930" r:id="rId18"/>
    <p:sldLayoutId id="2147483931" r:id="rId19"/>
    <p:sldLayoutId id="2147483932" r:id="rId20"/>
    <p:sldLayoutId id="2147483933" r:id="rId21"/>
    <p:sldLayoutId id="2147483935" r:id="rId22"/>
    <p:sldLayoutId id="2147483936" r:id="rId23"/>
    <p:sldLayoutId id="2147483938" r:id="rId24"/>
    <p:sldLayoutId id="2147483939" r:id="rId25"/>
    <p:sldLayoutId id="2147483940" r:id="rId26"/>
    <p:sldLayoutId id="2147483941" r:id="rId27"/>
    <p:sldLayoutId id="2147483942" r:id="rId28"/>
    <p:sldLayoutId id="2147483943" r:id="rId29"/>
    <p:sldLayoutId id="2147483944" r:id="rId30"/>
    <p:sldLayoutId id="2147483945" r:id="rId31"/>
    <p:sldLayoutId id="2147483946" r:id="rId32"/>
    <p:sldLayoutId id="2147483948" r:id="rId33"/>
    <p:sldLayoutId id="2147483949" r:id="rId34"/>
    <p:sldLayoutId id="2147483950" r:id="rId35"/>
    <p:sldLayoutId id="2147483951" r:id="rId36"/>
    <p:sldLayoutId id="2147483952" r:id="rId37"/>
    <p:sldLayoutId id="2147483953" r:id="rId38"/>
    <p:sldLayoutId id="2147483955" r:id="rId39"/>
    <p:sldLayoutId id="2147483956" r:id="rId40"/>
    <p:sldLayoutId id="2147483958" r:id="rId41"/>
    <p:sldLayoutId id="2147483959" r:id="rId42"/>
    <p:sldLayoutId id="2147483960" r:id="rId43"/>
    <p:sldLayoutId id="2147483961" r:id="rId44"/>
    <p:sldLayoutId id="2147483962" r:id="rId45"/>
    <p:sldLayoutId id="2147483963" r:id="rId46"/>
    <p:sldLayoutId id="2147483964" r:id="rId47"/>
    <p:sldLayoutId id="2147483965" r:id="rId48"/>
    <p:sldLayoutId id="2147484011" r:id="rId49"/>
  </p:sldLayoutIdLst>
  <p:hf sldNum="0" hdr="0" dt="0"/>
  <p:txStyles>
    <p:titleStyle>
      <a:lvl1pPr algn="l" defTabSz="1079906" rtl="0" eaLnBrk="1" latinLnBrk="0" hangingPunct="1">
        <a:lnSpc>
          <a:spcPct val="90000"/>
        </a:lnSpc>
        <a:spcBef>
          <a:spcPct val="0"/>
        </a:spcBef>
        <a:buNone/>
        <a:defRPr sz="51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77" indent="-269977" algn="l" defTabSz="107990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30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4" kern="1200">
          <a:solidFill>
            <a:schemeClr val="tx1"/>
          </a:solidFill>
          <a:latin typeface="+mn-lt"/>
          <a:ea typeface="+mn-ea"/>
          <a:cs typeface="+mn-cs"/>
        </a:defRPr>
      </a:lvl2pPr>
      <a:lvl3pPr marL="1349883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836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789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743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696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649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602" indent="-269977" algn="l" defTabSz="1079906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53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06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860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813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766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719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672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626" algn="l" defTabSz="1079906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10" Type="http://schemas.microsoft.com/office/2007/relationships/hdphoto" Target="../media/hdphoto2.wdp"/><Relationship Id="rId4" Type="http://schemas.openxmlformats.org/officeDocument/2006/relationships/image" Target="../media/image2.jpe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webp"/><Relationship Id="rId5" Type="http://schemas.openxmlformats.org/officeDocument/2006/relationships/image" Target="../media/image26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#&#1087;&#1086;&#1088;&#1090;_micro-usb"/><Relationship Id="rId5" Type="http://schemas.openxmlformats.org/officeDocument/2006/relationships/hyperlink" Target="#&#1087;&#1088;&#1077;&#1086;&#1073;&#1088;&#1072;&#1079;&#1086;&#1074;&#1072;&#1090;&#1077;&#1083;&#1100;_&#1085;&#1072;&#1087;&#1088;&#1103;&#1078;&#1077;&#1085;&#1080;&#1103;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png"/><Relationship Id="rId5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5" Type="http://schemas.openxmlformats.org/officeDocument/2006/relationships/image" Target="../media/image52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5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png"/><Relationship Id="rId5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png"/><Relationship Id="rId5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ebp"/><Relationship Id="rId3" Type="http://schemas.openxmlformats.org/officeDocument/2006/relationships/image" Target="../media/image5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webp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23"/>
          <p:cNvSpPr txBox="1">
            <a:spLocks noChangeArrowheads="1"/>
          </p:cNvSpPr>
          <p:nvPr/>
        </p:nvSpPr>
        <p:spPr bwMode="auto">
          <a:xfrm>
            <a:off x="4542567" y="3685942"/>
            <a:ext cx="9857645" cy="1853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8565" tIns="64282" rIns="128565" bIns="64282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ru-RU" sz="32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Основы программирования измерительных систем</a:t>
            </a:r>
            <a:endParaRPr lang="en-US" sz="32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>
              <a:spcBef>
                <a:spcPct val="50000"/>
              </a:spcBef>
              <a:defRPr/>
            </a:pPr>
            <a:r>
              <a:rPr lang="en-US" altLang="ru-RU" sz="32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Лекция</a:t>
            </a:r>
            <a:r>
              <a:rPr lang="ru-RU" altLang="ru-RU" sz="32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altLang="ru-RU" sz="32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4</a:t>
            </a:r>
            <a:r>
              <a:rPr lang="ru-RU" altLang="ru-RU" sz="32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 Коллекции</a:t>
            </a:r>
            <a:r>
              <a:rPr lang="en-US" altLang="ru-RU" sz="32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  <a:r>
              <a:rPr lang="ru-RU" altLang="ru-RU" sz="32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Адресная светодиодная лента</a:t>
            </a:r>
          </a:p>
        </p:txBody>
      </p:sp>
      <p:sp>
        <p:nvSpPr>
          <p:cNvPr id="6152" name="TextBox 7"/>
          <p:cNvSpPr txBox="1">
            <a:spLocks noChangeArrowheads="1"/>
          </p:cNvSpPr>
          <p:nvPr/>
        </p:nvSpPr>
        <p:spPr bwMode="auto">
          <a:xfrm>
            <a:off x="5614277" y="7017743"/>
            <a:ext cx="3171657" cy="86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8565" tIns="64282" rIns="128565" bIns="64282">
            <a:spAutoFit/>
          </a:bodyPr>
          <a:lstStyle/>
          <a:p>
            <a:pPr algn="ctr"/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г</a:t>
            </a:r>
            <a:r>
              <a:rPr kumimoji="0"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 Санкт-Петербург </a:t>
            </a:r>
          </a:p>
          <a:p>
            <a:pPr algn="ctr"/>
            <a:r>
              <a:rPr kumimoji="0"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202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6</a:t>
            </a:r>
            <a:endParaRPr kumimoji="0" lang="ru-RU" sz="24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260523" y="6042705"/>
            <a:ext cx="13879163" cy="850900"/>
          </a:xfrm>
          <a:prstGeom prst="rect">
            <a:avLst/>
          </a:prstGeom>
        </p:spPr>
        <p:txBody>
          <a:bodyPr lIns="128565" tIns="64282" rIns="128565" bIns="64282" rtlCol="0">
            <a:noAutofit/>
          </a:bodyPr>
          <a:lstStyle/>
          <a:p>
            <a:pPr marL="482117" indent="-482117" defTabSz="642823">
              <a:spcBef>
                <a:spcPct val="20000"/>
              </a:spcBef>
              <a:defRPr/>
            </a:pPr>
            <a:r>
              <a:rPr lang="ru-RU" sz="32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М.Г. </a:t>
            </a:r>
            <a:r>
              <a:rPr lang="ru-RU" sz="32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Выстрчил</a:t>
            </a:r>
            <a:r>
              <a:rPr lang="en-US" sz="3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</a:t>
            </a:r>
            <a:r>
              <a:rPr lang="ru-RU" sz="32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к.т.н., доцент каф. Маркшейдерского дела                      </a:t>
            </a:r>
          </a:p>
        </p:txBody>
      </p:sp>
      <p:sp>
        <p:nvSpPr>
          <p:cNvPr id="11" name="Название 1"/>
          <p:cNvSpPr txBox="1">
            <a:spLocks/>
          </p:cNvSpPr>
          <p:nvPr/>
        </p:nvSpPr>
        <p:spPr>
          <a:xfrm>
            <a:off x="371741" y="419101"/>
            <a:ext cx="13596050" cy="1320800"/>
          </a:xfrm>
          <a:prstGeom prst="rect">
            <a:avLst/>
          </a:prstGeom>
        </p:spPr>
        <p:txBody>
          <a:bodyPr lIns="128565" tIns="64282" rIns="128565" bIns="64282"/>
          <a:lstStyle/>
          <a:p>
            <a:pPr algn="ctr" defTabSz="64282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8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Первое высшее техническое учебное заведение России</a:t>
            </a:r>
          </a:p>
          <a:p>
            <a:pPr algn="ctr" defTabSz="64282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28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Санкт-Петербургский горный университет императрицы Екатерины</a:t>
            </a:r>
            <a:r>
              <a:rPr lang="en-US" sz="28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II</a:t>
            </a:r>
            <a:r>
              <a:rPr lang="ru-RU" sz="28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</a:p>
        </p:txBody>
      </p:sp>
      <p:pic>
        <p:nvPicPr>
          <p:cNvPr id="13" name="Рисунок 12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664BD54A-C46E-27A9-33A4-C9BA5C6DCF93}"/>
              </a:ext>
            </a:extLst>
          </p:cNvPr>
          <p:cNvGrpSpPr/>
          <p:nvPr/>
        </p:nvGrpSpPr>
        <p:grpSpPr>
          <a:xfrm>
            <a:off x="4394432" y="2349499"/>
            <a:ext cx="9994764" cy="1381918"/>
            <a:chOff x="4493660" y="2305342"/>
            <a:chExt cx="9897028" cy="1332001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C5A0655B-D608-C96F-30F8-5EF3295A3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304037" y="2305342"/>
              <a:ext cx="2159854" cy="1332000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EC5F8905-956D-09F0-BB6F-43473DABB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397809" y="2305342"/>
              <a:ext cx="1996440" cy="13320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7" name="Рисунок 6" descr="Изображение выглядит как микроскоп, в помещении, Научный прибор, раб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89302D6F-412E-67DC-5108-8F73D7065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7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98849" y="2305343"/>
              <a:ext cx="1996440" cy="13320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DA635F89-769E-83E7-756A-FB8E38A974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2394249" y="2305342"/>
              <a:ext cx="1996439" cy="13320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pic>
          <p:nvPicPr>
            <p:cNvPr id="16" name="Picture 5" descr="Gorniy_Elki (1)">
              <a:extLst>
                <a:ext uri="{FF2B5EF4-FFF2-40B4-BE49-F238E27FC236}">
                  <a16:creationId xmlns:a16="http://schemas.microsoft.com/office/drawing/2014/main" id="{51D4FAC0-0C5C-3635-B9D0-FF72E274D3C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colorTemperature colorTemp="7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493660" y="2305342"/>
              <a:ext cx="1905189" cy="133200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74" name="Прямоугольник 7"/>
          <p:cNvSpPr>
            <a:spLocks noChangeArrowheads="1"/>
          </p:cNvSpPr>
          <p:nvPr/>
        </p:nvSpPr>
        <p:spPr bwMode="auto">
          <a:xfrm flipH="1">
            <a:off x="-6" y="2349497"/>
            <a:ext cx="4383417" cy="330179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algn="ctr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lIns="128565" tIns="64282" rIns="128565" bIns="64282"/>
          <a:lstStyle/>
          <a:p>
            <a:pPr algn="ctr" defTabSz="1466441">
              <a:defRPr/>
            </a:pPr>
            <a:endParaRPr kumimoji="0" lang="ru-RU" dirty="0">
              <a:solidFill>
                <a:srgbClr val="92D050"/>
              </a:solidFill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006869"/>
      </p:ext>
    </p:ext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азвание 1">
            <a:extLst>
              <a:ext uri="{FF2B5EF4-FFF2-40B4-BE49-F238E27FC236}">
                <a16:creationId xmlns:a16="http://schemas.microsoft.com/office/drawing/2014/main" id="{660E70D1-752B-4D23-B223-17BC242DCF5C}"/>
              </a:ext>
            </a:extLst>
          </p:cNvPr>
          <p:cNvSpPr txBox="1">
            <a:spLocks/>
          </p:cNvSpPr>
          <p:nvPr/>
        </p:nvSpPr>
        <p:spPr>
          <a:xfrm>
            <a:off x="927998" y="202322"/>
            <a:ext cx="12542629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en-US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</a:t>
            </a:r>
            <a:r>
              <a:rPr lang="ru-RU" sz="4000" b="1" dirty="0" err="1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ветодиодная</a:t>
            </a: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лента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987903-57A5-804C-BE87-B5ED7223B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961" y="4382443"/>
            <a:ext cx="11972701" cy="33201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23A89A-A56B-DC4C-9618-4F5DBC8731D3}"/>
              </a:ext>
            </a:extLst>
          </p:cNvPr>
          <p:cNvSpPr txBox="1"/>
          <p:nvPr/>
        </p:nvSpPr>
        <p:spPr>
          <a:xfrm>
            <a:off x="5280711" y="1133923"/>
            <a:ext cx="79519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Обычная светодиодная лента</a:t>
            </a:r>
            <a:endParaRPr lang="en-US" sz="24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Представляет собой ленту с напаянными светодиодами и резисторами, на питание имеет два провода: плюс и минус.</a:t>
            </a:r>
            <a:endParaRPr lang="en-US" sz="24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endParaRPr lang="en-US" sz="24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Напряжение бывает разное: 5 и 12 вольт постоянного тока и 220 переменного. Светит такая лента одним цветом, которой зависит от светодиодов.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5CF9574-AA92-2D45-8BFE-A852E4C7B42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0756"/>
          <a:stretch/>
        </p:blipFill>
        <p:spPr>
          <a:xfrm>
            <a:off x="403911" y="1159445"/>
            <a:ext cx="4876800" cy="302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азвание 1">
            <a:extLst>
              <a:ext uri="{FF2B5EF4-FFF2-40B4-BE49-F238E27FC236}">
                <a16:creationId xmlns:a16="http://schemas.microsoft.com/office/drawing/2014/main" id="{660E70D1-752B-4D23-B223-17BC242DCF5C}"/>
              </a:ext>
            </a:extLst>
          </p:cNvPr>
          <p:cNvSpPr txBox="1">
            <a:spLocks/>
          </p:cNvSpPr>
          <p:nvPr/>
        </p:nvSpPr>
        <p:spPr>
          <a:xfrm>
            <a:off x="927998" y="202322"/>
            <a:ext cx="12542629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en-US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RGB</a:t>
            </a: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светодиодная лента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23A89A-A56B-DC4C-9618-4F5DBC8731D3}"/>
              </a:ext>
            </a:extLst>
          </p:cNvPr>
          <p:cNvSpPr txBox="1"/>
          <p:nvPr/>
        </p:nvSpPr>
        <p:spPr>
          <a:xfrm>
            <a:off x="6856293" y="1418222"/>
            <a:ext cx="72041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RGB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светодиодная лента</a:t>
            </a:r>
            <a:endParaRPr lang="en-US" sz="24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endParaRPr lang="en-US" sz="24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На этой ленте стоят </a:t>
            </a:r>
            <a:r>
              <a:rPr lang="en-US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RGB</a:t>
            </a: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светодиоды. </a:t>
            </a:r>
            <a:endParaRPr lang="en-US" sz="24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endParaRPr lang="en-US" sz="24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Такой светодиод имеет уже 4 выхода, один общий +12 (анод), и три минуса (катода) на каждый цвет, т.е. внутри одного светодиода находится три светодиода разных цветов. </a:t>
            </a:r>
            <a:endParaRPr lang="en-US" sz="24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endParaRPr lang="en-US" sz="24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Соответственно такие же выходы имеет и лента: 12, </a:t>
            </a:r>
            <a:r>
              <a:rPr lang="en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G, R, B. </a:t>
            </a:r>
          </a:p>
          <a:p>
            <a:endParaRPr lang="en-US" sz="24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Подавая питание на общий 12 и любой из цветов, мы включаем этот цвет. 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2ED96B7-9D19-0845-8742-1114187A48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2387"/>
          <a:stretch/>
        </p:blipFill>
        <p:spPr>
          <a:xfrm>
            <a:off x="1120014" y="1077018"/>
            <a:ext cx="5552502" cy="323391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3D5C460-7B5F-EF48-B415-B0D1F48B60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7795"/>
          <a:stretch/>
        </p:blipFill>
        <p:spPr>
          <a:xfrm>
            <a:off x="1120014" y="4434205"/>
            <a:ext cx="5552502" cy="294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58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66E2563-55BF-7B47-9CEF-5DB6B8C10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001" y="202322"/>
            <a:ext cx="6045200" cy="3962400"/>
          </a:xfrm>
          <a:prstGeom prst="rect">
            <a:avLst/>
          </a:prstGeom>
        </p:spPr>
      </p:pic>
      <p:sp>
        <p:nvSpPr>
          <p:cNvPr id="8" name="Название 1">
            <a:extLst>
              <a:ext uri="{FF2B5EF4-FFF2-40B4-BE49-F238E27FC236}">
                <a16:creationId xmlns:a16="http://schemas.microsoft.com/office/drawing/2014/main" id="{660E70D1-752B-4D23-B223-17BC242DCF5C}"/>
              </a:ext>
            </a:extLst>
          </p:cNvPr>
          <p:cNvSpPr txBox="1">
            <a:spLocks/>
          </p:cNvSpPr>
          <p:nvPr/>
        </p:nvSpPr>
        <p:spPr>
          <a:xfrm>
            <a:off x="927998" y="202322"/>
            <a:ext cx="12542629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Адресная светодиодная лента (АСЛ)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23A89A-A56B-DC4C-9618-4F5DBC8731D3}"/>
              </a:ext>
            </a:extLst>
          </p:cNvPr>
          <p:cNvSpPr txBox="1"/>
          <p:nvPr/>
        </p:nvSpPr>
        <p:spPr>
          <a:xfrm>
            <a:off x="295157" y="1762848"/>
            <a:ext cx="72041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Адресная светодиодная лента</a:t>
            </a:r>
            <a:r>
              <a:rPr lang="en-US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представляет собой ленту из адресных диодов, один такой светодиод состоит из </a:t>
            </a:r>
            <a:r>
              <a:rPr lang="en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RGB </a:t>
            </a: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светодиода и контроллера. </a:t>
            </a:r>
          </a:p>
          <a:p>
            <a:endParaRPr lang="en-US" sz="24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Внутри каждого светодиода находится контроллер с тремя транзисторными выходами! </a:t>
            </a:r>
          </a:p>
          <a:p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Благодаря этому у нас есть возможность управлять цветом (яркостью </a:t>
            </a:r>
            <a:r>
              <a:rPr lang="en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RGB) </a:t>
            </a: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любого светодиода в ленте.</a:t>
            </a:r>
          </a:p>
          <a:p>
            <a:endParaRPr lang="ru-RU" sz="24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Адресная лента может иметь 3-4 контакта для подключения, два из них всегда питание (5</a:t>
            </a:r>
            <a:r>
              <a:rPr lang="en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 </a:t>
            </a: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и </a:t>
            </a:r>
            <a:r>
              <a:rPr lang="en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GND </a:t>
            </a: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например), и остальные (один или два) – логические, для управления.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C033816-5A40-914B-83A1-65C4ADC0454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210"/>
          <a:stretch/>
        </p:blipFill>
        <p:spPr>
          <a:xfrm>
            <a:off x="7573214" y="3827417"/>
            <a:ext cx="6186537" cy="350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50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азвание 1">
            <a:extLst>
              <a:ext uri="{FF2B5EF4-FFF2-40B4-BE49-F238E27FC236}">
                <a16:creationId xmlns:a16="http://schemas.microsoft.com/office/drawing/2014/main" id="{660E70D1-752B-4D23-B223-17BC242DCF5C}"/>
              </a:ext>
            </a:extLst>
          </p:cNvPr>
          <p:cNvSpPr txBox="1">
            <a:spLocks/>
          </p:cNvSpPr>
          <p:nvPr/>
        </p:nvSpPr>
        <p:spPr>
          <a:xfrm>
            <a:off x="927998" y="202322"/>
            <a:ext cx="12542629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Варианты исполнения АСЛ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801067B-2EAA-A842-BBDE-FCF595724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527" y="1241458"/>
            <a:ext cx="11976100" cy="35179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CA8C47F-70D4-3D47-96B9-CD43AB4651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529" y="4882997"/>
            <a:ext cx="5132512" cy="307244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A3595E8-B932-1E49-9996-F04FF0A5E76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50000"/>
          <a:stretch/>
        </p:blipFill>
        <p:spPr>
          <a:xfrm>
            <a:off x="802712" y="4678486"/>
            <a:ext cx="5818711" cy="290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33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838F8E-8022-EE4B-8F30-A87A1F952B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08" t="7908" r="6648"/>
          <a:stretch/>
        </p:blipFill>
        <p:spPr>
          <a:xfrm>
            <a:off x="1766798" y="878541"/>
            <a:ext cx="10892783" cy="7018562"/>
          </a:xfrm>
          <a:prstGeom prst="rect">
            <a:avLst/>
          </a:prstGeom>
        </p:spPr>
      </p:pic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sp>
        <p:nvSpPr>
          <p:cNvPr id="11" name="Название 1">
            <a:extLst>
              <a:ext uri="{FF2B5EF4-FFF2-40B4-BE49-F238E27FC236}">
                <a16:creationId xmlns:a16="http://schemas.microsoft.com/office/drawing/2014/main" id="{67FAF966-3CB1-E440-AEB0-788D94711E3C}"/>
              </a:ext>
            </a:extLst>
          </p:cNvPr>
          <p:cNvSpPr txBox="1">
            <a:spLocks/>
          </p:cNvSpPr>
          <p:nvPr/>
        </p:nvSpPr>
        <p:spPr>
          <a:xfrm>
            <a:off x="927998" y="202322"/>
            <a:ext cx="12542629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Варианты исполнения АСЛ</a:t>
            </a:r>
          </a:p>
        </p:txBody>
      </p:sp>
    </p:spTree>
    <p:extLst>
      <p:ext uri="{BB962C8B-B14F-4D97-AF65-F5344CB8AC3E}">
        <p14:creationId xmlns:p14="http://schemas.microsoft.com/office/powerpoint/2010/main" val="3852936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азвание 1">
            <a:extLst>
              <a:ext uri="{FF2B5EF4-FFF2-40B4-BE49-F238E27FC236}">
                <a16:creationId xmlns:a16="http://schemas.microsoft.com/office/drawing/2014/main" id="{660E70D1-752B-4D23-B223-17BC242DCF5C}"/>
              </a:ext>
            </a:extLst>
          </p:cNvPr>
          <p:cNvSpPr txBox="1">
            <a:spLocks/>
          </p:cNvSpPr>
          <p:nvPr/>
        </p:nvSpPr>
        <p:spPr>
          <a:xfrm>
            <a:off x="927998" y="202322"/>
            <a:ext cx="12542629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Принцип работы АСЛ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8141E96-6523-EE4F-9404-3D4A9D29D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663" y="1196474"/>
            <a:ext cx="8644287" cy="61359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36BFF04-A751-AB41-B31A-5B289DA1FFA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6572" t="21387" r="33784" b="11184"/>
          <a:stretch/>
        </p:blipFill>
        <p:spPr>
          <a:xfrm>
            <a:off x="332168" y="2097741"/>
            <a:ext cx="4675403" cy="447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46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3A08C9-3907-D24B-B455-BB667F044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37" y="1730634"/>
            <a:ext cx="4717033" cy="537856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8F49689-287F-BD43-B603-66AC91EAE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803" y="2041812"/>
            <a:ext cx="7013665" cy="432697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E114277-E3DB-A746-87A1-9FD034942C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604" y="903635"/>
            <a:ext cx="6083300" cy="2882900"/>
          </a:xfrm>
          <a:prstGeom prst="rect">
            <a:avLst/>
          </a:prstGeom>
        </p:spPr>
      </p:pic>
      <p:sp>
        <p:nvSpPr>
          <p:cNvPr id="11" name="Название 1">
            <a:extLst>
              <a:ext uri="{FF2B5EF4-FFF2-40B4-BE49-F238E27FC236}">
                <a16:creationId xmlns:a16="http://schemas.microsoft.com/office/drawing/2014/main" id="{930B61E0-3D71-A447-B00E-1772FF7B2779}"/>
              </a:ext>
            </a:extLst>
          </p:cNvPr>
          <p:cNvSpPr txBox="1">
            <a:spLocks/>
          </p:cNvSpPr>
          <p:nvPr/>
        </p:nvSpPr>
        <p:spPr>
          <a:xfrm>
            <a:off x="927998" y="202322"/>
            <a:ext cx="12542629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Принцип работы АСЛ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8CDA81-6D2F-794D-B626-2F8C3D8500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5696" y="5773390"/>
            <a:ext cx="45974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02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D45053-208A-CE44-8D2F-640279986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095" y="857015"/>
            <a:ext cx="8390929" cy="33649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59CF21-085A-0A4A-BECF-77866EBED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095" y="4421245"/>
            <a:ext cx="8390929" cy="270451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45AB23E-66F3-DD4C-8914-2E937829AC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070" y="6615956"/>
            <a:ext cx="6443863" cy="1281147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1387CBE-2D7C-A947-BE95-0711331F1E2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654" r="6335"/>
          <a:stretch/>
        </p:blipFill>
        <p:spPr>
          <a:xfrm>
            <a:off x="149070" y="1363563"/>
            <a:ext cx="5232209" cy="2882900"/>
          </a:xfrm>
          <a:prstGeom prst="rect">
            <a:avLst/>
          </a:prstGeom>
        </p:spPr>
      </p:pic>
      <p:sp>
        <p:nvSpPr>
          <p:cNvPr id="12" name="Название 1">
            <a:extLst>
              <a:ext uri="{FF2B5EF4-FFF2-40B4-BE49-F238E27FC236}">
                <a16:creationId xmlns:a16="http://schemas.microsoft.com/office/drawing/2014/main" id="{10430C58-0AEA-424F-9511-FF6D904464E4}"/>
              </a:ext>
            </a:extLst>
          </p:cNvPr>
          <p:cNvSpPr txBox="1">
            <a:spLocks/>
          </p:cNvSpPr>
          <p:nvPr/>
        </p:nvSpPr>
        <p:spPr>
          <a:xfrm>
            <a:off x="927998" y="202322"/>
            <a:ext cx="12542629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Принцип работы АСЛ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AECF754-28A4-2347-8CE7-3475963B53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327" y="4570893"/>
            <a:ext cx="5079364" cy="157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20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CF7720-49DC-3248-842D-0932A09BC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193" y="1716297"/>
            <a:ext cx="10710575" cy="5773418"/>
          </a:xfrm>
          <a:prstGeom prst="rect">
            <a:avLst/>
          </a:prstGeom>
        </p:spPr>
      </p:pic>
      <p:sp>
        <p:nvSpPr>
          <p:cNvPr id="8" name="Название 1">
            <a:extLst>
              <a:ext uri="{FF2B5EF4-FFF2-40B4-BE49-F238E27FC236}">
                <a16:creationId xmlns:a16="http://schemas.microsoft.com/office/drawing/2014/main" id="{660E70D1-752B-4D23-B223-17BC242DCF5C}"/>
              </a:ext>
            </a:extLst>
          </p:cNvPr>
          <p:cNvSpPr txBox="1">
            <a:spLocks/>
          </p:cNvSpPr>
          <p:nvPr/>
        </p:nvSpPr>
        <p:spPr>
          <a:xfrm>
            <a:off x="927998" y="202322"/>
            <a:ext cx="12542629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Подключение АСЛ</a:t>
            </a: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FD3D8B-A0AF-864F-9D7E-9875351316E3}"/>
              </a:ext>
            </a:extLst>
          </p:cNvPr>
          <p:cNvSpPr txBox="1"/>
          <p:nvPr/>
        </p:nvSpPr>
        <p:spPr>
          <a:xfrm>
            <a:off x="5748839" y="5198644"/>
            <a:ext cx="87684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u="sng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Для одного диода</a:t>
            </a:r>
            <a:endParaRPr lang="en-US" sz="2400" b="1" u="sng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algn="l"/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- Напряжение питания- 5 В;</a:t>
            </a:r>
            <a:b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</a:br>
            <a:endParaRPr lang="ru-RU" sz="24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algn="l"/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- Потребляем ток в режиме покоя- 1 мА;</a:t>
            </a:r>
            <a:b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</a:br>
            <a:endParaRPr lang="ru-RU" sz="24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algn="l"/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- </a:t>
            </a:r>
            <a:r>
              <a:rPr lang="ru-RU" sz="2400" b="1" dirty="0">
                <a:solidFill>
                  <a:srgbClr val="FF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Потребляемый ток при максимальной яркости- 60 мА;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7F2465D-27CE-C747-86C4-A29F645E6A5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242" t="1647" r="16328" b="1235"/>
          <a:stretch/>
        </p:blipFill>
        <p:spPr>
          <a:xfrm>
            <a:off x="384820" y="2683373"/>
            <a:ext cx="3063774" cy="48063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F0951D-08DA-3F40-911B-03B9C04CCB11}"/>
              </a:ext>
            </a:extLst>
          </p:cNvPr>
          <p:cNvSpPr txBox="1"/>
          <p:nvPr/>
        </p:nvSpPr>
        <p:spPr>
          <a:xfrm>
            <a:off x="5564051" y="1369967"/>
            <a:ext cx="81321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Обычный порт 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USB 2.0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обеспечивает до 500 мА (0.5 А), </a:t>
            </a:r>
          </a:p>
          <a:p>
            <a:r>
              <a:rPr lang="en-US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            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а порт 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USB 3.0 -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до 900 мА (0.9 А)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D028537-4DBF-134C-9B52-548451782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9480" y="2462630"/>
            <a:ext cx="50038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606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7F2465D-27CE-C747-86C4-A29F645E6A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178" t="1647" r="16328" b="1235"/>
          <a:stretch/>
        </p:blipFill>
        <p:spPr>
          <a:xfrm>
            <a:off x="281577" y="1501345"/>
            <a:ext cx="2838300" cy="65096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232754-1E49-D44F-B38B-D75C1052DD81}"/>
              </a:ext>
            </a:extLst>
          </p:cNvPr>
          <p:cNvSpPr txBox="1"/>
          <p:nvPr/>
        </p:nvSpPr>
        <p:spPr>
          <a:xfrm>
            <a:off x="5303518" y="3173369"/>
            <a:ext cx="864761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</a:t>
            </a:r>
            <a:r>
              <a:rPr lang="ru-RU" sz="24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External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ru-RU" sz="24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Power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ru-RU" sz="24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Input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) Входной </a:t>
            </a:r>
            <a:r>
              <a:rPr lang="ru-RU" sz="24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пин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для внешнего источника питания с напряжением от 1,8 до 5,5 В. </a:t>
            </a:r>
          </a:p>
          <a:p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Питание поступает на 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  <a:hlinkClick r:id="rId5" tooltip="products:raspberry-pi-pico ↵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универсальный 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  <a:hlinkClick r:id="rId5" tooltip="products:raspberry-pi-pico ↵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DC-DC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  <a:hlinkClick r:id="rId5" tooltip="products:raspberry-pi-pico ↵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преобразователь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который при низком входном напряжении поднимет питание до 3,3 вольт, а при высоком — понизит до 3,3 вольт. </a:t>
            </a:r>
          </a:p>
          <a:p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Максимальный выходной ток 800 мА.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CFBEF9-0384-E54D-97EA-ADB863441EEA}"/>
              </a:ext>
            </a:extLst>
          </p:cNvPr>
          <p:cNvSpPr txBox="1"/>
          <p:nvPr/>
        </p:nvSpPr>
        <p:spPr>
          <a:xfrm>
            <a:off x="5303519" y="6340242"/>
            <a:ext cx="86476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Выходной </a:t>
            </a:r>
            <a:r>
              <a:rPr lang="ru-RU" sz="24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пин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с 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  <a:hlinkClick r:id="rId5" tooltip="products:raspberry-pi-pico ↵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DC-DC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  <a:hlinkClick r:id="rId5" tooltip="products:raspberry-pi-pico ↵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преобразователя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 с напряжением 3,3 В и максимальным током 800 мА.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C11E50-0220-B549-8FAF-8DC411260919}"/>
              </a:ext>
            </a:extLst>
          </p:cNvPr>
          <p:cNvSpPr txBox="1"/>
          <p:nvPr/>
        </p:nvSpPr>
        <p:spPr>
          <a:xfrm>
            <a:off x="5303520" y="928186"/>
            <a:ext cx="864761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(USB </a:t>
            </a:r>
            <a:r>
              <a:rPr lang="ru-RU" sz="24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Power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ru-RU" sz="24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Input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) - это входное напряжение микро-USB. </a:t>
            </a:r>
          </a:p>
          <a:p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Входной </a:t>
            </a:r>
            <a:r>
              <a:rPr lang="ru-RU" sz="24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пин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для внешнего источника питания с напряжением ровно 5 В. Дублирует питание от 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  <a:hlinkClick r:id="rId6" tooltip="products:raspberry-pi-pico ↵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USB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 </a:t>
            </a:r>
            <a:endParaRPr lang="ru-RU" sz="24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Линия 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VBUS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связана с линией 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VSYS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через обратный диод.</a:t>
            </a:r>
            <a:b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</a:b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VBUS = 5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В → 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VSYS = 5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В, 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VSYS = 5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В → 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VBUS ≠ 5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В.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F4BD9C-80BE-464F-8DB5-2B82A5F0B2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5967" y="6280557"/>
            <a:ext cx="1933340" cy="83099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CF1168D-6BA6-2F40-BE67-A13D11400F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2303" y="3815356"/>
            <a:ext cx="1761046" cy="940833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FA3913F-B208-E649-B375-4FEF163486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8119" y="1346198"/>
            <a:ext cx="1705230" cy="944790"/>
          </a:xfrm>
          <a:prstGeom prst="rect">
            <a:avLst/>
          </a:prstGeom>
        </p:spPr>
      </p:pic>
      <p:sp>
        <p:nvSpPr>
          <p:cNvPr id="12" name="Название 1">
            <a:extLst>
              <a:ext uri="{FF2B5EF4-FFF2-40B4-BE49-F238E27FC236}">
                <a16:creationId xmlns:a16="http://schemas.microsoft.com/office/drawing/2014/main" id="{F40951C6-72BF-DE43-A2BE-B386C5901A04}"/>
              </a:ext>
            </a:extLst>
          </p:cNvPr>
          <p:cNvSpPr txBox="1">
            <a:spLocks/>
          </p:cNvSpPr>
          <p:nvPr/>
        </p:nvSpPr>
        <p:spPr>
          <a:xfrm>
            <a:off x="927998" y="202322"/>
            <a:ext cx="12542629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Подключение АСЛ</a:t>
            </a:r>
          </a:p>
        </p:txBody>
      </p:sp>
    </p:spTree>
    <p:extLst>
      <p:ext uri="{BB962C8B-B14F-4D97-AF65-F5344CB8AC3E}">
        <p14:creationId xmlns:p14="http://schemas.microsoft.com/office/powerpoint/2010/main" val="3012524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752D64-965D-AB4A-8970-BE7714D24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37" y="602508"/>
            <a:ext cx="12433118" cy="35838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4BE008-D370-A844-9643-11F3C4E09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196" y="3870832"/>
            <a:ext cx="7510599" cy="3583825"/>
          </a:xfrm>
          <a:prstGeom prst="rect">
            <a:avLst/>
          </a:prstGeom>
        </p:spPr>
      </p:pic>
      <p:sp>
        <p:nvSpPr>
          <p:cNvPr id="13" name="Название 1">
            <a:extLst>
              <a:ext uri="{FF2B5EF4-FFF2-40B4-BE49-F238E27FC236}">
                <a16:creationId xmlns:a16="http://schemas.microsoft.com/office/drawing/2014/main" id="{6CE76CF9-9BFC-4B40-9B68-E8F689EF0D8F}"/>
              </a:ext>
            </a:extLst>
          </p:cNvPr>
          <p:cNvSpPr txBox="1">
            <a:spLocks/>
          </p:cNvSpPr>
          <p:nvPr/>
        </p:nvSpPr>
        <p:spPr>
          <a:xfrm>
            <a:off x="7603119" y="213783"/>
            <a:ext cx="3709316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Работа с АСЛ</a:t>
            </a:r>
          </a:p>
        </p:txBody>
      </p:sp>
    </p:spTree>
    <p:extLst>
      <p:ext uri="{BB962C8B-B14F-4D97-AF65-F5344CB8AC3E}">
        <p14:creationId xmlns:p14="http://schemas.microsoft.com/office/powerpoint/2010/main" val="2487336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C5E80D0-7FB1-1340-9178-D4782C04C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54" y="383397"/>
            <a:ext cx="11200538" cy="3228537"/>
          </a:xfrm>
          <a:prstGeom prst="rect">
            <a:avLst/>
          </a:prstGeom>
        </p:spPr>
      </p:pic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E856C9-736F-FC44-B10D-6A4E314448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625" y="3319564"/>
            <a:ext cx="5552796" cy="4462521"/>
          </a:xfrm>
          <a:prstGeom prst="rect">
            <a:avLst/>
          </a:prstGeom>
        </p:spPr>
      </p:pic>
      <p:sp>
        <p:nvSpPr>
          <p:cNvPr id="12" name="Название 1">
            <a:extLst>
              <a:ext uri="{FF2B5EF4-FFF2-40B4-BE49-F238E27FC236}">
                <a16:creationId xmlns:a16="http://schemas.microsoft.com/office/drawing/2014/main" id="{D11CF947-A305-8C4D-AC54-5C2AF22D1BB0}"/>
              </a:ext>
            </a:extLst>
          </p:cNvPr>
          <p:cNvSpPr txBox="1">
            <a:spLocks/>
          </p:cNvSpPr>
          <p:nvPr/>
        </p:nvSpPr>
        <p:spPr>
          <a:xfrm>
            <a:off x="7603119" y="213783"/>
            <a:ext cx="3709316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Работа с АСЛ</a:t>
            </a:r>
          </a:p>
        </p:txBody>
      </p:sp>
    </p:spTree>
    <p:extLst>
      <p:ext uri="{BB962C8B-B14F-4D97-AF65-F5344CB8AC3E}">
        <p14:creationId xmlns:p14="http://schemas.microsoft.com/office/powerpoint/2010/main" val="2740737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6E9266-0873-6940-8C95-E0F7380EB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176" y="892155"/>
            <a:ext cx="7489049" cy="6632066"/>
          </a:xfrm>
          <a:prstGeom prst="rect">
            <a:avLst/>
          </a:prstGeom>
        </p:spPr>
      </p:pic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8508AC-ECA5-D744-AA59-DD8E7211B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535" y="892155"/>
            <a:ext cx="5610772" cy="6934526"/>
          </a:xfrm>
          <a:prstGeom prst="rect">
            <a:avLst/>
          </a:prstGeom>
        </p:spPr>
      </p:pic>
      <p:sp>
        <p:nvSpPr>
          <p:cNvPr id="11" name="Название 1">
            <a:extLst>
              <a:ext uri="{FF2B5EF4-FFF2-40B4-BE49-F238E27FC236}">
                <a16:creationId xmlns:a16="http://schemas.microsoft.com/office/drawing/2014/main" id="{566BD429-C429-5A48-86BD-FC5BD5DBB093}"/>
              </a:ext>
            </a:extLst>
          </p:cNvPr>
          <p:cNvSpPr txBox="1">
            <a:spLocks/>
          </p:cNvSpPr>
          <p:nvPr/>
        </p:nvSpPr>
        <p:spPr>
          <a:xfrm>
            <a:off x="7603119" y="213783"/>
            <a:ext cx="3709316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Работа с АСЛ</a:t>
            </a:r>
          </a:p>
        </p:txBody>
      </p:sp>
    </p:spTree>
    <p:extLst>
      <p:ext uri="{BB962C8B-B14F-4D97-AF65-F5344CB8AC3E}">
        <p14:creationId xmlns:p14="http://schemas.microsoft.com/office/powerpoint/2010/main" val="1658476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22F836B-7A20-2740-8BB1-D4AD44848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34" y="4376064"/>
            <a:ext cx="6815883" cy="356212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780B35D-B190-724F-BF33-0634AEE0691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46" t="23508" r="22114" b="10243"/>
          <a:stretch/>
        </p:blipFill>
        <p:spPr>
          <a:xfrm>
            <a:off x="1228447" y="184103"/>
            <a:ext cx="4933629" cy="4536165"/>
          </a:xfrm>
          <a:prstGeom prst="rect">
            <a:avLst/>
          </a:prstGeom>
        </p:spPr>
      </p:pic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2BDA12-310E-504A-B7A7-1B62F8545E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7086" y="943171"/>
            <a:ext cx="6528124" cy="6865786"/>
          </a:xfrm>
          <a:prstGeom prst="rect">
            <a:avLst/>
          </a:prstGeom>
        </p:spPr>
      </p:pic>
      <p:sp>
        <p:nvSpPr>
          <p:cNvPr id="13" name="Название 1">
            <a:extLst>
              <a:ext uri="{FF2B5EF4-FFF2-40B4-BE49-F238E27FC236}">
                <a16:creationId xmlns:a16="http://schemas.microsoft.com/office/drawing/2014/main" id="{71D5F1CB-8941-A34C-8CC3-0EC795BB0E1E}"/>
              </a:ext>
            </a:extLst>
          </p:cNvPr>
          <p:cNvSpPr txBox="1">
            <a:spLocks/>
          </p:cNvSpPr>
          <p:nvPr/>
        </p:nvSpPr>
        <p:spPr>
          <a:xfrm>
            <a:off x="5300467" y="213782"/>
            <a:ext cx="7920497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 err="1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Рефакторинг</a:t>
            </a: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«цветового круга»</a:t>
            </a:r>
          </a:p>
        </p:txBody>
      </p:sp>
    </p:spTree>
    <p:extLst>
      <p:ext uri="{BB962C8B-B14F-4D97-AF65-F5344CB8AC3E}">
        <p14:creationId xmlns:p14="http://schemas.microsoft.com/office/powerpoint/2010/main" val="2216579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22F836B-7A20-2740-8BB1-D4AD44848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34" y="4376064"/>
            <a:ext cx="6815883" cy="356212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780B35D-B190-724F-BF33-0634AEE0691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846" t="23508" r="22114" b="10243"/>
          <a:stretch/>
        </p:blipFill>
        <p:spPr>
          <a:xfrm>
            <a:off x="1228447" y="184103"/>
            <a:ext cx="4933629" cy="4536165"/>
          </a:xfrm>
          <a:prstGeom prst="rect">
            <a:avLst/>
          </a:prstGeom>
        </p:spPr>
      </p:pic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4D8295-0223-4143-835F-71425F49B2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3847" y="1571904"/>
            <a:ext cx="6927108" cy="5159828"/>
          </a:xfrm>
          <a:prstGeom prst="rect">
            <a:avLst/>
          </a:prstGeom>
        </p:spPr>
      </p:pic>
      <p:sp>
        <p:nvSpPr>
          <p:cNvPr id="15" name="Название 1">
            <a:extLst>
              <a:ext uri="{FF2B5EF4-FFF2-40B4-BE49-F238E27FC236}">
                <a16:creationId xmlns:a16="http://schemas.microsoft.com/office/drawing/2014/main" id="{046DED07-7E05-A34C-9D55-8A7BAC94D378}"/>
              </a:ext>
            </a:extLst>
          </p:cNvPr>
          <p:cNvSpPr txBox="1">
            <a:spLocks/>
          </p:cNvSpPr>
          <p:nvPr/>
        </p:nvSpPr>
        <p:spPr>
          <a:xfrm>
            <a:off x="5300467" y="213782"/>
            <a:ext cx="7920497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 err="1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Рефакторинг</a:t>
            </a: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«цветового круга»</a:t>
            </a:r>
          </a:p>
        </p:txBody>
      </p:sp>
    </p:spTree>
    <p:extLst>
      <p:ext uri="{BB962C8B-B14F-4D97-AF65-F5344CB8AC3E}">
        <p14:creationId xmlns:p14="http://schemas.microsoft.com/office/powerpoint/2010/main" val="1276856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66C6961-84C3-8745-A26F-2710EF996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327" y="1742122"/>
            <a:ext cx="5664200" cy="53467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F4A8A7-1D39-CD4B-90D9-D71C864B03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733" y="254316"/>
            <a:ext cx="5389861" cy="7701123"/>
          </a:xfrm>
          <a:prstGeom prst="rect">
            <a:avLst/>
          </a:prstGeom>
        </p:spPr>
      </p:pic>
      <p:sp>
        <p:nvSpPr>
          <p:cNvPr id="13" name="Название 1">
            <a:extLst>
              <a:ext uri="{FF2B5EF4-FFF2-40B4-BE49-F238E27FC236}">
                <a16:creationId xmlns:a16="http://schemas.microsoft.com/office/drawing/2014/main" id="{0E486DC0-291E-C946-93F9-CB22874D6F8F}"/>
              </a:ext>
            </a:extLst>
          </p:cNvPr>
          <p:cNvSpPr txBox="1">
            <a:spLocks/>
          </p:cNvSpPr>
          <p:nvPr/>
        </p:nvSpPr>
        <p:spPr>
          <a:xfrm>
            <a:off x="7603119" y="213783"/>
            <a:ext cx="3709316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Работа с АСЛ</a:t>
            </a:r>
          </a:p>
        </p:txBody>
      </p:sp>
    </p:spTree>
    <p:extLst>
      <p:ext uri="{BB962C8B-B14F-4D97-AF65-F5344CB8AC3E}">
        <p14:creationId xmlns:p14="http://schemas.microsoft.com/office/powerpoint/2010/main" val="3233070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1DD79D-7B0D-E447-A808-C71BF3F2E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576" y="1351624"/>
            <a:ext cx="5638800" cy="5854700"/>
          </a:xfrm>
          <a:prstGeom prst="rect">
            <a:avLst/>
          </a:prstGeom>
        </p:spPr>
      </p:pic>
      <p:pic>
        <p:nvPicPr>
          <p:cNvPr id="12" name="Рисунок 11" descr="Вопросительный знак со сплошной заливкой">
            <a:extLst>
              <a:ext uri="{FF2B5EF4-FFF2-40B4-BE49-F238E27FC236}">
                <a16:creationId xmlns:a16="http://schemas.microsoft.com/office/drawing/2014/main" id="{F1FCA145-5806-6645-A7AB-779050B9AD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686" y="783589"/>
            <a:ext cx="6546420" cy="6546420"/>
          </a:xfrm>
          <a:prstGeom prst="rect">
            <a:avLst/>
          </a:prstGeom>
        </p:spPr>
      </p:pic>
      <p:sp>
        <p:nvSpPr>
          <p:cNvPr id="13" name="Название 1">
            <a:extLst>
              <a:ext uri="{FF2B5EF4-FFF2-40B4-BE49-F238E27FC236}">
                <a16:creationId xmlns:a16="http://schemas.microsoft.com/office/drawing/2014/main" id="{6BB95703-C9D2-FF48-B6AC-F8F60E683DC0}"/>
              </a:ext>
            </a:extLst>
          </p:cNvPr>
          <p:cNvSpPr txBox="1">
            <a:spLocks/>
          </p:cNvSpPr>
          <p:nvPr/>
        </p:nvSpPr>
        <p:spPr>
          <a:xfrm>
            <a:off x="7603119" y="213783"/>
            <a:ext cx="3709316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Работа с АСЛ</a:t>
            </a:r>
          </a:p>
        </p:txBody>
      </p:sp>
    </p:spTree>
    <p:extLst>
      <p:ext uri="{BB962C8B-B14F-4D97-AF65-F5344CB8AC3E}">
        <p14:creationId xmlns:p14="http://schemas.microsoft.com/office/powerpoint/2010/main" val="736772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1DD79D-7B0D-E447-A808-C71BF3F2E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576" y="1351624"/>
            <a:ext cx="5638800" cy="58547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75E872-70F7-AD46-829D-C12C0045C1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202" y="116714"/>
            <a:ext cx="4738875" cy="7865996"/>
          </a:xfrm>
          <a:prstGeom prst="rect">
            <a:avLst/>
          </a:prstGeom>
        </p:spPr>
      </p:pic>
      <p:sp>
        <p:nvSpPr>
          <p:cNvPr id="9" name="Название 1">
            <a:extLst>
              <a:ext uri="{FF2B5EF4-FFF2-40B4-BE49-F238E27FC236}">
                <a16:creationId xmlns:a16="http://schemas.microsoft.com/office/drawing/2014/main" id="{66E70A88-4B17-1C46-A5B6-FCF956F4C2B1}"/>
              </a:ext>
            </a:extLst>
          </p:cNvPr>
          <p:cNvSpPr txBox="1">
            <a:spLocks/>
          </p:cNvSpPr>
          <p:nvPr/>
        </p:nvSpPr>
        <p:spPr>
          <a:xfrm>
            <a:off x="7603119" y="213783"/>
            <a:ext cx="3709316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Работа с АСЛ</a:t>
            </a:r>
          </a:p>
        </p:txBody>
      </p:sp>
    </p:spTree>
    <p:extLst>
      <p:ext uri="{BB962C8B-B14F-4D97-AF65-F5344CB8AC3E}">
        <p14:creationId xmlns:p14="http://schemas.microsoft.com/office/powerpoint/2010/main" val="2831097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4C198E-686A-0A4E-9CF3-8AA84B280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883" y="48396"/>
            <a:ext cx="4777198" cy="7929608"/>
          </a:xfrm>
          <a:prstGeom prst="rect">
            <a:avLst/>
          </a:prstGeom>
        </p:spPr>
      </p:pic>
      <p:pic>
        <p:nvPicPr>
          <p:cNvPr id="11" name="Рисунок 10" descr="Вопросительный знак со сплошной заливкой">
            <a:extLst>
              <a:ext uri="{FF2B5EF4-FFF2-40B4-BE49-F238E27FC236}">
                <a16:creationId xmlns:a16="http://schemas.microsoft.com/office/drawing/2014/main" id="{2A938D71-3D5C-014E-81E6-DB9913D9B4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6514" y="2376595"/>
            <a:ext cx="3273210" cy="3273210"/>
          </a:xfrm>
          <a:prstGeom prst="rect">
            <a:avLst/>
          </a:prstGeom>
        </p:spPr>
      </p:pic>
      <p:sp>
        <p:nvSpPr>
          <p:cNvPr id="12" name="Название 1">
            <a:extLst>
              <a:ext uri="{FF2B5EF4-FFF2-40B4-BE49-F238E27FC236}">
                <a16:creationId xmlns:a16="http://schemas.microsoft.com/office/drawing/2014/main" id="{1D5C1811-5128-D745-A770-5526A8D9BC9D}"/>
              </a:ext>
            </a:extLst>
          </p:cNvPr>
          <p:cNvSpPr txBox="1">
            <a:spLocks/>
          </p:cNvSpPr>
          <p:nvPr/>
        </p:nvSpPr>
        <p:spPr>
          <a:xfrm>
            <a:off x="7603119" y="213783"/>
            <a:ext cx="3709316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Работа с АСЛ</a:t>
            </a:r>
          </a:p>
        </p:txBody>
      </p:sp>
    </p:spTree>
    <p:extLst>
      <p:ext uri="{BB962C8B-B14F-4D97-AF65-F5344CB8AC3E}">
        <p14:creationId xmlns:p14="http://schemas.microsoft.com/office/powerpoint/2010/main" val="2170377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735C1CC-0076-F242-A446-E3719B9D0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0646" y="1033727"/>
            <a:ext cx="5779384" cy="649049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4C198E-686A-0A4E-9CF3-8AA84B2806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5883" y="48396"/>
            <a:ext cx="4777198" cy="7929608"/>
          </a:xfrm>
          <a:prstGeom prst="rect">
            <a:avLst/>
          </a:prstGeom>
        </p:spPr>
      </p:pic>
      <p:sp>
        <p:nvSpPr>
          <p:cNvPr id="9" name="Название 1">
            <a:extLst>
              <a:ext uri="{FF2B5EF4-FFF2-40B4-BE49-F238E27FC236}">
                <a16:creationId xmlns:a16="http://schemas.microsoft.com/office/drawing/2014/main" id="{C714E166-4405-0942-8D60-A212FE6422DE}"/>
              </a:ext>
            </a:extLst>
          </p:cNvPr>
          <p:cNvSpPr txBox="1">
            <a:spLocks/>
          </p:cNvSpPr>
          <p:nvPr/>
        </p:nvSpPr>
        <p:spPr>
          <a:xfrm>
            <a:off x="7603119" y="213783"/>
            <a:ext cx="3709316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Работа с АСЛ</a:t>
            </a:r>
          </a:p>
        </p:txBody>
      </p:sp>
    </p:spTree>
    <p:extLst>
      <p:ext uri="{BB962C8B-B14F-4D97-AF65-F5344CB8AC3E}">
        <p14:creationId xmlns:p14="http://schemas.microsoft.com/office/powerpoint/2010/main" val="28519497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55D56C-9C4F-DD4D-BEEB-9E6F64B4D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37" y="1334788"/>
            <a:ext cx="7510351" cy="2840536"/>
          </a:xfrm>
          <a:prstGeom prst="rect">
            <a:avLst/>
          </a:prstGeom>
        </p:spPr>
      </p:pic>
      <p:sp>
        <p:nvSpPr>
          <p:cNvPr id="12" name="Название 1">
            <a:extLst>
              <a:ext uri="{FF2B5EF4-FFF2-40B4-BE49-F238E27FC236}">
                <a16:creationId xmlns:a16="http://schemas.microsoft.com/office/drawing/2014/main" id="{44DC18CE-7BB2-E042-AB1E-A6C3392EA1E0}"/>
              </a:ext>
            </a:extLst>
          </p:cNvPr>
          <p:cNvSpPr txBox="1">
            <a:spLocks/>
          </p:cNvSpPr>
          <p:nvPr/>
        </p:nvSpPr>
        <p:spPr>
          <a:xfrm>
            <a:off x="7603119" y="213783"/>
            <a:ext cx="3709316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Работа с АСЛ</a:t>
            </a:r>
          </a:p>
        </p:txBody>
      </p:sp>
      <p:pic>
        <p:nvPicPr>
          <p:cNvPr id="8" name="Рисунок 7" descr="Вопросительный знак со сплошной заливкой">
            <a:extLst>
              <a:ext uri="{FF2B5EF4-FFF2-40B4-BE49-F238E27FC236}">
                <a16:creationId xmlns:a16="http://schemas.microsoft.com/office/drawing/2014/main" id="{895468B4-D3FA-BF45-9911-D672747727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73520" y="4296539"/>
            <a:ext cx="3273210" cy="327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20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77BF19-F415-2D49-BCD8-3CF4CDC2F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5724" y="1095347"/>
            <a:ext cx="6210300" cy="635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55D56C-9C4F-DD4D-BEEB-9E6F64B4D7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50079"/>
            <a:ext cx="7510351" cy="2840536"/>
          </a:xfrm>
          <a:prstGeom prst="rect">
            <a:avLst/>
          </a:prstGeom>
        </p:spPr>
      </p:pic>
      <p:sp>
        <p:nvSpPr>
          <p:cNvPr id="9" name="Название 1">
            <a:extLst>
              <a:ext uri="{FF2B5EF4-FFF2-40B4-BE49-F238E27FC236}">
                <a16:creationId xmlns:a16="http://schemas.microsoft.com/office/drawing/2014/main" id="{089A7C96-B786-564C-87AD-7915BEEA3FAE}"/>
              </a:ext>
            </a:extLst>
          </p:cNvPr>
          <p:cNvSpPr txBox="1">
            <a:spLocks/>
          </p:cNvSpPr>
          <p:nvPr/>
        </p:nvSpPr>
        <p:spPr>
          <a:xfrm>
            <a:off x="7603119" y="213783"/>
            <a:ext cx="3709316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Работа с АСЛ</a:t>
            </a:r>
          </a:p>
        </p:txBody>
      </p:sp>
    </p:spTree>
    <p:extLst>
      <p:ext uri="{BB962C8B-B14F-4D97-AF65-F5344CB8AC3E}">
        <p14:creationId xmlns:p14="http://schemas.microsoft.com/office/powerpoint/2010/main" val="3320246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25712F-31B3-5748-A1F4-C5D1C045B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258" y="220516"/>
            <a:ext cx="5503856" cy="7717672"/>
          </a:xfrm>
          <a:prstGeom prst="rect">
            <a:avLst/>
          </a:prstGeom>
        </p:spPr>
      </p:pic>
      <p:sp>
        <p:nvSpPr>
          <p:cNvPr id="12" name="Название 1">
            <a:extLst>
              <a:ext uri="{FF2B5EF4-FFF2-40B4-BE49-F238E27FC236}">
                <a16:creationId xmlns:a16="http://schemas.microsoft.com/office/drawing/2014/main" id="{101CC03D-FD84-2347-81B1-92E6E1EF35FB}"/>
              </a:ext>
            </a:extLst>
          </p:cNvPr>
          <p:cNvSpPr txBox="1">
            <a:spLocks/>
          </p:cNvSpPr>
          <p:nvPr/>
        </p:nvSpPr>
        <p:spPr>
          <a:xfrm>
            <a:off x="7603119" y="213783"/>
            <a:ext cx="3709316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Работа с АСЛ</a:t>
            </a:r>
          </a:p>
        </p:txBody>
      </p:sp>
      <p:pic>
        <p:nvPicPr>
          <p:cNvPr id="8" name="Рисунок 7" descr="Вопросительный знак со сплошной заливкой">
            <a:extLst>
              <a:ext uri="{FF2B5EF4-FFF2-40B4-BE49-F238E27FC236}">
                <a16:creationId xmlns:a16="http://schemas.microsoft.com/office/drawing/2014/main" id="{14CF74F7-ED90-6749-AF5D-DCE7D2F941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6514" y="2376595"/>
            <a:ext cx="3273210" cy="327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28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E9615E1-B2C1-234D-82C7-9D5F5409A5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846" t="23508" r="22114" b="10243"/>
          <a:stretch/>
        </p:blipFill>
        <p:spPr>
          <a:xfrm>
            <a:off x="3388660" y="1213573"/>
            <a:ext cx="4726574" cy="4345790"/>
          </a:xfrm>
          <a:prstGeom prst="rect">
            <a:avLst/>
          </a:prstGeom>
        </p:spPr>
      </p:pic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F5166A2-96CB-9E4C-A503-73D04E299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8526" y="916917"/>
            <a:ext cx="6282182" cy="698559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25712F-31B3-5748-A1F4-C5D1C045B0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37" y="2400168"/>
            <a:ext cx="3666801" cy="5141699"/>
          </a:xfrm>
          <a:prstGeom prst="rect">
            <a:avLst/>
          </a:prstGeom>
        </p:spPr>
      </p:pic>
      <p:sp>
        <p:nvSpPr>
          <p:cNvPr id="12" name="Название 1">
            <a:extLst>
              <a:ext uri="{FF2B5EF4-FFF2-40B4-BE49-F238E27FC236}">
                <a16:creationId xmlns:a16="http://schemas.microsoft.com/office/drawing/2014/main" id="{A1284390-2A42-9248-9C8F-06C28A3A6EC8}"/>
              </a:ext>
            </a:extLst>
          </p:cNvPr>
          <p:cNvSpPr txBox="1">
            <a:spLocks/>
          </p:cNvSpPr>
          <p:nvPr/>
        </p:nvSpPr>
        <p:spPr>
          <a:xfrm>
            <a:off x="7603119" y="213783"/>
            <a:ext cx="3709316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Работа с АСЛ</a:t>
            </a:r>
          </a:p>
        </p:txBody>
      </p:sp>
    </p:spTree>
    <p:extLst>
      <p:ext uri="{BB962C8B-B14F-4D97-AF65-F5344CB8AC3E}">
        <p14:creationId xmlns:p14="http://schemas.microsoft.com/office/powerpoint/2010/main" val="3265386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66C6961-84C3-8745-A26F-2710EF996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04" y="2614777"/>
            <a:ext cx="5664200" cy="53467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F4A8A7-1D39-CD4B-90D9-D71C864B03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231"/>
          <a:stretch/>
        </p:blipFill>
        <p:spPr>
          <a:xfrm>
            <a:off x="3688543" y="196916"/>
            <a:ext cx="2480439" cy="46775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AD382E-79B7-1246-9C3E-8B383C4C54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2061" y="2614777"/>
            <a:ext cx="7726448" cy="4677501"/>
          </a:xfrm>
          <a:prstGeom prst="rect">
            <a:avLst/>
          </a:prstGeom>
        </p:spPr>
      </p:pic>
      <p:sp>
        <p:nvSpPr>
          <p:cNvPr id="9" name="Название 1">
            <a:extLst>
              <a:ext uri="{FF2B5EF4-FFF2-40B4-BE49-F238E27FC236}">
                <a16:creationId xmlns:a16="http://schemas.microsoft.com/office/drawing/2014/main" id="{AF147641-8347-7243-A832-7A24462A07AE}"/>
              </a:ext>
            </a:extLst>
          </p:cNvPr>
          <p:cNvSpPr txBox="1">
            <a:spLocks/>
          </p:cNvSpPr>
          <p:nvPr/>
        </p:nvSpPr>
        <p:spPr>
          <a:xfrm>
            <a:off x="6673765" y="213783"/>
            <a:ext cx="7474744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 err="1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Рефакторинг</a:t>
            </a: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кода в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148934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735C1CC-0076-F242-A446-E3719B9D0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180" y="1409426"/>
            <a:ext cx="4982490" cy="559554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4C198E-686A-0A4E-9CF3-8AA84B2806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37" y="2012542"/>
            <a:ext cx="2233249" cy="370694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198577-A167-C449-9B14-546948CFEA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4565" y="1033728"/>
            <a:ext cx="6718211" cy="6686422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  <p:sp>
        <p:nvSpPr>
          <p:cNvPr id="11" name="Название 1">
            <a:extLst>
              <a:ext uri="{FF2B5EF4-FFF2-40B4-BE49-F238E27FC236}">
                <a16:creationId xmlns:a16="http://schemas.microsoft.com/office/drawing/2014/main" id="{66C94955-8C80-7E41-93AD-9EA845B252EC}"/>
              </a:ext>
            </a:extLst>
          </p:cNvPr>
          <p:cNvSpPr txBox="1">
            <a:spLocks/>
          </p:cNvSpPr>
          <p:nvPr/>
        </p:nvSpPr>
        <p:spPr>
          <a:xfrm>
            <a:off x="6673765" y="213783"/>
            <a:ext cx="7474744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 err="1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Рефакторинг</a:t>
            </a: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кода в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1775776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77BF19-F415-2D49-BCD8-3CF4CDC2F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04" y="1552509"/>
            <a:ext cx="6210300" cy="635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55D56C-9C4F-DD4D-BEEB-9E6F64B4D7B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589"/>
          <a:stretch/>
        </p:blipFill>
        <p:spPr>
          <a:xfrm>
            <a:off x="8980918" y="83340"/>
            <a:ext cx="4742027" cy="237831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A8D3109-CFD3-8047-8937-38230C7B8B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8278" y="2527521"/>
            <a:ext cx="7633231" cy="4854201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  <p:sp>
        <p:nvSpPr>
          <p:cNvPr id="11" name="Название 1">
            <a:extLst>
              <a:ext uri="{FF2B5EF4-FFF2-40B4-BE49-F238E27FC236}">
                <a16:creationId xmlns:a16="http://schemas.microsoft.com/office/drawing/2014/main" id="{AB121E68-8838-DC43-9FA2-4142FC30348A}"/>
              </a:ext>
            </a:extLst>
          </p:cNvPr>
          <p:cNvSpPr txBox="1">
            <a:spLocks/>
          </p:cNvSpPr>
          <p:nvPr/>
        </p:nvSpPr>
        <p:spPr>
          <a:xfrm>
            <a:off x="936237" y="214754"/>
            <a:ext cx="7474744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 err="1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Рефакторинг</a:t>
            </a: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кода в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1676725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Нижний колонтитул 2"/>
          <p:cNvSpPr txBox="1">
            <a:spLocks/>
          </p:cNvSpPr>
          <p:nvPr/>
        </p:nvSpPr>
        <p:spPr>
          <a:xfrm>
            <a:off x="4770071" y="7506968"/>
            <a:ext cx="4860072" cy="431219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/>
              <a:t>2</a:t>
            </a:r>
            <a:r>
              <a:rPr lang="en-US" b="1" dirty="0"/>
              <a:t>9</a:t>
            </a:r>
            <a:r>
              <a:rPr lang="ru-RU" b="1" dirty="0"/>
              <a:t>|3</a:t>
            </a:r>
            <a:r>
              <a:rPr lang="en-US" b="1" dirty="0"/>
              <a:t>2</a:t>
            </a:r>
            <a:endParaRPr lang="ru-RU" b="1" dirty="0"/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F5166A2-96CB-9E4C-A503-73D04E299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42" y="1072128"/>
            <a:ext cx="5077789" cy="564634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25712F-31B3-5748-A1F4-C5D1C045B06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089"/>
          <a:stretch/>
        </p:blipFill>
        <p:spPr>
          <a:xfrm>
            <a:off x="-11947" y="2109319"/>
            <a:ext cx="2712075" cy="494462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98824E-84EA-8544-B1C9-F879A52BD9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4521" y="3185803"/>
            <a:ext cx="6467604" cy="4716706"/>
          </a:xfrm>
          <a:prstGeom prst="rect">
            <a:avLst/>
          </a:prstGeom>
          <a:effectLst>
            <a:glow rad="508000">
              <a:schemeClr val="accent1">
                <a:alpha val="40000"/>
              </a:schemeClr>
            </a:glow>
          </a:effectLst>
        </p:spPr>
      </p:pic>
      <p:sp>
        <p:nvSpPr>
          <p:cNvPr id="12" name="Название 1">
            <a:extLst>
              <a:ext uri="{FF2B5EF4-FFF2-40B4-BE49-F238E27FC236}">
                <a16:creationId xmlns:a16="http://schemas.microsoft.com/office/drawing/2014/main" id="{64F1E181-AC02-5B4C-8C18-E67A57650A2E}"/>
              </a:ext>
            </a:extLst>
          </p:cNvPr>
          <p:cNvSpPr txBox="1">
            <a:spLocks/>
          </p:cNvSpPr>
          <p:nvPr/>
        </p:nvSpPr>
        <p:spPr>
          <a:xfrm>
            <a:off x="6673765" y="213783"/>
            <a:ext cx="7474744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 err="1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Рефакторинг</a:t>
            </a: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кода в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3450920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C809918-2F29-E747-B6CA-A23660BAC2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92" t="14962" r="6337" b="14728"/>
          <a:stretch/>
        </p:blipFill>
        <p:spPr>
          <a:xfrm>
            <a:off x="6466390" y="4584416"/>
            <a:ext cx="3312634" cy="2647571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C80D4F6-C364-5D4E-95C2-720025423D6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656" t="5455" r="15529" b="4451"/>
          <a:stretch/>
        </p:blipFill>
        <p:spPr>
          <a:xfrm>
            <a:off x="239630" y="4415609"/>
            <a:ext cx="2737868" cy="353314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75046F-DD94-164D-B6A9-CDE931C2A90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710" t="14357" r="9783" b="18447"/>
          <a:stretch/>
        </p:blipFill>
        <p:spPr>
          <a:xfrm>
            <a:off x="9630143" y="4040079"/>
            <a:ext cx="4621467" cy="376385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CF7720-49DC-3248-842D-0932A09BC5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677" y="867438"/>
            <a:ext cx="5903606" cy="3182274"/>
          </a:xfrm>
          <a:prstGeom prst="rect">
            <a:avLst/>
          </a:prstGeom>
        </p:spPr>
      </p:pic>
      <p:sp>
        <p:nvSpPr>
          <p:cNvPr id="8" name="Название 1">
            <a:extLst>
              <a:ext uri="{FF2B5EF4-FFF2-40B4-BE49-F238E27FC236}">
                <a16:creationId xmlns:a16="http://schemas.microsoft.com/office/drawing/2014/main" id="{660E70D1-752B-4D23-B223-17BC242DCF5C}"/>
              </a:ext>
            </a:extLst>
          </p:cNvPr>
          <p:cNvSpPr txBox="1">
            <a:spLocks/>
          </p:cNvSpPr>
          <p:nvPr/>
        </p:nvSpPr>
        <p:spPr>
          <a:xfrm>
            <a:off x="927998" y="202322"/>
            <a:ext cx="12542629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Подключение длинной АСЛ</a:t>
            </a: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FD3D8B-A0AF-864F-9D7E-9875351316E3}"/>
              </a:ext>
            </a:extLst>
          </p:cNvPr>
          <p:cNvSpPr txBox="1"/>
          <p:nvPr/>
        </p:nvSpPr>
        <p:spPr>
          <a:xfrm>
            <a:off x="3520034" y="2914839"/>
            <a:ext cx="83982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b="1" u="sng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Для одного диода</a:t>
            </a:r>
            <a:endParaRPr lang="en-US" sz="2400" b="1" u="sng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algn="l"/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- Напряжение питания- 5 В;</a:t>
            </a:r>
          </a:p>
          <a:p>
            <a:pPr algn="l"/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- Потребляем ток в режиме покоя- 1 мА;</a:t>
            </a:r>
          </a:p>
          <a:p>
            <a:pPr algn="l"/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- </a:t>
            </a:r>
            <a:r>
              <a:rPr lang="ru-RU" sz="2400" b="1" dirty="0">
                <a:solidFill>
                  <a:srgbClr val="FF000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Потребляемый ток при максимальной яркости- 60 мА;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F0951D-08DA-3F40-911B-03B9C04CCB11}"/>
              </a:ext>
            </a:extLst>
          </p:cNvPr>
          <p:cNvSpPr txBox="1"/>
          <p:nvPr/>
        </p:nvSpPr>
        <p:spPr>
          <a:xfrm>
            <a:off x="3979480" y="1038793"/>
            <a:ext cx="81321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Обычный порт 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USB 2.0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обеспечивает до 500 мА (0.5 А), </a:t>
            </a:r>
          </a:p>
          <a:p>
            <a:r>
              <a:rPr lang="en-US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            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а порт 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USB 3.0 -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до 900 мА (0.9 А)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D028537-4DBF-134C-9B52-5484517829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8931" y="1942744"/>
            <a:ext cx="5003800" cy="8763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D7939B-6159-8F44-A8E6-99ECD3A8FB0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5630" r="16122"/>
          <a:stretch/>
        </p:blipFill>
        <p:spPr>
          <a:xfrm>
            <a:off x="3099248" y="4443137"/>
            <a:ext cx="3095874" cy="340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9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D59C4C5-6D78-654E-8101-FD581EB7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599" y="2169418"/>
            <a:ext cx="8585537" cy="532061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CF7720-49DC-3248-842D-0932A09BC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1" y="1569012"/>
            <a:ext cx="5420829" cy="2922038"/>
          </a:xfrm>
          <a:prstGeom prst="rect">
            <a:avLst/>
          </a:prstGeom>
        </p:spPr>
      </p:pic>
      <p:sp>
        <p:nvSpPr>
          <p:cNvPr id="8" name="Название 1">
            <a:extLst>
              <a:ext uri="{FF2B5EF4-FFF2-40B4-BE49-F238E27FC236}">
                <a16:creationId xmlns:a16="http://schemas.microsoft.com/office/drawing/2014/main" id="{660E70D1-752B-4D23-B223-17BC242DCF5C}"/>
              </a:ext>
            </a:extLst>
          </p:cNvPr>
          <p:cNvSpPr txBox="1">
            <a:spLocks/>
          </p:cNvSpPr>
          <p:nvPr/>
        </p:nvSpPr>
        <p:spPr>
          <a:xfrm>
            <a:off x="927998" y="202322"/>
            <a:ext cx="12542629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tabLst>
                <a:tab pos="482600" algn="l"/>
              </a:tabLst>
            </a:pP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Подключение длинной АСЛ</a:t>
            </a: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F0951D-08DA-3F40-911B-03B9C04CCB11}"/>
              </a:ext>
            </a:extLst>
          </p:cNvPr>
          <p:cNvSpPr txBox="1"/>
          <p:nvPr/>
        </p:nvSpPr>
        <p:spPr>
          <a:xfrm>
            <a:off x="3133220" y="1073481"/>
            <a:ext cx="81321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Обычный порт 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USB 2.0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обеспечивает до 500 мА (0.5 А), </a:t>
            </a:r>
          </a:p>
          <a:p>
            <a:r>
              <a:rPr lang="en-US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            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а порт </a:t>
            </a:r>
            <a:r>
              <a:rPr lang="en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USB 3.0 - </a:t>
            </a:r>
            <a:r>
              <a:rPr lang="ru-RU" sz="24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до 900 мА (0.9 А)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D028537-4DBF-134C-9B52-548451782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6" y="6184332"/>
            <a:ext cx="50038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48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731FB28-98BB-D344-95DA-6F0EB433151B}"/>
              </a:ext>
            </a:extLst>
          </p:cNvPr>
          <p:cNvSpPr txBox="1">
            <a:spLocks/>
          </p:cNvSpPr>
          <p:nvPr/>
        </p:nvSpPr>
        <p:spPr>
          <a:xfrm>
            <a:off x="10635976" y="7524221"/>
            <a:ext cx="3240048" cy="43121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 descr="герб (4)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7" y="-3"/>
            <a:ext cx="838800" cy="1213576"/>
          </a:xfrm>
          <a:prstGeom prst="rect">
            <a:avLst/>
          </a:prstGeom>
        </p:spPr>
      </p:pic>
      <p:sp>
        <p:nvSpPr>
          <p:cNvPr id="9" name="Название 1">
            <a:extLst>
              <a:ext uri="{FF2B5EF4-FFF2-40B4-BE49-F238E27FC236}">
                <a16:creationId xmlns:a16="http://schemas.microsoft.com/office/drawing/2014/main" id="{ED2096F6-0835-9346-85CF-2AE52CBB86BF}"/>
              </a:ext>
            </a:extLst>
          </p:cNvPr>
          <p:cNvSpPr txBox="1">
            <a:spLocks/>
          </p:cNvSpPr>
          <p:nvPr/>
        </p:nvSpPr>
        <p:spPr>
          <a:xfrm>
            <a:off x="936237" y="458500"/>
            <a:ext cx="12542629" cy="836811"/>
          </a:xfrm>
          <a:prstGeom prst="rect">
            <a:avLst/>
          </a:prstGeom>
        </p:spPr>
        <p:txBody>
          <a:bodyPr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38100"/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Контрольные</a:t>
            </a:r>
            <a:r>
              <a:rPr lang="en-US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ru-RU" sz="4000" b="1" dirty="0">
                <a:solidFill>
                  <a:srgbClr val="002060"/>
                </a:solidFill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вопросы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08704D-C63B-4C46-AA38-08BC358960C2}"/>
              </a:ext>
            </a:extLst>
          </p:cNvPr>
          <p:cNvSpPr txBox="1"/>
          <p:nvPr/>
        </p:nvSpPr>
        <p:spPr>
          <a:xfrm>
            <a:off x="995447" y="1753814"/>
            <a:ext cx="12410906" cy="556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14375" indent="-357188">
              <a:lnSpc>
                <a:spcPct val="150000"/>
              </a:lnSpc>
              <a:buClr>
                <a:srgbClr val="00727D"/>
              </a:buClr>
              <a:buFont typeface="Arial" panose="020B0604020202020204" pitchFamily="34" charset="0"/>
              <a:buChar char="•"/>
              <a:tabLst>
                <a:tab pos="12020550" algn="l"/>
              </a:tabLst>
            </a:pPr>
            <a:r>
              <a:rPr lang="en-US" sz="24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Что</a:t>
            </a: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такое «адресная светодиодная лента (АСЛ)»?</a:t>
            </a:r>
            <a:endParaRPr lang="en-US" sz="2400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714375" indent="-357188">
              <a:lnSpc>
                <a:spcPct val="150000"/>
              </a:lnSpc>
              <a:buClr>
                <a:srgbClr val="00727D"/>
              </a:buClr>
              <a:buFont typeface="Arial" panose="020B0604020202020204" pitchFamily="34" charset="0"/>
              <a:buChar char="•"/>
              <a:tabLst>
                <a:tab pos="12020550" algn="l"/>
              </a:tabLst>
            </a:pP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В чем отличие управления АСЛ от </a:t>
            </a:r>
            <a:r>
              <a:rPr lang="ru-RU" sz="24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уаправления</a:t>
            </a: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en-US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RGB </a:t>
            </a: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светодиодом? </a:t>
            </a:r>
          </a:p>
          <a:p>
            <a:pPr marL="714375" indent="-357188">
              <a:lnSpc>
                <a:spcPct val="150000"/>
              </a:lnSpc>
              <a:buClr>
                <a:srgbClr val="00727D"/>
              </a:buClr>
              <a:buFont typeface="Arial" panose="020B0604020202020204" pitchFamily="34" charset="0"/>
              <a:buChar char="•"/>
              <a:tabLst>
                <a:tab pos="12020550" algn="l"/>
              </a:tabLst>
            </a:pP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Почему нельзя подключать напрямую к микроконтроллеру ленту длиннее 8 элементов?</a:t>
            </a:r>
          </a:p>
          <a:p>
            <a:pPr marL="714375" indent="-357188">
              <a:lnSpc>
                <a:spcPct val="150000"/>
              </a:lnSpc>
              <a:buClr>
                <a:srgbClr val="00727D"/>
              </a:buClr>
              <a:buFont typeface="Arial" panose="020B0604020202020204" pitchFamily="34" charset="0"/>
              <a:buChar char="•"/>
              <a:tabLst>
                <a:tab pos="12020550" algn="l"/>
              </a:tabLst>
            </a:pP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Какие методы управления АСЛ включены в стандартный пакет </a:t>
            </a:r>
            <a:r>
              <a:rPr lang="en-US" sz="24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neopixel</a:t>
            </a: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?</a:t>
            </a:r>
          </a:p>
          <a:p>
            <a:pPr marL="714375" indent="-357188">
              <a:lnSpc>
                <a:spcPct val="150000"/>
              </a:lnSpc>
              <a:buClr>
                <a:srgbClr val="00727D"/>
              </a:buClr>
              <a:buFont typeface="Arial" panose="020B0604020202020204" pitchFamily="34" charset="0"/>
              <a:buChar char="•"/>
              <a:tabLst>
                <a:tab pos="12020550" algn="l"/>
              </a:tabLst>
            </a:pPr>
            <a:r>
              <a:rPr lang="en-US" sz="24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Как</a:t>
            </a: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задать конкретный цвет конкретному элементу ленты и зажечь его?</a:t>
            </a:r>
          </a:p>
          <a:p>
            <a:pPr marL="714375" indent="-357188">
              <a:lnSpc>
                <a:spcPct val="150000"/>
              </a:lnSpc>
              <a:buClr>
                <a:srgbClr val="00727D"/>
              </a:buClr>
              <a:buFont typeface="Arial" panose="020B0604020202020204" pitchFamily="34" charset="0"/>
              <a:buChar char="•"/>
              <a:tabLst>
                <a:tab pos="12020550" algn="l"/>
              </a:tabLst>
            </a:pP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Что произойдет если при инициализации указать меньше диодов чем есть в АСЛ?</a:t>
            </a:r>
          </a:p>
          <a:p>
            <a:pPr marL="714375" indent="-357188">
              <a:lnSpc>
                <a:spcPct val="150000"/>
              </a:lnSpc>
              <a:buClr>
                <a:srgbClr val="00727D"/>
              </a:buClr>
              <a:buFont typeface="Arial" panose="020B0604020202020204" pitchFamily="34" charset="0"/>
              <a:buChar char="•"/>
              <a:tabLst>
                <a:tab pos="12020550" algn="l"/>
              </a:tabLst>
            </a:pP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А что если больше?</a:t>
            </a:r>
          </a:p>
          <a:p>
            <a:pPr marL="714375" indent="-357188">
              <a:lnSpc>
                <a:spcPct val="150000"/>
              </a:lnSpc>
              <a:buClr>
                <a:srgbClr val="00727D"/>
              </a:buClr>
              <a:buFont typeface="Arial" panose="020B0604020202020204" pitchFamily="34" charset="0"/>
              <a:buChar char="•"/>
              <a:tabLst>
                <a:tab pos="12020550" algn="l"/>
              </a:tabLst>
            </a:pPr>
            <a:r>
              <a:rPr lang="ru-RU" sz="2400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Как подключить и управлять длинной лентой?</a:t>
            </a:r>
          </a:p>
        </p:txBody>
      </p:sp>
    </p:spTree>
    <p:extLst>
      <p:ext uri="{BB962C8B-B14F-4D97-AF65-F5344CB8AC3E}">
        <p14:creationId xmlns:p14="http://schemas.microsoft.com/office/powerpoint/2010/main" val="15745129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22807</TotalTime>
  <Words>721</Words>
  <Application>Microsoft Macintosh PowerPoint</Application>
  <PresentationFormat>Произвольный</PresentationFormat>
  <Paragraphs>119</Paragraphs>
  <Slides>32</Slides>
  <Notes>32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CMU Serif Roman</vt:lpstr>
      <vt:lpstr>CMU Serif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Цифровые компетенции как основа устойчивого развития энергетики</dc:title>
  <dc:creator>юрий жуковский</dc:creator>
  <cp:lastModifiedBy>Михаил Выстрчил</cp:lastModifiedBy>
  <cp:revision>304</cp:revision>
  <dcterms:created xsi:type="dcterms:W3CDTF">2020-10-27T15:21:48Z</dcterms:created>
  <dcterms:modified xsi:type="dcterms:W3CDTF">2026-10-20T10:54:25Z</dcterms:modified>
</cp:coreProperties>
</file>